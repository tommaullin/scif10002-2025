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3"/>
  </p:notesMasterIdLst>
  <p:sldIdLst>
    <p:sldId id="256" r:id="rId2"/>
    <p:sldId id="1374" r:id="rId3"/>
    <p:sldId id="1584" r:id="rId4"/>
    <p:sldId id="1588" r:id="rId5"/>
    <p:sldId id="1589" r:id="rId6"/>
    <p:sldId id="1590" r:id="rId7"/>
    <p:sldId id="1591" r:id="rId8"/>
    <p:sldId id="1587" r:id="rId9"/>
    <p:sldId id="1405" r:id="rId10"/>
    <p:sldId id="1595" r:id="rId11"/>
    <p:sldId id="1596" r:id="rId12"/>
    <p:sldId id="1597" r:id="rId13"/>
    <p:sldId id="1592" r:id="rId14"/>
    <p:sldId id="1593" r:id="rId15"/>
    <p:sldId id="1594" r:id="rId16"/>
    <p:sldId id="1569" r:id="rId17"/>
    <p:sldId id="1599" r:id="rId18"/>
    <p:sldId id="1600" r:id="rId19"/>
    <p:sldId id="1601" r:id="rId20"/>
    <p:sldId id="1602" r:id="rId21"/>
    <p:sldId id="1598" r:id="rId22"/>
    <p:sldId id="1607" r:id="rId23"/>
    <p:sldId id="1605" r:id="rId24"/>
    <p:sldId id="1603" r:id="rId25"/>
    <p:sldId id="1609" r:id="rId26"/>
    <p:sldId id="1610" r:id="rId27"/>
    <p:sldId id="1611" r:id="rId28"/>
    <p:sldId id="1608" r:id="rId29"/>
    <p:sldId id="1570" r:id="rId30"/>
    <p:sldId id="1615" r:id="rId31"/>
    <p:sldId id="1616" r:id="rId32"/>
    <p:sldId id="1617" r:id="rId33"/>
    <p:sldId id="1618" r:id="rId34"/>
    <p:sldId id="1619" r:id="rId35"/>
    <p:sldId id="1614" r:id="rId36"/>
    <p:sldId id="1620" r:id="rId37"/>
    <p:sldId id="1621" r:id="rId38"/>
    <p:sldId id="1622" r:id="rId39"/>
    <p:sldId id="1612" r:id="rId40"/>
    <p:sldId id="1624" r:id="rId41"/>
    <p:sldId id="1625" r:id="rId42"/>
    <p:sldId id="1626" r:id="rId43"/>
    <p:sldId id="1627" r:id="rId44"/>
    <p:sldId id="1623" r:id="rId45"/>
    <p:sldId id="1628" r:id="rId46"/>
    <p:sldId id="1629" r:id="rId47"/>
    <p:sldId id="1631" r:id="rId48"/>
    <p:sldId id="1632" r:id="rId49"/>
    <p:sldId id="1613" r:id="rId50"/>
    <p:sldId id="1571" r:id="rId51"/>
    <p:sldId id="1633" r:id="rId52"/>
    <p:sldId id="1637" r:id="rId53"/>
    <p:sldId id="1638" r:id="rId54"/>
    <p:sldId id="1639" r:id="rId55"/>
    <p:sldId id="1642" r:id="rId56"/>
    <p:sldId id="1643" r:id="rId57"/>
    <p:sldId id="1644" r:id="rId58"/>
    <p:sldId id="1636" r:id="rId59"/>
    <p:sldId id="1634" r:id="rId60"/>
    <p:sldId id="1645" r:id="rId61"/>
    <p:sldId id="1646" r:id="rId62"/>
    <p:sldId id="1647" r:id="rId63"/>
    <p:sldId id="1635" r:id="rId64"/>
    <p:sldId id="1648" r:id="rId65"/>
    <p:sldId id="1656" r:id="rId66"/>
    <p:sldId id="1657" r:id="rId67"/>
    <p:sldId id="1572" r:id="rId68"/>
    <p:sldId id="1652" r:id="rId69"/>
    <p:sldId id="1649" r:id="rId70"/>
    <p:sldId id="1653" r:id="rId71"/>
    <p:sldId id="1654" r:id="rId72"/>
    <p:sldId id="1658" r:id="rId73"/>
    <p:sldId id="1659" r:id="rId74"/>
    <p:sldId id="1660" r:id="rId75"/>
    <p:sldId id="1661" r:id="rId76"/>
    <p:sldId id="1662" r:id="rId77"/>
    <p:sldId id="1650" r:id="rId78"/>
    <p:sldId id="1573" r:id="rId79"/>
    <p:sldId id="1663" r:id="rId80"/>
    <p:sldId id="1665" r:id="rId81"/>
    <p:sldId id="1666" r:id="rId82"/>
    <p:sldId id="1667" r:id="rId83"/>
    <p:sldId id="1669" r:id="rId84"/>
    <p:sldId id="1668" r:id="rId85"/>
    <p:sldId id="1664" r:id="rId86"/>
    <p:sldId id="1671" r:id="rId87"/>
    <p:sldId id="1670" r:id="rId88"/>
    <p:sldId id="1672" r:id="rId89"/>
    <p:sldId id="1574" r:id="rId90"/>
    <p:sldId id="1674" r:id="rId91"/>
    <p:sldId id="1676" r:id="rId92"/>
    <p:sldId id="1675" r:id="rId93"/>
    <p:sldId id="1677" r:id="rId94"/>
    <p:sldId id="1673" r:id="rId95"/>
    <p:sldId id="1679" r:id="rId96"/>
    <p:sldId id="1680" r:id="rId97"/>
    <p:sldId id="1681" r:id="rId98"/>
    <p:sldId id="1682" r:id="rId99"/>
    <p:sldId id="1683" r:id="rId100"/>
    <p:sldId id="1678" r:id="rId101"/>
    <p:sldId id="1685" r:id="rId102"/>
    <p:sldId id="1686" r:id="rId103"/>
    <p:sldId id="1684" r:id="rId104"/>
    <p:sldId id="1688" r:id="rId105"/>
    <p:sldId id="1687" r:id="rId106"/>
    <p:sldId id="1689" r:id="rId107"/>
    <p:sldId id="1575" r:id="rId108"/>
    <p:sldId id="1690" r:id="rId109"/>
    <p:sldId id="1693" r:id="rId110"/>
    <p:sldId id="1695" r:id="rId111"/>
    <p:sldId id="1694" r:id="rId112"/>
    <p:sldId id="1696" r:id="rId113"/>
    <p:sldId id="1691" r:id="rId114"/>
    <p:sldId id="1697" r:id="rId115"/>
    <p:sldId id="1692" r:id="rId116"/>
    <p:sldId id="1576" r:id="rId117"/>
    <p:sldId id="1701" r:id="rId118"/>
    <p:sldId id="1705" r:id="rId119"/>
    <p:sldId id="1702" r:id="rId120"/>
    <p:sldId id="1706" r:id="rId121"/>
    <p:sldId id="1703" r:id="rId122"/>
    <p:sldId id="1704" r:id="rId123"/>
    <p:sldId id="1707" r:id="rId124"/>
    <p:sldId id="1698" r:id="rId125"/>
    <p:sldId id="1708" r:id="rId126"/>
    <p:sldId id="1709" r:id="rId127"/>
    <p:sldId id="1710" r:id="rId128"/>
    <p:sldId id="1711" r:id="rId129"/>
    <p:sldId id="1712" r:id="rId130"/>
    <p:sldId id="1713" r:id="rId131"/>
    <p:sldId id="1714" r:id="rId132"/>
    <p:sldId id="1715" r:id="rId133"/>
    <p:sldId id="1716" r:id="rId134"/>
    <p:sldId id="1699" r:id="rId135"/>
    <p:sldId id="1577" r:id="rId136"/>
    <p:sldId id="1718" r:id="rId137"/>
    <p:sldId id="1719" r:id="rId138"/>
    <p:sldId id="1720" r:id="rId139"/>
    <p:sldId id="1717" r:id="rId140"/>
    <p:sldId id="1723" r:id="rId141"/>
    <p:sldId id="1721" r:id="rId142"/>
    <p:sldId id="1725" r:id="rId143"/>
    <p:sldId id="1726" r:id="rId144"/>
    <p:sldId id="1727" r:id="rId145"/>
    <p:sldId id="1728" r:id="rId146"/>
    <p:sldId id="1729" r:id="rId147"/>
    <p:sldId id="1724" r:id="rId148"/>
    <p:sldId id="1730" r:id="rId149"/>
    <p:sldId id="1731" r:id="rId150"/>
    <p:sldId id="1732" r:id="rId151"/>
    <p:sldId id="1733" r:id="rId152"/>
    <p:sldId id="1734" r:id="rId153"/>
    <p:sldId id="1722" r:id="rId154"/>
    <p:sldId id="1578" r:id="rId155"/>
    <p:sldId id="1739" r:id="rId156"/>
    <p:sldId id="1740" r:id="rId157"/>
    <p:sldId id="1735" r:id="rId158"/>
    <p:sldId id="1741" r:id="rId159"/>
    <p:sldId id="1743" r:id="rId160"/>
    <p:sldId id="1742" r:id="rId161"/>
    <p:sldId id="1744" r:id="rId162"/>
    <p:sldId id="1746" r:id="rId163"/>
    <p:sldId id="1736" r:id="rId164"/>
    <p:sldId id="1737" r:id="rId165"/>
    <p:sldId id="1738" r:id="rId166"/>
    <p:sldId id="1745" r:id="rId167"/>
    <p:sldId id="1579" r:id="rId168"/>
    <p:sldId id="1747" r:id="rId169"/>
    <p:sldId id="1751" r:id="rId170"/>
    <p:sldId id="1748" r:id="rId171"/>
    <p:sldId id="1757" r:id="rId172"/>
    <p:sldId id="1754" r:id="rId173"/>
    <p:sldId id="1755" r:id="rId174"/>
    <p:sldId id="1756" r:id="rId175"/>
    <p:sldId id="1752" r:id="rId176"/>
    <p:sldId id="1758" r:id="rId177"/>
    <p:sldId id="1759" r:id="rId178"/>
    <p:sldId id="1760" r:id="rId179"/>
    <p:sldId id="1749" r:id="rId180"/>
    <p:sldId id="1580" r:id="rId181"/>
    <p:sldId id="1767" r:id="rId182"/>
    <p:sldId id="1768" r:id="rId183"/>
    <p:sldId id="1769" r:id="rId184"/>
    <p:sldId id="1764" r:id="rId185"/>
    <p:sldId id="1770" r:id="rId186"/>
    <p:sldId id="1771" r:id="rId187"/>
    <p:sldId id="1761" r:id="rId188"/>
    <p:sldId id="1772" r:id="rId189"/>
    <p:sldId id="1776" r:id="rId190"/>
    <p:sldId id="1773" r:id="rId191"/>
    <p:sldId id="1774" r:id="rId192"/>
    <p:sldId id="1775" r:id="rId193"/>
    <p:sldId id="1762" r:id="rId194"/>
    <p:sldId id="1581" r:id="rId195"/>
    <p:sldId id="1784" r:id="rId196"/>
    <p:sldId id="1785" r:id="rId197"/>
    <p:sldId id="1781" r:id="rId198"/>
    <p:sldId id="1782" r:id="rId199"/>
    <p:sldId id="1783" r:id="rId200"/>
    <p:sldId id="1786" r:id="rId201"/>
    <p:sldId id="1791" r:id="rId202"/>
    <p:sldId id="1792" r:id="rId203"/>
    <p:sldId id="1787" r:id="rId204"/>
    <p:sldId id="1793" r:id="rId205"/>
    <p:sldId id="1794" r:id="rId206"/>
    <p:sldId id="1788" r:id="rId207"/>
    <p:sldId id="1789" r:id="rId208"/>
    <p:sldId id="1790" r:id="rId209"/>
    <p:sldId id="1780" r:id="rId210"/>
    <p:sldId id="1777" r:id="rId211"/>
    <p:sldId id="1798" r:id="rId212"/>
    <p:sldId id="1799" r:id="rId213"/>
    <p:sldId id="1800" r:id="rId214"/>
    <p:sldId id="1801" r:id="rId215"/>
    <p:sldId id="1795" r:id="rId216"/>
    <p:sldId id="1582" r:id="rId217"/>
    <p:sldId id="1807" r:id="rId218"/>
    <p:sldId id="1811" r:id="rId219"/>
    <p:sldId id="1808" r:id="rId220"/>
    <p:sldId id="1809" r:id="rId221"/>
    <p:sldId id="1810" r:id="rId222"/>
    <p:sldId id="1802" r:id="rId223"/>
    <p:sldId id="1812" r:id="rId224"/>
    <p:sldId id="1813" r:id="rId225"/>
    <p:sldId id="1814" r:id="rId226"/>
    <p:sldId id="1815" r:id="rId227"/>
    <p:sldId id="1816" r:id="rId228"/>
    <p:sldId id="1803" r:id="rId229"/>
    <p:sldId id="1817" r:id="rId230"/>
    <p:sldId id="1818" r:id="rId231"/>
    <p:sldId id="1819" r:id="rId232"/>
    <p:sldId id="1820" r:id="rId233"/>
    <p:sldId id="1583" r:id="rId234"/>
    <p:sldId id="1825" r:id="rId235"/>
    <p:sldId id="1821" r:id="rId236"/>
    <p:sldId id="1822" r:id="rId237"/>
    <p:sldId id="1823" r:id="rId238"/>
    <p:sldId id="1824" r:id="rId239"/>
    <p:sldId id="1826" r:id="rId240"/>
    <p:sldId id="1827" r:id="rId241"/>
    <p:sldId id="1568" r:id="rId242"/>
    <p:sldId id="1834" r:id="rId243"/>
    <p:sldId id="1828" r:id="rId244"/>
    <p:sldId id="1829" r:id="rId245"/>
    <p:sldId id="1835" r:id="rId246"/>
    <p:sldId id="1838" r:id="rId247"/>
    <p:sldId id="1836" r:id="rId248"/>
    <p:sldId id="1837" r:id="rId249"/>
    <p:sldId id="1830" r:id="rId250"/>
    <p:sldId id="1839" r:id="rId251"/>
    <p:sldId id="427" r:id="rId252"/>
  </p:sldIdLst>
  <p:sldSz cx="12192000" cy="6858000"/>
  <p:notesSz cx="6858000" cy="9144000"/>
  <p:embeddedFontLst>
    <p:embeddedFont>
      <p:font typeface="Cambria Math" panose="02040503050406030204" pitchFamily="18" charset="0"/>
      <p:regular r:id="rId2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font" Target="fonts/font1.fntdata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presProps" Target="presProps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viewProps" Target="viewProps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B5697764-FC8C-5240-90F6-2282DEC85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63F72E36-EBEB-AD6E-7755-9B944BB6B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5FDAC4EB-3F75-AC99-B9F4-E92D0F64D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479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070B5092-C526-987C-A8AD-F9A579D7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5B27AABD-F250-A0C8-2644-1B000CFF4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D8F7BE8D-1AFF-A292-4182-F807EAD64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8405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48EF2FE4-8ED9-E68D-90C2-98010B4DA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98E16077-F1CE-517F-2D3D-89F1843D34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FE9524A5-EA48-A243-DBD5-03B4BE1AC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303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10C35CF9-F281-EFAC-DE00-3B73587D3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C909B7D8-F10B-4795-1C2A-C74E8BDC4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44B3991B-F672-AE81-E41D-7E678F835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818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B5E9AA9A-142A-6E10-E6A7-0D872F52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31271D64-93CE-2486-69A1-2ABF1B10B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095786F8-6882-E109-A1D1-11A7AA13E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885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862BC17D-6624-D79E-292B-38760583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0B2F87FF-9F34-F69C-5078-2C9E1C3D7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0A342BF0-FCE4-ACCF-3722-836142448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1286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826943D7-A479-A811-EF06-B02967C6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C06101F3-5660-7B46-FD9A-78E52C5F3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4EA2D33D-2AB1-06C9-C32A-9D93DCB86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669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F58B0D1-17CD-2E53-993D-8A7E26BD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C88280-52D2-116E-9D3C-C9A2B10EF9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99177E-E340-3C88-6404-94A309C64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1454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F822F3A-77A2-86A2-95EF-80DCC88A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5C32076-9AA1-2C2B-761B-1D0A54B610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202E413-642F-A491-0468-651875686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5380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188C6C3-1374-E3D7-D98F-B2AE3B9DD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99E35BE-50EA-EA01-7E0F-11570749F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F5788D-6B0F-1969-00E6-F9BC99F2C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190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1108370-01D5-D287-796F-ADF68A01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AA292F7-2242-9766-DED0-26D740865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B7006D6-164E-E876-8D13-85C52E94D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0338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DE26C1B-DE3A-308A-57E7-A278CBCD5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35843B7-7257-F03E-3DA7-F9006DEE0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2060E0E-75DF-044F-C999-41F225268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257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BA56102-EAF2-5541-39EA-90FDB2CC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A12C762-C1BC-1C8C-FEF1-B43976EB21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21238CF-3FE1-7663-12B4-FF2E7CBC2A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42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03AED01-E3B5-162F-BF28-60B9239CA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5D2C441-FE14-F021-0354-3F1CD2E4A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D421C40-6D26-0FDB-1D8E-D5BF13FBB2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40966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438407D-E5F6-5931-11CD-082A4315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16DB8DA-FD09-EBDC-5C36-CBD08CBB5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739B894-48D9-A9AF-53E1-2037695CB1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10906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E8FFE2-B948-F600-6E30-727BE688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60CE86B-53AC-C3B4-E6CF-A64099903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D221ED9-ACC8-E04C-48E3-9B0F047ED2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9603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C531A7-59B8-C143-5DD5-A7F97AD2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7F218E9-516F-B15E-7538-22DA47477A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AF6FD2E-C63D-448E-8B32-192AEB419C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0904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9FD3FC9-B68B-C8AD-E3FE-73ED3AF5B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08EFA5-6A85-995D-56EE-E7A7F1477F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751C20D-CF1C-A059-9CAE-B8831A8519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70307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808FB14-0770-8853-F4AF-5A54A089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184EFCE-F5AD-BE2F-691E-49BD873568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BFA2804-0193-5749-AA12-B625847EA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140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076027-75DE-C8EE-7438-E4FC2E0BE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F3C3FB1-DD7D-0E96-CB91-A840A34816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E25ED54-F69F-270C-2ECA-254445D77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4829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3C277DE-76F8-C692-DADD-2B879D76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57063CF-B40C-DB11-626F-45EF7399C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861E44B-B006-C772-DE2F-F0FFC7EE5C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0515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D40074F-39C8-4F77-DBBE-5263138D3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9D505E1-CAA0-5B1A-EEE7-9B6F31610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8AAD235-BEC8-B08C-58BE-5018956864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86688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C0E7B80-5F8C-24EB-94E9-8404AE35D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0AA6E94-E345-B0F4-5D92-705C06D7E6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A8908F5-A4B0-0FD0-7809-A2F85BB2A8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95565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474A47-83DF-017F-9AF6-BF154317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03B49CF-70D3-BAEB-438D-ADAF9C84C2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20DE47-F4D9-790E-E1D8-049079C710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6087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299F794-97FD-302E-56AD-FD21B2DDD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03C73C9-E198-C15B-186E-4B921741E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4034C0-F810-8371-8559-5BD3BA63C8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2013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2A7F41B-7F35-2F0B-A24F-D9A1F1AF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836EF60-09DC-8D7E-8F9F-AED819B0B1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47E28D6-F3F1-5491-D523-9DFA0D993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5596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FD13DB3-2F2D-0E8B-7220-6BA5DA1E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13C83A-6E78-7F7C-1B3E-AA29282F1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E1A614-C0A8-012E-5F70-4D0A33DE8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36212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904CAF6-7DE2-401B-5AE4-C5B7C8B6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0716CA8-E1CD-D0ED-286F-1673EEDAC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3F854A9-C1CB-4FC4-1906-67236435F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75587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C48E34-2EC2-CCCA-B78D-4F4ADFE1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B0B3E80-3100-E9F2-8E08-9C1DC4EA32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1A0CEBA-779B-1BE4-7206-C833458323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9053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CA15763-D3D2-09AC-32DE-AA8AE9D04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89F3567-2C27-E8E3-95A2-AE006A748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20382C3-EDE1-7B57-A621-C7D952C806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2024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C1D8AA5-E85D-3330-7412-E01E702DE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AB76E0-B541-28A8-E1E5-3EF19419B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6F68D98-D868-A81B-6243-B1A174B35B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15099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ED977B-DF83-8C75-2DF0-20EF7AE4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7726DF8-0003-1AEE-13D1-EEA2D73F2D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6F11272-63A0-CF81-64ED-1C98826585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42163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F4D405C-3501-000E-958B-0A224AF1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9B5F058-F219-D7A5-2D62-FA83D2E0B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2AD79A9-5D30-C348-978E-B7B9285B74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50642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797BED7-91D8-AEB0-7859-430EC5B6A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EDDC8DE-0C58-29D5-AE40-1F91AE5E1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8B6DD21-2D58-9B74-03D4-F373D09C80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42596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A575865-12E9-4BB4-85E5-EF52A1C0B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4701B1D-A7CE-72A1-A55F-8AA60D8E74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EC45A0-9AC7-FF5F-6BE0-C67A7C0677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23907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C6C3202-35F2-C0CC-4799-A5E5174E2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267B863-E669-2388-D404-42372E498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C136751-F806-96BE-6B62-4CD03BD046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17354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F954C7-0E16-E4FA-C95F-2C7CC4F79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55A1391-62BD-5599-A395-7B8E6D815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917C1A2-3E29-46FA-C68D-544340A137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69039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90B3215-4DCB-42CC-4151-9AA8D2CE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D59D9FA-753A-D1C2-ACFF-D227D242DE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FF96C20-CC6D-08E8-93FB-877B652667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24176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E8BB0FD-F219-044B-AB81-80D0F2140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52653FF-3406-5D6D-E3CE-98A0BD9C9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6E26ADD-6093-BC2A-D1F9-81715F67B1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3991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11E8703-0BFC-54E1-89A8-44739377B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2656F84-73FD-D97E-F45B-40685A2A73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39C8CC3-D006-CB5E-405F-E12CFFA543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04529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BDE898-B64A-26F6-F6E1-5511FE8F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C9B5F78-276A-93C3-0C30-437D5D277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29A9C4A-AB36-1185-4C29-E6D49B0FF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38965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0850964-AAE8-64F5-4A2C-6EC329F5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DB491D-726A-01F3-281C-DFA98924E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31016D4-EC11-CB56-1521-D6C7AADEA8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8430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79D1685-E9B5-28DD-5D04-2EDDCC27B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8F2B148-891B-85BC-E4BC-7B3696F95B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0F76F93-A476-40F5-96CF-CCF613E72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24747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E3D9B1-DBDC-27A2-0130-23965E1A9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A3E0985-1B79-6E61-5669-E66F61B3E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9BFEDD1-2E9B-5A4B-F9EE-18B97D59FA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88297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223FCCA-2CB4-0A8E-C982-62082FC6F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E4E5F03-9E99-099E-32F1-DE3C8F1BB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CECDC0C-3433-254A-E472-40E867331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68725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367BCCB-510F-3B1F-A866-7CE02E8C0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46CAEC2-1D62-86CA-5C39-2201326C3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740B568-EB6F-B44E-9361-2A7F72FEF2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1095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2C9A342-27D5-C0BF-6E87-07A4AF35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BDF557C-F8BE-54F8-FFD2-6DFB809616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0251259-F76F-DA84-2AAD-CFFCADF03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1228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4C42956-7A87-6D41-4CF2-08669E04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C50036C-405B-23EA-7D66-94BB7CB91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A226A48-A38A-9323-3F6A-8E29CF8B7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0417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1F2A288-C851-381F-C5AF-F00A9C5E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C158EA4-7B13-F03A-3F90-B20EE80C1D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EFA968E-AA15-004A-32FD-D6C7C80D2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4199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B0BABE-19A4-3CA5-8AF6-2D8F8710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C58303-6F7C-4AB4-2F5A-CA494E6C38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EFEA67B-77A3-54DB-F3EE-70C3852B2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642587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8217B3-D66B-2F9C-ED19-84DE21FC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D50CA46-1DDF-ABC6-BB8F-0148F4499C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5B6D824-9E0F-9261-52CE-E0380B70A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66639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098D71F-341F-E6E9-A924-CCD0BCB5E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F7698B2-248A-FFB9-C7A5-530C054DF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7754882-C0FC-21DC-0256-02F0E327B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51983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D24DBB-C279-0472-F6D5-565F6091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E0CF9AE-2C44-7851-B212-B6423751A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50274A-C2BE-5389-4CD5-D6B546B6B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958505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A5F094D-0D18-4D77-EA65-EAE43EF8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C6EC2DC-C4CE-7125-2185-2E7FCEB2DB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F2CF46D-A3FB-50F1-FB7C-499AD66571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069202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650AB40-01B9-C49C-2162-AA24B7B6D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2C69B98-0453-7553-A368-4C7594AAA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EAB6CE5-6243-E906-1E1B-10153845B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4256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EBEBFC4-13AF-E1CB-3A0B-BD780C1BB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2B32F03-52E0-75E7-9DF3-5C0C93C624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3F15746-EB12-F61D-1ED1-532A7AB576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90686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5C5E60-3B95-1A25-E137-31C4FCC05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6E62190-C067-6C61-9455-BCB76206E7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BF25675-B533-02AB-3798-D54F1195B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77760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6F96FEB-39FF-E8DD-8AF7-6AB3BCA7A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1EBFAC5-2AC2-628E-6195-92742C7FBF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A31F1FA-419F-3955-D784-D5BB32144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81196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F5428E2-3BF0-2299-9D63-6D33DD83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9F24757-0C5C-DA9F-4982-8A436A617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29EAAB6-C7D0-F937-B71D-F67B26D05A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81694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6C5161A-819E-0551-A583-C4B402DB4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35EA91B-1290-E634-FB33-F99083865A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A04DCB7-C05C-5E28-587B-48E3AB67B0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835551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A06BABB-8065-3A7D-1B5D-524BC5E4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0223BBC-78C1-6429-1839-B8B5505159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68BCA48-F556-9AD8-0968-1879E9212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422756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B844652-12D1-F8C4-C9FA-C15796170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1286563-66C1-B8F6-685A-6AFBC2FDE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3372927-5227-F27F-3A58-8F9F0A1F83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900873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32BD0FC-935B-023C-42D0-8674C56DD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4CB33D8-11CC-8C05-4003-C1AB2820F3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456B1D0-B1F9-FB1F-5934-C53C8B58F0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456446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0164D39-9B2C-6523-D631-C206AAD90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CC1F807-B5CB-B0AD-76ED-698C21217B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DC35185-0BBA-80EF-A156-23D108697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094238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36A32DC-77D6-31C7-8464-D59FA4CA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AD692C0-9D54-B837-C406-4E7CDC8092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C8403F8-74F7-164D-D057-8E5848146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267194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1654E90-E07A-8021-8591-409BA728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4675686-69F9-6DDE-FD41-54FDDFB3A0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7766C6D-BA38-4E9B-1FD1-039CFA5AC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963871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B0D809B-ECF9-15EF-B4B7-05C68A03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4B06912-9C23-4AC9-B351-EEE1974DBB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A32DF74-5E38-703F-CAB0-1338EC50E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467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3FF6F2C-8841-B4D0-6D48-CCE3A6BA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9ECF6B9-0325-5487-64EA-862D62A744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8179BD8-6755-24D6-61FF-D5BAB3CF3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93175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5A87E2-7492-2CF5-5C58-0CFA661D9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B819FB5-C740-86B3-D0E0-08AFFDC6F0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C74289E-688E-0784-234F-88404C7B1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483598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1C50822-4B02-C8B8-2273-4E4DB9DE2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DB4A417-9627-4CFD-0D76-A24656A61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4C9ACD4-2FDA-1CBC-825A-BC8820CF61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967457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CF1EA52-93C5-39A8-A2EC-EB8706AC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6EE44AA-0BCB-DD7B-A683-F85CA4F59F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82F3878-F406-0A0A-D233-3487A960E9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52368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BBF5DFE-F8B2-EB96-D859-C36C4CA2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99CF0B7-33CE-CD89-3CEF-5DFB6D9D2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58FA31-BCA0-D822-5C12-1346B50BCE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359830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112FE8C-0A6E-F023-636C-A87E6710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89A5595-11E0-EADD-50A0-2ED5FD459C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98CDB38-0FF1-481E-0850-10990CD13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11314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1F6E7B4-7EEB-1DE6-54C9-93815C3B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2021742-33CB-5477-16B1-819CC0542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51B25E8-3C27-730A-D871-F4AC49031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382311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85ACFC4-38D5-0058-BB11-7DC35B32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74CD376-6ED7-BF41-7F48-11BF8CD1A8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2AB8AB2-C0B3-F594-C154-A2599D2724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345601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2D9315B-391B-B57D-6231-4EF9BA42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0623017-C71A-9871-8A84-E472B80144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7D26D85-3AAD-A579-4391-D0E6A5143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144208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5C9587E-F45E-5ACC-CA52-8A319D621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D628C3D-F025-5639-6AB5-966FB611C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D4B19A1-DBC5-7F8D-78F1-213566B8F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548832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6426F36-222F-D79C-83CF-4DCDEA113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CF8D747-C35C-87AA-99F9-9ECC91E0A7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2A81D0A-8706-0EC3-1EA2-36B1AE46E3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03458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3FF8FE-BBD5-8CFE-7165-F0E6417BC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03E52DA-2775-BB15-3419-8DDB75216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5564534-D188-B079-0FFA-3AEE49B37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28551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661984C-B509-BC2A-A2B5-9AE40110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57DE49-E37E-E928-20FF-709E3953E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4B54023-406F-BD21-0E80-E1676B55F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1405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D283F96-7A7A-2116-6D3C-A76E4C9E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1A0EBE1-C575-CB0E-2F45-2D3420173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104DCD6-E4A3-5EF8-8953-6C4063C70E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087376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D2391A-6D48-F92E-9B0E-755358F54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9EE2CF2-1F3A-C425-653A-B79B851303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AADF5F8-983C-6701-84A6-3CCCD2FB4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82910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6399EF2-E925-11BE-0A3C-D833D5839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39EA088-A493-E280-8D8D-E9FD4F64F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8C23AB0-39BF-6481-DCF4-2F72F6849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093865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26BD23-C9BA-56C9-0B2E-6DDB5D650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89BC8C-7703-A77E-38EA-A6291EFAC8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3B97A83-F4F0-F790-6DA2-1EB5C8002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517820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A8A0507-08C4-A544-3909-53A9AF30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73643D5-B3FA-2CA2-BBE3-7342508777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3C094F5-57EA-9FD1-F2A2-57AC108B2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50527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8324339-41FF-BAED-1030-151EF302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58BAA34-5BED-D698-6616-2A1071309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F62B811-F873-6C31-8F4C-3ED97BBD3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554737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18EDB35-EE49-4BB0-D557-F258A883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6B928B6-D3FC-E806-B1D5-2AA5CBF3F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AC88240-8917-0DB9-8DE6-F36F72D05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2190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641BF58-3D78-57A6-06CE-2CB5E3F0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3C16912-786E-0594-6D84-340208A11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96A4B1B-7A7F-1846-C1C3-1F2E51AC77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547335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1CB16B8-CADF-B44A-9A20-7F8F3D2E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4F319FE-564C-BF3B-9FA3-B885464D90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B2CB32C-D7C6-7881-C80D-5F977D62E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468622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C6A9192-3618-F0BC-1ED7-ECC1D0EF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9AED149-6369-FA23-B43B-081FCB21E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A56918D-8FBD-72BC-84C8-71A07C603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097588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8DECEA-DA6B-1DBE-24FB-D98B09565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F9FFC8A-C9DB-3288-4CBF-015A07615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34B9DD-B52C-DAE3-EDFB-3628629A8E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55677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F6C328D-FE29-9FFC-64D6-4EB2EE3FC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46F2029-7469-41D3-7EC8-2470BF87CB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A2EB2DF-E236-5AAD-68E8-C5A9BD22AA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09730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19BF29-66CF-9608-7F89-4B21FAAFD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9F2DA76-80F5-257D-6B11-42A2E89C1E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4D9A063-20EB-3A7F-3A8A-60394A7B2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699129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888E8DA-21E1-572B-1600-90474DC6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555D55-D88E-B8A0-4087-7EABC08FAB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212085D-9E8A-C6E3-7826-EC2408780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44997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37929FF-7FEE-0C96-BFD0-5D1634CEA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1C5500E-C04F-C80F-CB88-2FE94688F0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2E5E3C2-B66B-7485-33BB-B70E667C4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42320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50C2A84-5EB7-4F6B-2CBB-4CA65744D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E07B241-B423-C054-DDB8-3F73F8BD2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4C3CDC8-359F-BCDB-DE24-78DE205CC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325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341A5BB-1D1C-0499-58FC-2217D71C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98B1339-8230-B52F-FAC3-047585B18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05BCF17-9913-F09B-7F45-48AB79E60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771348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583658B-E479-7CB5-130F-C94D1743E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8C1B0D9-4877-AB23-A217-98EA23497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9E4DA97-3527-3E29-06CE-1216FF8E1B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240750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B76A96-A4E3-7114-7781-6A17A453A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121BAE7-4C6D-98C0-0C98-816D3E15A1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835D173-AB4B-9148-DB90-3A2517404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930078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705B436-B66D-1991-C685-47A008E7E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149CDF-4D33-42C0-6E4E-A54D25E260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D01877E-D8A9-FCD9-CBE5-BCD8EB8B5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49722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9DBE8DD-AC75-AA2F-C082-8BCC93F05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CB2DEEC-71C6-45B7-FC3F-A5FFE5246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97B447C-83A9-DD7F-F22F-B3FA2A3A2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320408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670E72F-F426-2360-9B2F-83AB0862D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B218587-0E47-B9D4-7702-ABA06E02E2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A7BF70B-C7BA-6820-6326-2D56E7274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36428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D7D190-7C19-E09F-750A-CC40157CB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4DFC98A-65CB-DC69-F3A2-6959BA78E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2CFE7E-8594-62D1-159C-225C3AE91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5506349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ACD6EA-0C7D-AB45-51F6-61F9CBB8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35E720-6593-1851-7D76-AEB3AC0FCF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E523252-366C-BF60-188A-CD3C319151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170190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FB7128-7D7D-0AEE-7E39-0BA80FB97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4F39689-9860-DEE9-0429-FD0542D3A5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A06F51-6E0F-32A5-12CA-37BABF311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38690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D153C5-6924-6B34-32B5-2DE468A8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20D107B-ED32-CE82-1A62-FF27C8D0AB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DB71E01-5794-ACC1-6687-001A2D0087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39834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1470065-E160-1D51-580F-514F9D45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9E17691-3A92-6648-2C94-770D4E8293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B6C67BE-E8FF-C718-88C0-84111322B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228719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6244F0C-1A8D-EDA8-2A07-08B8832F0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F68790-56C3-0299-9114-D5BA3BFBE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368EE4-2B21-533F-3CA6-5D7D3A939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23112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56D8111-7BDD-9DC8-93BD-894433EFA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A28376D-5F7F-6015-BA92-361DE8979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EEA3A9C-E93B-50D5-2227-D4DC56F079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0174623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1B17CE1-67FF-0190-716E-F2F0048A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A8CD688-3661-B5DD-756F-B65962D92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3AC8E35-B0A9-EA4A-0887-8FB51B6AB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752385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9447056-C515-6C7F-506B-344AB85DF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BD7C6B-A12B-FD7B-93C5-F7A0C13D4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C88FD63-A170-DFE1-2869-33D33C19E3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368409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F26212D-8EA0-BF8E-6F48-B26C4EA3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1F30C2C-02D9-E3B6-500E-2413B90FD1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6B622FA-8B2B-75C7-378E-07120C08C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4590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58E30E-4219-CA07-312E-0C64F449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5A0F930-8143-3D9D-082A-47AB6A770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50F1E5F-9D28-280F-E691-AD1722881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484245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5BBFAF-232A-95E7-A2A8-F1ADAD5F5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1D0956D-008C-86EE-5308-636C00F978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1435224-5243-4A2A-A8C8-E4149141C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569127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9CEC04B-67B8-E296-FFDA-48406E53E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2DE5A8E-5A98-5F37-45C3-1A95B0A54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FA46E17-9829-0A7E-9B73-7D1932463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591359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16F4C04-8B08-99EB-FCA9-2A9E014F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AAF468-10D1-D4D3-0AD7-4B0938A1CB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9FBC409-EF69-6767-B78D-0F9090567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496829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6CF66B7-4A3C-EE33-D7EC-E8A653D0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A97EEE8-7DDC-4312-CE1B-65F7317F0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4AD572E-AED4-6EA7-AA9C-C117484FD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988443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5A0833F-CE68-6369-94DC-BB916B198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D81CA85-6D88-0827-EE44-147962EA92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F368C47-88FC-3ED1-4DF4-8D160D99A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5478675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F7D557A-9279-E617-2BC4-5B7BA001B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1C42073-F622-0D0F-8AA0-61506FC09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97C042A-5B0C-9D8F-DEFE-C3B0DB29A0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226343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9D6F656-DB5B-98E7-2D11-FEDC86D7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8A6BC0B-C02F-7155-940A-01F2F5A23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ACC0F3C-1535-2BD6-E39D-AAB15CA59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438456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61902D7-8813-1A3D-09C9-B05579CC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3F6411F-EC02-5C9C-3B85-ED3709BC5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788B8C7-C7D2-1038-1BDE-94D811098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6636997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0DA7438-A05A-551B-00F0-CF1DA4EA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B72FC2C-F383-07CD-C6BB-C6BF9E8F8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5A3C43C-1D5B-0593-864A-20F4D3CD91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433638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F945619-B934-A0BD-570D-F032549B4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ADFAED1-354E-A74E-1803-90FBBF8E0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6E489A-B82C-A646-68CF-D384344CF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47972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C5C3A67-074D-51E8-6D57-C2F7A0EA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1E707D-F759-A49A-6D04-BC28A7633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A895EBD-8ABD-488E-9DCD-28D4BE578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9988968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41468FE-DEC9-739E-0A79-47E4169BA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1DC22CB-CE35-368F-D609-403E984E9C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BB48F4A-2987-72A1-8CC7-673D5DD99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723366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A80EA17-3618-1211-8955-05B804656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9B3AA4-8AF3-CD24-A086-27713DE1E1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B2059E-D75D-8B33-A89C-53BE0FA9A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87678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1DF6C9-AA59-794E-2E74-A49AB8C5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FF97E3D-26D4-FAA1-B514-17E8A28D1A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5C02F87-496B-94A7-BF71-68F724B6F3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6892397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4297EC3-EFAC-8101-4BAF-FB67952BE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D5293D2-C400-708E-ACA5-DA8ADD3AD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716C61F-9067-9D83-A2C9-E083C4FDD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2780888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7E7C2C2-2BC3-6765-2465-A9016CEB6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1E0E9A7-C43F-986C-F45C-A97A5DB88D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7767589-489A-CE58-8E10-0D9DF53D35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280926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3BD3312-F1E1-A6FF-B0E7-93145330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CBB04E-56DF-4ED4-C736-5EEE85F72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D07E459-1E0D-09B8-447E-2D22556E72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383835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FAAB257-6359-367E-550F-43943346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DD8170E-8CB0-4BB9-B567-19BBA9D3D0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B4BAAA8-057C-636C-7939-7D4D9D61BD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43518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C1E848A-E0E5-1DF7-5754-50FFEB86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59794D-935F-A05C-EA13-FAF9C9F7D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C7FB98-35CF-CD6E-4E8B-D172E6D307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990208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B52FCBF-5F13-8EBA-416F-551F7027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A64986F-371B-59D8-2BCA-93ADF27A2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FA0BA83-E842-E54B-1723-94D022470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490131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DDD0BF-0D25-9CB9-21D4-DA9CCF79B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D43099-3979-DBA8-E2FC-FEEEBE862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1760CA0-AC02-BF80-1633-D102E43982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835214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A17F3A4-C553-4779-3AD0-98698D1E8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C5854C8-3BA8-A613-2AED-B259AAB3AA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1F840DF-1287-B7E7-469E-6D890BB0CD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3700815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66E81FD-B7F3-9ECA-A066-D764EF3A2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18B2B7-19F7-7830-4EA1-C12AD481C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7907ED-7874-C22A-1048-7E454D6C5E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87207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39579A-BF91-2B50-D4A9-E942C003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BF8971C-56C4-6DC1-0CD9-018D46496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6C9F346-ABF5-53CE-1599-7619121D8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4114008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47A14C2-3491-7A1A-3603-DD68F18C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62FE8E-42F6-426D-7869-BD9799CA2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3EF6B9B-839D-A24D-DDDF-6A0D1CC49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919437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7AFE77B-F31D-5902-FEC3-FAF461ED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AF6AD4C-E7F1-4EB3-EF9D-C09967619D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F8DA470-650B-5FE7-3B2C-25217D4F6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4787642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5C21A52-C5A6-8C78-2FE3-AD5F6EBE1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81B3993-2C03-5AB4-C935-658193330C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4DEE67-3B46-F44E-36A1-99298D257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091558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34E0FF8-EF80-21F9-C37D-E8466D57C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72CAADB-AB95-91D8-70B1-AB80C4AB8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5456C0F-261C-A474-5051-BF5235D461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890288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9B365FA-6631-D286-3F82-FAA31CBF2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639CB6-9320-7117-7ACA-DCC1124EFC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A84798-EE33-9DC8-ABF0-C8D9BE02FF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282784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F8E5DFE-F9A9-FFD1-2D2A-43AA0AEC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B383E2A-9D0D-C096-4FAB-1C2004800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068BDEE-13F3-5A29-6BBA-EE3F6D9B5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426697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B51D74E-5664-AABB-A3D3-9FE14A0A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C451E0-0076-FC4F-B031-2F06240AB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94982EC-F5A3-FA9B-7037-B700BEF3F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5484155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2E2F0AD-A8D7-445C-F0CE-DFF795171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5AB7BE-14FC-9155-8A9B-91B02B146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B16D3F-BEEF-DD40-C958-763FA61DB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441947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427F450-0945-E2C4-4E60-126A0AC5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EE0BFD2-AD46-60C6-6B67-FE27316DC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68BBD3B-0CF4-5BA9-0DBD-48A579A54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253309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978ACAD-E696-D16D-EDE4-7F1668F4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FBBC053-12CE-4EC2-7D3E-2A6F5311C4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D3A55C4-324B-CEB7-23D8-401EC128E5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2046758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98C8E50-00B0-7BBD-EF59-EDB7AA26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A34D0CA-BBE3-2069-6922-3711B2D4B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A6E9C92-0744-736C-482C-212B4B0F92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3288235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9A932A9-2015-FA18-3851-9C3ACEADC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152334D-A228-C3CB-3F85-31A4482B22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75649E-3108-74C9-C163-230BBF73C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19910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3478012-B1D5-9851-2AF7-39970C202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8499312-B08D-50A8-11A2-2C77CE75F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84F6179-ED8E-19D2-D49A-C5A7F8C122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042665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814F770-2158-0DA9-E356-8CD19CB7C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CB6E223-84F8-DA6E-A2F6-1B317587D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A839188-21EA-B153-E7CD-C8398B51A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246387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CA2475-FA75-1A07-E43F-EFF72EC2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DD8120F-62D0-40FB-3A8D-7EE0F18CF0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B3FADE9-83EA-A6E8-0A25-3619FCCF2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276829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606EDF3-A445-DD36-F772-1BD0D7B4D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4EC3DD9-A55E-2990-AB39-2BCDF6253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0F929FD-6E6C-2543-3918-223C17E10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387652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62A6AB8-7207-C772-7F5F-91CAD9D84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CD4504C-EAA7-6D7D-C618-7A0908D703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49AD54E-DAE3-D03F-3223-40C8804B96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3277815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B71C28-788A-85D9-BA85-501AC81D5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1901797-915C-245A-820A-C50E9E54A0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D980B80-6D22-5295-2822-83409666B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1971213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C061C7E-0319-2817-93EB-10B2D01C1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40A0199-3FC1-95B5-ABA4-F00F19D18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51C9B69-B5A8-08CC-F9DA-E72413CEB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097343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71E14F0-852E-62E8-35FF-B55888D8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54111B6-9BB1-31E2-F1BA-67F84D6A6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8E89091-8E29-0A7E-C253-0E0D19AC85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606696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F3D318A-A1E8-785D-83AF-DF624B9D9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5293049-D62C-7A12-80B6-A7F7E158A2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3A597FF-ACCE-D3B6-A03B-EDEFAC4D1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6774734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E094613-1EF6-556A-B703-A7081455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62AED41-EC53-13BC-3BBB-4A632E5AB2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8C502BF-C14F-38C8-6918-0398BD86B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237284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53D64B-8AC9-FAE1-75C5-E2185EB8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E6E16D-5A09-282C-4A62-08D7B870F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6BA6A5-CD94-7412-C319-481F7E2A39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5180715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6F7DE79-7EDE-C16E-AD1F-7E6F41C9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D4B05C0-A4A3-9FC0-956A-7395F8585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DFB7B2-85D3-6072-F551-BD5A6868A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1254772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88E0090-1128-B6C6-8F8C-D25B39332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48D4EED-047F-2F7F-7060-D363B4CAED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BDBB284-5885-C6C9-235E-F55F7922DC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575006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C1188CB-7427-2957-1FEC-AA72D198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CD08C03-65FD-F514-6221-E54804C351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3FBCDFF-CC80-007E-A6BC-3C1B5B219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2632097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7B7735F-50C2-2EFA-CC40-CDC2537A3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4EF6BA2-AD25-C4A7-8B78-613C74575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DF85198-BA42-E17C-EBA7-3B246519B9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45393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CDC3A37-0C1F-1D99-606B-81E29E3B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25CA68B-7B7F-30E9-99F7-5B46F2B625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A847EBD-C363-B40C-A52A-888EE32FB5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314537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86B4520-E8FC-F913-63BF-386F91A5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0BC4FD1-97B7-B1DC-2E3C-D3B6072CC5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86BBBAD-6ED8-A944-4090-FC177ADA1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1141143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C8B1C2A-D583-2899-6608-09C206C58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CF74C1D-5439-009A-D442-90697AE2A1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892871C-1385-52DC-267D-C6D0DC8AD2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5250369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91CC0A6-F28F-79B7-239A-EF4E0345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6E4EB34-8361-D295-9A57-01451BF148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7BE7B8A-A470-BF07-621B-A01FC5C9F5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4676224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6385592-F239-970E-B2CC-949449EA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565026-15C3-D1EC-89F4-29986D9CD7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26C3271-FF24-DA4F-AD04-43761F7F9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152443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1C84E3E-1287-4036-F197-E8E1DCF3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2C15359-7CD6-40E2-F3B3-7585DF11CB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FB29AB-A8DB-AE6F-EC16-62906A9A6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2756939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82973CE-93F6-5586-3F6F-77F06C77A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21335B4-6427-4689-BA5A-AF635B698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AF97A45-5C22-337E-12A8-92C2A9F82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6349763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1AF3ED7-5CFA-EB4D-7EEB-EB7CD097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A252E3-CDB1-A74A-6E15-004E57390C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105BA56-3818-1655-7FE3-F56799849A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52325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476FDAF-65D8-E85F-692E-7D0D8D97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F2872C-AD61-A71B-CB17-DB1170D329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4C68A73-B77D-DD9C-C251-F0CA7E72B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584482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0398BBE-0A8D-0A26-DCC7-6ABE358C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CF85E1A-1C97-AA07-DB4C-64A8C5B2A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FA9B531-E9C3-C0FE-7200-E86434FF23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3178996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AF8A9B-CA1F-6C7D-3B78-9BC58A8A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F8A0520-975C-FFA4-B4B2-5F8B58D34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D9C983E-4BF5-1B28-9B47-CBBB7084D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0655058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626B2F2-48FF-1AF6-F271-B4011E397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8E8C0FB-B7E1-9E56-D304-4858ADF2F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BB97D21-1065-F0E3-8843-9B4346E01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0944594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FA5B51B-C5A7-0EED-9F68-12C7C3AC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F379C7E-F938-70AE-0BE0-4F87897E5D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7E1E03E-8DC0-C41D-0F0C-C0C78CDA4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6801238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A42681C-0E9B-AEBA-E7D7-C0A3376F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36A4B1-536A-B773-0EBF-3EBC51815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1AD801-322B-ABD1-76AC-9613C4AF7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4926572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DA06916-1C5D-5F7B-54C6-5319A664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5A629EC-73A4-BEBF-DF1E-C6108EC9B7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CA85DC4-1ABF-2575-43F5-BE5525A0A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7076033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F4A6CF8-9896-FF6C-EADD-B27E270A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B0826D-3B4F-9031-AC34-8A5370A035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F7EACEB-520C-DC9E-B61D-F7ACF1072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013078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4CB21E9-FE37-D0DF-9F3C-3CA939AD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417566-5A1A-6DA5-FD9A-2D1105663C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5575B33-EE7C-E7AB-1F7F-6091E88E3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851083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7DB1256-2C2D-D23A-4441-8EDB4553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3F86BD3-3F0E-6CC8-934E-95BA0F984E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A34D5E2-F8AE-3CD5-08BA-42373710B9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804458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2FBC53-CC48-EB70-7984-16041FFAF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C6155CF-C2B3-A4ED-D187-C2B6822B3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8C92C29-5091-8888-FCBB-85BB2EA4A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522958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AA2CDE-BE9F-C09E-0657-97C88BB8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7645AE-8D98-7FA8-C3C7-258E40B9C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AEFF5F6-9236-79A4-4C44-51ACC0239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432166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F111A6D-34A8-A173-1710-C5C5644AD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41B37A9-1ED5-1185-5C62-BBEC9631B3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5F4170E-20C3-00B3-11E1-3F919D398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0742777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23625C-3678-AB7E-5C54-CA8CCEE25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092B64-13F6-CE37-941E-9F906376E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B0E907-FB25-196C-95B7-57A65EC75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9379966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5FC22F2-BFE1-6F81-6C96-94E0D88DD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95EB703-F49B-2794-630A-759E405512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83B57D6-BC42-E29D-25D6-648129E1F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9853072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65D7EE7-990C-7042-D356-E9DF2100A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4E9C6F3-E1EA-2548-C996-CD658E4E9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B0462D5-C03B-A6C3-C6CD-066598158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2486817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0883987-BD3F-EBB2-4A75-3C360F685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6E78A45-2DF3-A495-F331-6044FEEFB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D12CBCF-8439-7EBE-B3F4-2F77E0A819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5789072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CE4BF4-A0B8-939F-E2A6-FE2297CD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B2C4E7C-4B5D-3AA5-6406-84FB6E8787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507B93-95B1-F648-6304-E8F1D35A4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202628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C21515-BFCE-84DE-529C-77BBFC230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6E711F-2B0F-4972-164A-0D1220A6E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3731707-193F-288D-8434-D97F799860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599966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AEF5209-C63C-F8A2-F85D-C854AAB8A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70AD0C7-B15D-A2E8-2EC2-C01AFE9051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2659887-ECD1-7F0E-A0B3-B174306A3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400973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9C90231-38E3-E4A9-6734-98E2E660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7635326-4F7E-7A78-1A83-5A5CF74446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1151B12-7451-A68E-11E4-3ECF2D8D7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85742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E5A8CBE-3CF5-DAA4-6015-8E31D411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6ADCB3F-7CDA-0D53-ADBE-AC111AA64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C788583-B0C1-D1EA-CC5A-E3C2636FA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438026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6525826-F1D6-C5D8-9DA4-60A888EA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592689-2060-3FD8-EC29-255066FCA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0E6F525-6361-A47A-8228-238DBC58EE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3626643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5604DCF-78E1-625A-D7F0-EC219E2F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6D5662-E082-93D1-450E-2C5C0B558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17B1EF0-BB3C-76A4-A8CE-A5BFE8AED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654522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2E87ED2-6CDA-87E5-3EEC-D96FFB10D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57CAE5A-0389-3BE4-0C6B-8CAF3A79E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BF98947-61AC-E292-B370-53C4DE6DB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016256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5C67F2C-8524-5590-0B54-BFD4E05F9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3946E05-8508-7EBC-832A-CC50878E7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0126C0E-B08B-8F31-A1AF-F05415C0E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5445872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7CC9925-8E38-B516-E2BA-3C6A1820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FFE0DAC-E50A-545C-88E4-5B2B9E730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B055F8-EB48-1CD4-9147-FF4C913FB2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5908046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FA761EE-8CF2-B2CE-83A0-5F474D718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7CDA372-64B7-F69D-16A3-5257F6425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4D64FF3-81FD-50B0-5D42-F93793A862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762259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5682B57-71B8-3C76-79FC-744BB387A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9795D3-894F-E887-A840-66F1DFDAD5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67E2751-8A14-BE8C-C0B9-284BA3FC70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379446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9AD7C19-D5AB-13BF-A47E-46E7DF10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EF1F500-BE07-40B4-5917-D724129FF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947CB95-1A75-68E6-E2C6-640EB2D97D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58072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AE84114-15FD-6ADB-8397-2652A7831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E88D45F-B4FF-D083-2D1C-4A5A7CA4E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1B67F9D-127F-CB2B-21F3-60B81C58F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2841850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0361862-7D16-067F-5D78-C0DCAEB8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E0F35FD-6BB2-4002-E61E-DA4C4C933F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C030DD2-FEB3-A3AF-1023-1EFD1DCF8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8160575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2A9362A-DF9D-1929-6FEC-B00835A4F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D49F3BC-BB46-9955-0B6B-BE2339DDA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AD2F12-9149-01FA-2E6D-9794A62568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1860126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798E9AB-1CA8-3A8E-1D17-627482677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FD33E29-2AB2-8EEF-E09D-A1A05349F0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0701EF8-A9F5-29E5-58A0-CB8F364EB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657290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D8B87EE-216C-75FE-1758-1136BF34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48A907C-3378-53F1-09ED-F6F057F923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F7A386-A86E-DEEC-5DAB-B55EE3652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2645760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5BB045A-783A-2C98-BEB0-44D52D077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98FB893-FA32-CEE1-3575-1C05A1C95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EBCFE2C-B870-C5F9-E3D9-D56BBD4AA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0125984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38CE7C5-2FF1-0F08-E811-FF37D717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D55892-29AA-AD42-32AC-1832C63EC8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0525E08-AA6A-1AFE-F86E-9CADA1E827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3917168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3A57250-8E53-3010-0F48-19359088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45F843-BF01-6AF9-2F15-35CBC469E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9A5AB93-9C85-ECA3-8AB6-92BE754C9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249380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DE18EFC-9F2E-1816-005B-04007EBC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8EB07EE-9225-17F5-2B68-5F8AF6CA17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8171230-CF70-A2D8-B8B1-51D984314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366119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DC31EA-70DC-4A1C-243B-FC560EC4B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45DC2E2-9944-20E4-00EE-69FED2FAD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55C0D2D-8DBD-C45D-7B07-9197FACAF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217294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0163005-3EF5-96AE-966D-BD352B5C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E0E9B94-FFDB-375B-175E-6ADF2CFFDA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9706320-3286-AE0E-1746-399DED7DB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3834310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AE073FC-4448-F824-387E-8C9D38DE9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4250B2-9BDD-9CC8-16E7-03B00CC147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90B1714-1454-8D16-5942-34E1340F8A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3275378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B0D8926-E010-B3DF-08A2-D39F11CB9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693F324-DE0B-0236-E3EF-DE7E4ECE9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EA1E373-11E2-6EE6-601A-245DCA97AC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72054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DB8094-DE4E-37FB-9E57-8508F0B1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3CC2FF4-CA1E-DF87-102D-515D87F8C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465992F-8B96-F48B-CA24-ED214DCA96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8368435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A019872-860B-4B13-9880-ED83158DC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4D50560-E7DD-BD4A-81A4-4D59041EA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923FEB2-E50C-C704-71CA-26516B28F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415572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69BA709-0CDF-FB51-53EF-F33A9319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0D4FE1C-0ED8-EA23-92EE-0B2563590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E8FB827-A978-56A0-8342-298F85610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20916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CCA0AA-B8B2-1BBB-64DE-E8E745DE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6958EAB-4A95-B9EF-1150-B13DD485A3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DDF2F49-C7B7-66FA-58A6-A85D1CA0E7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246233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45319FA-7BE9-92AA-E5E1-F2765A3A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BB7E047-16DA-0EA0-99C6-998661251D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D4FB150-8881-6C2B-3A77-209B7FCD5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0545593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88F4796-96CE-2951-965E-18EB5B56B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8EBE216-8061-CC77-2BF9-D89A48F0A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0FAC2CF-6768-C5C7-7E4B-78E96267B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308815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159A229-FEFC-7040-441B-70881B7A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0320C38-932E-7DBC-E2E7-D19DC929CD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9F08B6-8797-9A43-6969-0CDD9A35A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919247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85C675-111E-33F6-3A9F-49D99F60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0891F0F-6EDA-07DE-0EB8-3E55124C4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B83BD81-3EC4-D7A4-69BC-45FB3963F5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244111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B67E5EE-CCB7-2268-4159-8AE48621D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D23B592-37C3-7972-840B-5816F23737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3521EA5-B2C3-A077-0ACC-7A2209A690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0526589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7294209-40EB-B21B-3F63-7FED81747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F48BBDD-F7BE-216C-ABFF-155C1A0CA1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32F49AD-B5E9-345E-31A6-E8D8BFCC7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4776523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ADC415F-3706-0FF0-AF82-8C49E0452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DDD1C3-E5A1-2617-2CD9-3864FFE3C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E0F7936-04B7-DF90-0683-6A4E75229D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343569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52EB481-86AA-7A3F-1BF7-6CF8188C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4D4F410-CEDE-47E0-3127-714DF8EF9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04FA38-5301-3243-9E84-B6E9FB9215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0113509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02CE01F-8E0B-9CC2-6D37-12407D31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619E5C3-EC22-9811-E754-021E53346B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998C52F-4EE5-2C8C-440E-669C2581E5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5564346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60ADBB2-234D-9593-6115-DD787C72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CEB1FD2-61D3-668F-A93A-38604428D8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1DC08BD-3067-CCD1-2492-2CB51B64DE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812845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F53D69-007F-90FD-D9A6-DF406C16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AC250EC-4218-6A50-289F-33D9ED3CA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3FAE38F-455B-0DA8-8E61-F3F0ECBB30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59642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2C57F5D-786A-A7F6-E309-4FC52D6D7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978DD24-D24C-32C0-7247-7245D1517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283E1CD-ED01-E0AE-3DCA-4095CEC5AD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6511153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BC09C1-7D06-F45F-67A2-7F5F5B131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70D3F6E-CFC6-FAD0-3227-C9B90D11C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DA237D-0408-612B-F4EB-A305382EB1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2478197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3A00DF5-769F-296F-09DD-2721FAD0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5C405CC-82FA-EDDB-90D8-75AC58488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B6317D-580C-D740-81A1-ACD3E9ABC5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6356763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105C3C-9A7E-9CFA-F52E-DFA68B709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EEA5F3A-147C-FA48-FC31-18D4564CE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198F01E-A639-8550-6E6B-67C08CC7E3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4991565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209F68-F48C-BAFA-410E-DE0ED370F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BEA04A9-1D38-D850-00E7-D15D408A2C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BD8658-32DD-C48A-543C-EF8C103467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203428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005D654-FCC9-E4C8-F579-D06F3F69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4E202F1-E71D-E8D1-D626-C2B0C51D2F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4E5998B-B227-2D91-078C-3986497C0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0421064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A509254-3CD9-E64A-9E55-47D7E411D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17B2E6F-553B-958D-F362-A399D9474D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0631105-F180-D8F7-9D5E-A2B35B696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937155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87AB916-CCF5-3474-7CAA-359E545C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B558D14-F1E1-EBA8-68D7-7EE6EC6BEC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4F66686-5B0F-C6D5-7CEB-C10BEA942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0317650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5B78E47-03E7-4422-9A53-065E08419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D0C8CCF-BD40-2E56-7D8D-5AF1CE012F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5361C97-4A4D-87FF-29A6-03E78ADB80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9611993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827C37A-1D59-BD88-38F0-8BEE8C6A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685F66A-CC62-9265-46E7-3C06462B5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FC3C01-C686-E8BC-9971-2D41A830A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3264602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6975141-E82D-0696-1FFA-2202DFA4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0BD9AC2-09D8-61FE-B57A-8CA3F553F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8587087-46D3-B028-2149-9B346C0A4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684672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CCF2000-55F9-39EA-50AA-96B946FD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695AF7-15F9-CEFD-D8FB-A8BA5E8CFB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434D603-86E8-4121-AF06-1AC14A681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291395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9349BDD-D6B7-D182-E790-E4F127DEA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526A13-66ED-ACD2-E6B8-11DCE166F0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401260F-B697-F6BA-9949-F732AF23B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5087773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5A74A4-474E-AC88-5BB1-C04C6CE2C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485775D-2971-538E-BBA7-57DC41260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A92554-AA72-683F-DA17-632642A285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918702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2840D64-B8C2-66C0-B31F-CBF404E22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A6FB9DE-BB77-FFDC-71EC-BEC1D9EB0A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34F8A6F-FEC9-30B5-1FFD-AE04F1C9C4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147953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DDFB2C9-3958-7B64-0337-6BFD60C97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2AC08FD-2758-D02A-ABB0-184D22C14F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BB0026B-AA52-2752-1663-0C77D74A6B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165824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0F54A14-0896-AE43-461C-AFFDF36B2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CF9A20C-E4A2-A1E7-BCD1-BE18926482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966E12-4D96-72B1-D33D-34F293B1B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269376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933097-D736-F33F-2102-8A1A8324C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201320-5A57-5F65-F319-E19AA90BD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FAD8C5-C542-F1EA-E184-A0D6B394B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5229769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482DDEE-1C29-AFA9-8803-DCC1FB32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C380FD3-1F94-9183-3B5D-E20A248594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DDDB242-893C-9C9E-7322-674B23BF37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870572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8.png"/><Relationship Id="rId9" Type="http://schemas.openxmlformats.org/officeDocument/2006/relationships/image" Target="../media/image6.png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8.png"/><Relationship Id="rId9" Type="http://schemas.openxmlformats.org/officeDocument/2006/relationships/image" Target="../media/image6.png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8.png"/><Relationship Id="rId9" Type="http://schemas.openxmlformats.org/officeDocument/2006/relationships/image" Target="../media/image6.png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8.png"/><Relationship Id="rId9" Type="http://schemas.openxmlformats.org/officeDocument/2006/relationships/image" Target="../media/image6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8.png"/><Relationship Id="rId9" Type="http://schemas.openxmlformats.org/officeDocument/2006/relationships/image" Target="../media/image6.pn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0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6: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The 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sz="3000" dirty="0"/>
              <a:t> Module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907028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November 2025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AF0FCFE3-F53F-1F10-DB17-53453D955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E338D5AB-3BCE-1D17-D4C1-EB790F42F0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389FB70-0BAD-05B0-9E1C-55482FB62D1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69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1D7738DF-E729-5217-58C1-82062CAA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29641FF2-D1D7-020B-6CFC-37D0BDCE36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69CE08B1-01A9-D286-4198-181469529195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6: The NumPy Module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B1F6B49-4BED-8690-A0DB-A95BD7DC155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452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7FB09755-331E-404B-2615-DDA380BE4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A52662DE-3029-A925-DD07-88D14176B7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746EC96D-EF35-00E0-21BC-A66DCC7BABBB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6: The NumPy Module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NumPy?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59C25B3-AAF5-9D1B-6420-53CA70117A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63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9C4228A0-2845-CA6C-AF3F-2003DEF3A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E740B213-63F4-7FBB-7B0B-80B77523F8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29A6C811-904A-8E21-6B51-2CC1C35FF268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6: The NumPy Module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NumPy?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 vs Lists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4F4B18-6A21-12AA-B60C-F9AE4D5F0F0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85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8894D9AE-85F7-15F8-C52C-30F017019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908B5C0B-4800-CCEA-1DEE-6B23E49FA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BB33B016-9E6C-7361-9FED-59872C577182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6: The NumPy Module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NumPy?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 vs Lists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Operations on Arrays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1C7C0F7-7117-E508-811E-6F3E46BC71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423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B5D3D8AA-93B0-A740-7347-72F805A6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699B27DA-0235-6146-EAC0-E0B88CE59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1BC5C1AF-0AAD-12F5-8EAD-8CE98140B756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6: The NumPy Module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NumPy?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 vs Lists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Operations on Arrays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50C3904-F050-C55E-6A43-6933988CFD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636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FF92D570-8CF7-921F-0ECD-B855C1DA1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5F0D546E-20DB-B31E-D4F6-CB06ABF01E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25F0D8D3-059A-9FD5-36CB-D520A4D051E0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6: The NumPy Module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NumPy?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 vs Lists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Operations on Arrays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7: Working with NumPy Arrays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0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Array generation functions</a:t>
            </a:r>
            <a:br>
              <a:rPr lang="en-GB" sz="10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Random data generation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EB6B5B-52F2-682E-2554-CA33981F50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77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8A138A1-C92D-9527-74D8-5B4772070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00264E8-D2E6-88AF-F4F5-4A8CD3E33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Aims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D01E662-4AEA-59FC-D618-804C5DC533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79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C9AD2D0-0C52-F1A3-6429-1BF8535A8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B65B427-E6B4-11E9-972E-3A5A61F10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Aims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6D6BF3E-84C2-8568-EBAE-CC17144AEF37}"/>
              </a:ext>
            </a:extLst>
          </p:cNvPr>
          <p:cNvSpPr txBox="1"/>
          <p:nvPr/>
        </p:nvSpPr>
        <p:spPr>
          <a:xfrm>
            <a:off x="1234282" y="1801819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the end of this lecture, you will be able to: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A63D950-B695-58D1-23AC-8E1F5556F0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965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A4C8EB7-9958-C023-B95C-93943AAE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55B8CB7-94EB-2D4B-3570-68ABEC1FBE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Aims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26440FA-86A7-898A-BDFE-138AAB0B6F4C}"/>
              </a:ext>
            </a:extLst>
          </p:cNvPr>
          <p:cNvSpPr txBox="1"/>
          <p:nvPr/>
        </p:nvSpPr>
        <p:spPr>
          <a:xfrm>
            <a:off x="1234282" y="1801819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the end of this lecture, you will be able to: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Explain what the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module is and why it is used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C37D556-B525-A22A-7B13-FA857E176B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572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4FB8C5E-F5AA-83AD-535B-A657A905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80FB9D4-D9BC-DE13-3CE5-2F48725F92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Aims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B082A6D-E7CB-8EC5-5551-DA76BF156265}"/>
              </a:ext>
            </a:extLst>
          </p:cNvPr>
          <p:cNvSpPr txBox="1"/>
          <p:nvPr/>
        </p:nvSpPr>
        <p:spPr>
          <a:xfrm>
            <a:off x="1234282" y="1801819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the end of this lecture, you will be able to: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Explain what the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module is and why it is used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 and manipulate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C3CBFE6-717C-E0F3-89F5-83AEA70BDD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415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29327EA-414C-06D2-78C0-384F2580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221EA2C-BF00-4685-FA0A-45FD74639A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Aims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8C9A84C-A731-0AD2-C936-70E36B77AE5C}"/>
              </a:ext>
            </a:extLst>
          </p:cNvPr>
          <p:cNvSpPr txBox="1"/>
          <p:nvPr/>
        </p:nvSpPr>
        <p:spPr>
          <a:xfrm>
            <a:off x="1234282" y="1801819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the end of this lecture, you will be able to: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Explain what the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module is and why it is used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 and manipulate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Perform element-wise operations and mathematical functions on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5484FDE-C20C-1330-8597-6D0BAFFE814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934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3D99CFD-B3B7-3B9B-E4BA-08AF10079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601321-AB96-C1B6-6C4A-32AEB32710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Aims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4B12AF4-7841-956F-A0B4-D4DBC71FD3DF}"/>
              </a:ext>
            </a:extLst>
          </p:cNvPr>
          <p:cNvSpPr txBox="1"/>
          <p:nvPr/>
        </p:nvSpPr>
        <p:spPr>
          <a:xfrm>
            <a:off x="1234282" y="1801819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the end of this lecture, you will be able to: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Explain what the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module is and why it is used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 and manipulate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Perform element-wise operations and mathematical functions on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Compare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with Python lists in terms of performance and functionality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983513A-CC2C-4872-913F-C6A4D44EB7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9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36CEF56-F679-D555-1C85-2DEA5A11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1CC37AC-C8FF-35FD-86FE-586CFD9218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Aims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F087AF7-60DF-C2D0-68FB-7463A227BFF2}"/>
              </a:ext>
            </a:extLst>
          </p:cNvPr>
          <p:cNvSpPr txBox="1"/>
          <p:nvPr/>
        </p:nvSpPr>
        <p:spPr>
          <a:xfrm>
            <a:off x="1234282" y="1801819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the end of this lecture, you will be able to: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Explain what the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module is and why it is used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 and manipulate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Perform element-wise operations and mathematical functions on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Compare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with Python lists in terms of performance and functionality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basic aggregation and array manipulation functions in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b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88209C4-8188-9705-0D0A-4305C9AD522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221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154C57-B243-29E2-9199-606F13E0D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7916B3A-3754-37D6-AFA0-671681170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9CA02C8-E458-B591-2D59-2A9042E116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158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9B443D5-14E8-1202-9A19-8382323A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41341EE-F936-5000-95E9-8C7E3CAC75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212B8C5-1AC9-FE78-C9B9-DAF0CD1CD09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BF4A1536-2157-0435-9F7F-07233E87A654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12299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F353D8C-C84C-C5B6-CF92-DD2915FD9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A042DCF-FFDF-4CF1-1C07-620E2DA28D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0328223-F745-5870-1259-F861DDEF1FAA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Python library that makes working with numbers and large collections of data fast and easy.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D7CC019-0EDA-555F-1EDD-D44A120B2F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1D05A566-270D-807E-5751-CBD1C51E81B4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62050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2A0042E-9772-1EFA-8178-856B412A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410EF44-C2FE-CFD4-502B-73A23174F4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81E1B1D-64D0-801E-4DA5-94FB9FBBCACD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Python library that makes working with numbers and large collections of data fast and easy.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provides special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objects and tools for doing math efficiently, which is useful for data analysis and scientific computing.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3F8B9B3-4787-FE8C-8E85-F7A0939E64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E9D52B3B-69D2-DCAA-47EE-E1734FCB5A00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38880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D34852-DCDD-6FD7-C5DD-F2B5E955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008F632-6FEB-7298-519C-190F6BA34A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A882886-F399-799D-5403-AE34204875CE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Python library that makes working with numbers and large collections of data fast and easy.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provides special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objects and tools for doing math efficiently, which is useful for data analysis and scientific computing.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imported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your session using the following command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2D24997-AF83-A458-73C0-0EBB5DE6478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17859289-A284-F973-E995-6D4087B3C476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99799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F278490-B473-7B9E-BFDD-7A1FB2DA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3A42981-3E5C-204B-BABA-29F95A58B9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5E433C1-1285-B9EA-C3BA-9446C6E638E6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Python library that makes working with numbers and large collections of data fast and easy.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provides special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objects and tools for doing math efficiently, which is useful for data analysis and scientific computing.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imported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your session using the following command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CC84D0E-FC66-DB03-36A0-AD2F0EAD608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F57A90E1-D093-D5AD-D53A-8C273C8C400C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CA5F1F-8ED3-D761-DA21-7BB4325E95F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5300" y="4232636"/>
            <a:ext cx="1749613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5DEC97-2CDD-EF03-C1F3-7B1BDFA9DA3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58662" y="4255219"/>
            <a:ext cx="1608488" cy="2453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6663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D81349E-253F-604E-D3F2-683B24198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7349B55-D4DB-C806-039D-63BBC8D28E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635CEF-2DFF-C5C1-B16A-B489F5D0D41E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Python library that makes working with numbers and large collections of data fast and easy.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provides special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objects and tools for doing math efficiently, which is useful for data analysis and scientific computing.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imported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your session using the following command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0CD7749-BAF4-A6C7-2A22-021B5470186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92BC63C0-55E5-040F-713F-530EF249799C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439624-00EE-5D61-8644-BD1FAEA63D7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5300" y="4232636"/>
            <a:ext cx="1749613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1337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1D42C04-84C8-A193-D234-1CA75B93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6953622-F66D-68E1-680B-2F5F002741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A56A44F-9C35-E3DC-53D0-8EF1BFE19E65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Python library that makes working with numbers and large collections of data fast and easy.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provides special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objects and tools for doing math efficiently, which is useful for data analysis and scientific computing.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imported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your session using the following command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follow a common practice and use the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DAC1F0A-EBC1-C005-BA82-17CD33CFAB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85968C8F-15E9-36D6-0DF8-1096A468509C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FE39CA-F63B-F0FA-B426-A8FA2F41813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5300" y="4232636"/>
            <a:ext cx="1749613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53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DF26AE7-D707-3694-90FC-EA9498E6E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C6246F8-C821-9AF8-8619-0C1D4A75AF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11528B9-7BEE-E3A3-69B1-C1F006CECE40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Python library that makes working with numbers and large collections of data fast and easy.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provides special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objects and tools for doing math efficiently, which is useful for data analysis and scientific computing.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imported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your session using the following command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follow a common practice and use the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010FFC3-7DE8-A869-B060-C3BFEF3138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38209D50-900D-03ED-7B06-E80A0906C8A3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4A2417-8540-1921-52E8-F0D101AF3D4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5300" y="4232636"/>
            <a:ext cx="1749613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29FF3-AF0C-4D1F-86AF-917CCA1DEF3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58662" y="520766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08C6BF-5451-BE8A-D17E-2E5AB7AD05D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85861" y="5232400"/>
            <a:ext cx="2637505" cy="2413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1126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070300-D4AF-9316-96C2-A6AFA94C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FAE4E6-FB31-10E1-05B6-1B490EB47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610A415-B011-C4E1-9ACF-CE6AE638511A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Python library that makes working with numbers and large collections of data fast and easy.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provides special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objects and tools for doing math efficiently, which is useful for data analysis and scientific computing.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imported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your session using the following command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follow a common practice and use the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FB90CB1-E981-507A-5539-14CC9EC2D26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7FEACCF3-975C-8287-C7AB-4E2C1F9A7BBA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AB7B77-1E6D-CBB9-7680-091E40957CC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5300" y="4232636"/>
            <a:ext cx="1749613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D41368-DC11-63E0-B6C9-90C8A82FEF8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58662" y="520766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8526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A648B0E-3610-7ABB-BD72-8F772D9B6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FC2113F-F512-C48F-F9FD-1D4E015589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941E2B2-3F2C-66C6-3E6C-C987CBB01702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Python library that makes working with numbers and large collections of data fast and easy.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provides special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objects and tools for doing math efficiently, which is useful for data analysis and scientific computing.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imported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your session using the following command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follow a common practice and use the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D8DE18D-CF90-C1DA-2E15-A3AFDBEEC9E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85AAB08A-2A07-D63A-2232-A5FFA7FEBA43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AD5AC6-857B-8023-F92A-0869619049E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5300" y="4232636"/>
            <a:ext cx="1749613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F8EF0A-AE73-8A1D-0369-94B0BE7F53B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58662" y="520766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98;p20">
            <a:extLst>
              <a:ext uri="{FF2B5EF4-FFF2-40B4-BE49-F238E27FC236}">
                <a16:creationId xmlns:a16="http://schemas.microsoft.com/office/drawing/2014/main" id="{21996CAB-55FA-CBA8-6CEF-97FF55270AE2}"/>
              </a:ext>
            </a:extLst>
          </p:cNvPr>
          <p:cNvSpPr txBox="1"/>
          <p:nvPr/>
        </p:nvSpPr>
        <p:spPr>
          <a:xfrm>
            <a:off x="5327648" y="5144612"/>
            <a:ext cx="640243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Load in </a:t>
            </a:r>
            <a:r>
              <a:rPr lang="en-GB" sz="16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but </a:t>
            </a:r>
            <a:r>
              <a:rPr lang="en-GB" sz="16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“call it” </a:t>
            </a: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np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4869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8152E8C-CA1E-1F48-2461-B6E0724D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09CF6BD-B220-CB17-5F6D-9D8DFE62DD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2178F84-0447-06B5-E89C-26BA936A0F49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Python library that makes working with numbers and large collections of data fast and easy.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provides special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objects and tools for doing math efficiently, which is useful for data analysis and scientific computing.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imported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your session using the following command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follow a common practice and use the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55A9606-C076-39A7-58B4-4B204EB6AE3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25352F37-AE4E-2659-B7EE-090DE26800DD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C1A22B-5068-B651-5077-C70E7EEE0CA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5300" y="4232636"/>
            <a:ext cx="1749613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531262-41EE-41BB-7033-7ECB4DA7D14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58662" y="520766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4934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593632-4142-3BB9-FC4B-04D3553D8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DD48584-0616-9F05-D7C0-1D0CAFFE50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is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GB" dirty="0"/>
              <a:t> 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F24A230-FD25-B69F-1A2F-4221082EE07C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Python library that makes working with numbers and large collections of data fast and easy.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provides special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objects and tools for doing math efficiently, which is useful for data analysis and scientific computing.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imported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your session using the following command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follow a common practice and use the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So,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will always mean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us.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D0F6DDD-6762-B464-A4C3-D3E1E633F1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0C267D0A-2BF0-B7C6-EC01-0649E7EF3066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BD74DB-9E7C-4A7F-80AC-604A8581226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5300" y="4232636"/>
            <a:ext cx="1749613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45581-0401-170A-94CB-46F83B1BA14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58662" y="5207662"/>
            <a:ext cx="2696066" cy="3047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8389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449BA7B-4644-3628-0697-C614BF57E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CDF604-17DC-0756-377A-1D748AFB7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DE6ACD-ECBE-D343-DEFB-C47CF8D132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435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214F477-459A-00F7-2AF0-9425EB27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D353631-1F07-7DB4-796E-BDF173853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21C3837-C604-2C70-0DFC-4CB5D0B5F477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6E5E52-F6F7-E00D-9055-696D006562A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877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C87059C-33FD-45B8-F8CF-04C933C04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9ED854D-E27D-7767-7CAC-2E4589AAB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0E9F5D7-A188-683E-47BC-43AD45EC4C5D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7B60B51-56A5-6334-4C11-193B93597B3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4172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F10DE34-F221-522E-8846-E13189942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BD6BD60-8E33-DE61-5A6F-C4324EDF52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27B8C50-8A9A-07A2-DD4F-2AE186325D17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89F00BD-70AE-CE21-0C55-D331533B109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1531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FB058DC-4C1C-16CB-3650-2F1380DB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A4C34B9-7E52-25BF-33F5-5AD15F0612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6E208A6-BDD2-B164-D65E-0217F55034BD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790777B-4515-CE20-7990-9F4F6AAA461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3475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83E58F-5111-A3AE-598A-110A937A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4EC619-B6C0-A274-C99C-79241A4106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7F8D0BC-71CC-3F42-CA71-93A4CFCA2591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7B87BAA-F170-3C45-CC74-274F5C235F2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8362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930264-E228-D87D-D846-653336A0B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3BBF07E-9D5F-377C-A2E5-117F1F8CB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4DCDF6A-21D7-D470-AABF-24074DD56BF3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A8994CF-9AE4-70C0-790E-A5176F0BF4C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F9332F-BBAE-A346-44EF-09B06FA8393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F123E2E-1CEF-A8DA-FB0D-A5B3D77903B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93008" y="4457532"/>
            <a:ext cx="2668853" cy="82673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6239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98606B-E8BE-2E35-4CDC-B934835F3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F213039-0727-9147-9252-964F009B36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309CC3D-6E05-2FA4-0AF8-B6076EFB6E99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5F7376-2560-26BA-07D3-F9C99F3D6D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81D8C6-FB5C-894E-59C0-7D337170221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6A75AAF-08B9-9D59-B20F-A26DD30591C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93008" y="4822257"/>
            <a:ext cx="2668853" cy="4620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41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623528F-91A3-B456-B630-8A0B94E5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89CEC21-CB99-9D22-2226-32FA2B82AD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CA9675B-3280-7C8B-ED13-5372A51309E5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0500C8-9751-E02C-FB11-76547C1BE44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CB8F4F-D829-1C84-7547-104CB70D596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E9EB454-56F5-F494-EA23-800BC5EE174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93008" y="5005137"/>
            <a:ext cx="2668853" cy="27913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68547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DDD6A40-C4BC-D608-0BAD-4D613A67F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7F00620-B291-B3C7-F06D-7164D970A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80300A0-2FF0-7FB2-B168-288422BADB99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DA3BCE2-2043-2178-C048-D532F2522F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5F1AF8-16C8-AE23-D17A-508DE8DC688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31755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B131D12-2DA7-1364-9499-B574088EF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D93BF74-E4BF-AC17-40E4-5645D2173A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E7CA565-B03E-E3BF-3A06-4490AA94AD96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04B0CA0-80ED-043A-17D1-D7A9EE75B54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379DC8DE-2400-2FC7-AB97-9DF4D08B4B3E}"/>
              </a:ext>
            </a:extLst>
          </p:cNvPr>
          <p:cNvSpPr txBox="1"/>
          <p:nvPr/>
        </p:nvSpPr>
        <p:spPr>
          <a:xfrm>
            <a:off x="5893358" y="389187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2EA733-0A66-4599-262E-71EFC89346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6276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9627E27-52A5-DAB9-B81E-36172F2BB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D9D6C6D-EA75-DA14-E7CA-5C3A5D8BA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620A7BF-73C6-A06E-0DE6-1EFF1A6E8BDA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0699165-2EFE-547F-8CA4-F3FA0471AB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64BD0709-B4B4-F0E1-E120-C56900DB9F41}"/>
              </a:ext>
            </a:extLst>
          </p:cNvPr>
          <p:cNvSpPr txBox="1"/>
          <p:nvPr/>
        </p:nvSpPr>
        <p:spPr>
          <a:xfrm>
            <a:off x="5893358" y="389187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127236-B482-8A2F-5F7A-03A19BFF756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0158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EEAE201-42DA-A388-2374-DC35D1B1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4EBD589-977D-BB56-36F4-9B5E311F07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40B0A08-F9D8-2DEE-CBED-914935777D4B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FC4E638-D5AE-924A-B091-60E244BD977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627B588E-07B2-58C6-5483-337EE9098051}"/>
              </a:ext>
            </a:extLst>
          </p:cNvPr>
          <p:cNvSpPr txBox="1"/>
          <p:nvPr/>
        </p:nvSpPr>
        <p:spPr>
          <a:xfrm>
            <a:off x="5893358" y="389187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data type per array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453A35-9444-53AE-6DAB-6E8758C1FF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21884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6AB7E16-2949-4776-3F5A-697C976AB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5502586-6B5C-DB39-0630-7DE6965214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C6A3541-17DB-E5DE-670E-BF6AE9BAC555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A59A2B-20FF-86C6-E129-7E4F3A27C68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929B60D7-F52D-68C0-2ED3-42CB1CA1E747}"/>
              </a:ext>
            </a:extLst>
          </p:cNvPr>
          <p:cNvSpPr txBox="1"/>
          <p:nvPr/>
        </p:nvSpPr>
        <p:spPr>
          <a:xfrm>
            <a:off x="5893358" y="389187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data type per array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Element-wise operations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CA219F-B8A7-0AC0-2D79-904B3C74A8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14151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D1D7335-A6A6-7D2F-2321-A4C569A84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591DEBA-E414-EA8A-8856-CE9DA8A93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881DF5D-E82D-A0FB-F9CB-DF1DB6E85658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70B727E-9C50-050A-C46B-50BD3AC05F8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F3D642A2-D33B-14D7-6702-BF5040812023}"/>
              </a:ext>
            </a:extLst>
          </p:cNvPr>
          <p:cNvSpPr txBox="1"/>
          <p:nvPr/>
        </p:nvSpPr>
        <p:spPr>
          <a:xfrm>
            <a:off x="5893358" y="389187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data type per array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Element-wise operations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 &amp; memory efficient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D008AA-0580-1426-24ED-80FF0282728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17971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53944AB-2517-8EF0-E09B-61770FBBE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5CCBFC8-EB8C-7EBC-A1F1-63A85A3E5F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ED7BAA4-7B07-D5BE-28E3-0D0D88607920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36C0520-759E-076C-C5ED-3A5BED707A9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BB9179ED-E2FB-F4D7-441E-FAEF446BA858}"/>
              </a:ext>
            </a:extLst>
          </p:cNvPr>
          <p:cNvSpPr txBox="1"/>
          <p:nvPr/>
        </p:nvSpPr>
        <p:spPr>
          <a:xfrm>
            <a:off x="5893358" y="389187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data type per array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Element-wise operations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 &amp; memory efficient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4F4056-A3E3-88FD-0E1A-82ACA3778E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618A25-6AEE-99B2-8ECC-B37828E2107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69429" y="2046748"/>
            <a:ext cx="4532745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72E621-9E7E-06A8-EBE4-A178D6D5FBA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96879" y="2075622"/>
            <a:ext cx="4425150" cy="14761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67522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87BD684-D68B-5063-BC03-81D6FC72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E2065BA-F8FD-5310-FAFF-BB693D5C41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1347F17-F2A5-8570-3E01-CE13A7682A5B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DA21DF-D429-2E66-309E-CDEF3A798AE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09847E4A-B781-EE4E-5F12-1614E8EFA9B6}"/>
              </a:ext>
            </a:extLst>
          </p:cNvPr>
          <p:cNvSpPr txBox="1"/>
          <p:nvPr/>
        </p:nvSpPr>
        <p:spPr>
          <a:xfrm>
            <a:off x="5893358" y="389187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data type per array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Element-wise operations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 &amp; memory efficient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FAE60B-E29F-9634-F8B8-E0A80190861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0EA10A-A531-5CC3-267A-E9913746EF1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69429" y="2046748"/>
            <a:ext cx="4532745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AF5859-75B3-4D8B-0E90-34689F6212A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96879" y="2387064"/>
            <a:ext cx="4425150" cy="11646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66142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0C49F66-5C76-9BA9-81A6-8935299B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73E7F0F-1CD5-75BA-F126-DE180947D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4431961-6A41-291B-11DC-D935A4BF1E73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F1D3236-76A3-06EB-804A-4D9862F02D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E32B2D09-3106-FA5E-8C08-B297216323B6}"/>
              </a:ext>
            </a:extLst>
          </p:cNvPr>
          <p:cNvSpPr txBox="1"/>
          <p:nvPr/>
        </p:nvSpPr>
        <p:spPr>
          <a:xfrm>
            <a:off x="5893358" y="389187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data type per array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Element-wise operations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 &amp; memory efficient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A0B4A0-CF4C-54D5-C68E-ED70E8327A1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AFEF8D-AAE6-69D0-4890-9C78F9E416E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69429" y="2046748"/>
            <a:ext cx="4532745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EA8736-30A6-BDC4-BFB6-F684058CAF8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96879" y="2358189"/>
            <a:ext cx="4425150" cy="462014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00686B-E8AC-44BD-85E4-F8C96C1B6CD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3779" y="3136232"/>
            <a:ext cx="4425150" cy="4620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44758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AD1786-5443-BECD-024A-134F7D86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836DB0D-F668-B6E6-5A16-C590CFB5E8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769010D-8D63-5F32-C2EF-8DDC83A36F22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292928E-9680-4BF1-B341-12EA9F3E93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DB404E62-3C02-434F-C32A-A8CA671658E8}"/>
              </a:ext>
            </a:extLst>
          </p:cNvPr>
          <p:cNvSpPr txBox="1"/>
          <p:nvPr/>
        </p:nvSpPr>
        <p:spPr>
          <a:xfrm>
            <a:off x="5893358" y="389187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data type per array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Element-wise operations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 &amp; memory efficient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CB6615-917A-6208-65B8-F90291489C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258DA3-794A-9011-F277-6CC0420D6FB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69429" y="2046748"/>
            <a:ext cx="4532745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C35C28-9252-88A3-C2D2-3DE839AC376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96879" y="2358189"/>
            <a:ext cx="4425150" cy="462014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BD4D08-2D5A-DD55-32A1-E241DF30154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33779" y="3349592"/>
            <a:ext cx="4425150" cy="2486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47367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ED356FE-D786-32B0-D476-9A4C7769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CA89F47-0366-8F8A-B90B-42545510A7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DC0B9B4-1285-9F05-E3D6-7E3F802DD557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11C846E-617B-A934-B0FE-52F0BAFC70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E113CE5D-4667-6954-6860-443A0B546D67}"/>
              </a:ext>
            </a:extLst>
          </p:cNvPr>
          <p:cNvSpPr txBox="1"/>
          <p:nvPr/>
        </p:nvSpPr>
        <p:spPr>
          <a:xfrm>
            <a:off x="5893358" y="389187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data type per array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Element-wise operations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 &amp; memory efficient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79BAE6-F433-B81C-5DFE-ACA8B5827B6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E94F41-3894-0344-D978-AAEEC7F411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69429" y="2046748"/>
            <a:ext cx="4532745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39A684-5790-9841-664F-06BAE40CEBF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96879" y="2358189"/>
            <a:ext cx="4425150" cy="4620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05584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3159599-3FCA-78F9-649E-679B5D47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2CB9C9-8C34-3726-0622-36966B9F9F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vs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B27C6CE-538C-9BB5-4647-2BEBED18247E}"/>
              </a:ext>
            </a:extLst>
          </p:cNvPr>
          <p:cNvSpPr txBox="1"/>
          <p:nvPr/>
        </p:nvSpPr>
        <p:spPr>
          <a:xfrm>
            <a:off x="1234282" y="178110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 Lists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Mixed 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Explicit operations needed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Slower performance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F0D9918-E36A-816C-DF6A-5ACAC95BB6C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F5B536CA-16CA-E5C0-2321-25092D718988}"/>
              </a:ext>
            </a:extLst>
          </p:cNvPr>
          <p:cNvSpPr txBox="1"/>
          <p:nvPr/>
        </p:nvSpPr>
        <p:spPr>
          <a:xfrm>
            <a:off x="5893358" y="3891877"/>
            <a:ext cx="514474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Ordered, Mutable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data type per array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Element-wise operations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Fast &amp; memory efficient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9F85EA-8E27-0D7E-1D23-30220F295EB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84472" y="4419033"/>
            <a:ext cx="2873828" cy="939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C4A1ED-15F1-A907-767E-5EAFB61F328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69429" y="2046748"/>
            <a:ext cx="4532745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942543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10F385-A595-3BE0-8696-A724B8F05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C75566-D0C2-84D8-0770-DAE1E933F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6687959-B3F1-86BE-1567-E14C120FFF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4062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9E22AF-3AE5-0E0B-CC43-B3A8184E7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B0A2F0-FBD4-B0E9-2BFC-8435DADE2E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48430CF-4BBD-FDB6-507A-F3C673F76987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1DBBCD7-9B34-65A7-FCA2-7A0E8B7B341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4820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34D1DAD-BE23-E20D-3DE0-CC019DA40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A36F805-32D5-49AA-3208-C117FDCCD8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98C8019-4376-7FA6-DDF6-CCFBAC42FEBE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7273522-9544-EE22-B53E-D4047523D86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50764-1B7C-4A4F-2268-5DE20591802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5A55C7-8F92-7400-3FBD-37EE0686A19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40994" y="2550693"/>
            <a:ext cx="3128210" cy="13282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4790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60A053-D7BF-FAE3-FDFF-CFFFFD9D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DE3C4E6-D2E4-44A2-0208-F3B6614C5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AA5A62-26D2-7CFB-9985-23B5AD2B923D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2C4F18-21BB-62FA-8F1E-D283EA89E65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0AD5E-B94A-1C2B-92A8-DB322A95904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2B284A-50C5-96BF-CD52-634826E4B4F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40994" y="2743200"/>
            <a:ext cx="3128210" cy="11357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3481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1E5F409-4200-CBAA-B5E1-98F3DFA3C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831170F-BE47-BD23-75F7-A37023AD29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6226DB9-E729-9649-CAF6-E0A92E3E2DE7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84384A4-2B00-54ED-E603-5B6B70FD99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5BD096-2804-6529-0131-B081DCFA3C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22A830-5B40-002D-E412-F6132B064EF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40994" y="2964581"/>
            <a:ext cx="3128210" cy="9143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58041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7891583-03C1-49AF-42E2-6D08DF32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4B738B8-5319-9ACC-FE01-CEC82DE4A8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E9BC025-FE79-4CE0-B3FC-5D52C3AEEFE0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21C4641-4C51-23AE-D811-67E846A69A9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BDA3F4-7769-67D1-952C-4E3100FD969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6AAD48-DEF8-C091-FD27-3196551B4A8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40994" y="3157086"/>
            <a:ext cx="3128210" cy="7218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40389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BD1257D-FF2E-BE55-1F69-E98F7720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8610972-1F72-92A4-D6D1-07DFD3278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A9C9D43-B22C-F04D-EAD1-8EC291287ED9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987EC3A-11D0-6544-BF77-4367D52B988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393698-EFC5-2A48-43A5-820F3DE6DFA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FECF29-8322-7B4F-0EB8-B9F7E433C2B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40994" y="3373509"/>
            <a:ext cx="3128210" cy="5197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00412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63382D-6FF8-FA33-9415-9A34765ED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C55189-C94F-3027-9590-5B8936797A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B7C1F87-30EE-A510-46D2-99D9BB9840C8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61C729E-ADC0-B58A-4D03-1F0B3CE1DA4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285406-B6C6-15DF-8E7D-D713D2259E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0DE8C05-7B41-C116-0CDF-D6B551B370B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40994" y="3686476"/>
            <a:ext cx="3128210" cy="2067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75653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984A055-4292-5234-C8CB-8263D3F21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9BAC4A5-6061-F7AD-6861-9BD08A3E0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9DDD931-69E6-8742-E56A-628B7F6790F5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304F487-D071-51CA-F90B-7D58366EE07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A9FE68-B228-610F-CE5B-E86FA794BA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6515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12DAC5B-D1CD-9C60-E80A-5A3F2B49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A65C405-2D82-1696-4815-243F61101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AF63A10-9447-4E3B-BC91-D693C8033841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800" b="1" i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dtype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yields the data type of the elements inside it.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D97D960-076B-EA4C-F7AA-9E2E0B1835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A5CD68-59A0-DA4C-00CE-A1A92AC62C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68487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E38C6E5-2464-D774-920C-2182EB5C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4C593D5-BB8F-275A-F35A-45705133EE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ACD9219-4CD6-692A-8C8D-4660F0E1DA7D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800" b="1" i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dtype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yields the data type of the elements inside it.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95F950D-B6B3-D102-FCF8-0606616DE5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C7ADA4-4AD6-B413-8183-F73663AF41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DF9D8F-D816-2874-9A97-5715BD655B0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63896" y="4864299"/>
            <a:ext cx="2177096" cy="6359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0446B14-3029-D9E3-D921-B319120B047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92771" y="4904658"/>
            <a:ext cx="2075920" cy="5618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4740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CB47369-7DBA-25BC-AFE5-C16E3024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9E969A8-F369-0A1A-A13C-9E58891D92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7E2456E-9612-294E-3045-1BDB6220AC0D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800" b="1" i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dtype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yields the data type of the elements inside it.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B48F5CB-93BE-20CA-7CD9-B2448D39C2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DCE1D-D328-DAE0-877A-B56EC7F6FB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AA0CA2-B655-E32D-0342-CAED5F131F0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63896" y="4864299"/>
            <a:ext cx="2177096" cy="6359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26A1D4-EC42-A083-DFB6-0C854D19A23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92771" y="5178392"/>
            <a:ext cx="2075920" cy="2881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75023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8FD59DE-AEF2-4657-DA2B-6B7DEE01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7021C6A-E660-1B67-D121-4FBC1CB3CD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02B5C6-8D95-DBB1-EEA5-86B1FEA2265A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800" b="1" i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dtype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yields the data type of the elements inside it.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13DF433-20E5-7146-8B3B-BD3FA7B2C03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F750B8-1918-8A77-9042-B77BCD6A4D4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948B06-7E96-1B7D-6D31-28B7BC4B380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63896" y="4864299"/>
            <a:ext cx="2177096" cy="6359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65967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9ABCF85-3004-6776-3EF9-3B4CD163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7A289C5-D9E0-E4F7-8D1F-3EF9795D4B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Arrays from Lists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6095662-07D8-BE33-4388-99030563BBDB}"/>
              </a:ext>
            </a:extLst>
          </p:cNvPr>
          <p:cNvSpPr txBox="1"/>
          <p:nvPr/>
        </p:nvSpPr>
        <p:spPr>
          <a:xfrm>
            <a:off x="1234281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purely numerical list can readily be converted to an array.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1800" b="1" i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dtype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yields the data type of the elements inside it.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we the elements 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list1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integers, the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dtype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would be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int64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AA497A8-A0CF-6635-A048-19E18EC8F95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62513-FD9E-A704-3207-191255C5CDD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39428" y="2477703"/>
            <a:ext cx="3315629" cy="14765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D78759-7862-F4BE-F84C-55A1CD8D344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63896" y="4864299"/>
            <a:ext cx="2177096" cy="6359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63699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0D5B3F-AF3C-AEDC-0088-4A1F6E620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9A3AE9D-2740-40F8-4B11-C528D6C7E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8903824-DDF8-90E1-0F9D-FC068CC167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6094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5D4E6AF-0DBC-3DC0-54DF-7FDA7C2F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9431E78-D33B-F437-F39A-899EE82681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D4CEE0D-F42B-6FB6-12F1-59175E527D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D40CC8-8DFE-6ED1-C40C-D5A4643A30D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BDAFA8-8330-8E30-3CB7-704E2A81FA5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66587" y="2006600"/>
            <a:ext cx="3137963" cy="6011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71382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886F2CD-9DFD-A855-0DB8-A8DFFFF1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908FDE-3D4E-F4B6-77B8-6D82FAD91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1122FE7-DED4-AFAD-B049-2D5A23CBD5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24AF7F-D939-9066-75E0-EA772E5FF28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069977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B52977E-188E-90AE-A7A2-3ED0D45FB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1956E56-3BB7-C008-FB3C-E1E984130F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1699084-84F4-920E-9176-F298A8685E37}"/>
              </a:ext>
            </a:extLst>
          </p:cNvPr>
          <p:cNvSpPr txBox="1"/>
          <p:nvPr/>
        </p:nvSpPr>
        <p:spPr>
          <a:xfrm>
            <a:off x="1156224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possess plenty of properties (also known as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2CBC8F0-9A13-840B-7C1F-0396C1E150B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C9F6A3-DB2E-A608-59C1-6E0CB756560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665070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C305C9A-92B9-5C3D-24CC-D58905C49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B3AA35A-126E-733A-CA14-25FCB12522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475ADDE-B68B-9863-F4AF-2C92F4656B94}"/>
              </a:ext>
            </a:extLst>
          </p:cNvPr>
          <p:cNvSpPr txBox="1"/>
          <p:nvPr/>
        </p:nvSpPr>
        <p:spPr>
          <a:xfrm>
            <a:off x="1156224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possess plenty of properties (also known as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accessed with the </a:t>
            </a: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notation.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8E33FAA-E616-3008-38D4-D02E04DEB18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43DB7-32F9-121F-E4AC-E655C9C853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85013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784872E-C6E7-0C3F-485D-C5272FF9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6E2246D-73CB-379A-CAB5-B6D0E01FDA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1E9B7A7-A11E-8A39-8ADD-51DED393157A}"/>
              </a:ext>
            </a:extLst>
          </p:cNvPr>
          <p:cNvSpPr txBox="1"/>
          <p:nvPr/>
        </p:nvSpPr>
        <p:spPr>
          <a:xfrm>
            <a:off x="1156224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possess plenty of properties (also known as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accessed with the </a:t>
            </a: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notation.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9D069C1-FF3C-F18B-9D4A-9BFB58C0FFD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E2EC66-E09F-A374-B1C9-23FBB34673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8" y="3151529"/>
            <a:ext cx="4514385" cy="1861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C103F1-B07D-9CDA-E1B4-13D2FF31F8A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01216" y="3170779"/>
            <a:ext cx="4485511" cy="1792381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9ADFA6-D170-75D4-BAC6-F80E3BFAA78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88139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894CC91-C41B-4682-7E15-9569496CB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A54D23-3488-A078-9989-BD99DF05BC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44294F5-60D4-38F0-4EC5-6D9F4CF40EA2}"/>
              </a:ext>
            </a:extLst>
          </p:cNvPr>
          <p:cNvSpPr txBox="1"/>
          <p:nvPr/>
        </p:nvSpPr>
        <p:spPr>
          <a:xfrm>
            <a:off x="1156224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possess plenty of properties (also known as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accessed with the </a:t>
            </a: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notation.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FF6DBF1-85BC-5455-46C9-DB73FAE5DC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67B59D-077E-8530-CD46-D64B9344C25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8" y="3151529"/>
            <a:ext cx="4514385" cy="1861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7E1BD0-717B-56F5-F4DE-3D32E7BBC24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01216" y="3450772"/>
            <a:ext cx="4485511" cy="153416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7A1EB3-C3DB-E1D0-1917-93E6E1BA8CF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287210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9509D1-3A61-E785-18CA-CCACA03B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9564EE5-9E25-6B41-61A6-CED402723F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5FA0FFC-1EE0-1A09-A41A-E0E0FF1FA3FF}"/>
              </a:ext>
            </a:extLst>
          </p:cNvPr>
          <p:cNvSpPr txBox="1"/>
          <p:nvPr/>
        </p:nvSpPr>
        <p:spPr>
          <a:xfrm>
            <a:off x="1156224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possess plenty of properties (also known as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accessed with the </a:t>
            </a: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notation.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E6472D7-8D14-F716-7F0B-80A661A8D3F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7B326D-55A8-B86C-C3F4-A583F18054C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8" y="3151529"/>
            <a:ext cx="4514385" cy="1861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A801F3-3AEA-8264-E939-1471AF5E1D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01216" y="3678767"/>
            <a:ext cx="4485511" cy="1284393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1871E9-67E4-24C9-2228-1A7C3321E1D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70956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224FD3B-CBA8-78F7-9875-C49DE4F6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6CC31F9-4B66-00F9-4596-726BF71681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793F04D-5AC8-E4DB-C1DE-5A8D9B624EAB}"/>
              </a:ext>
            </a:extLst>
          </p:cNvPr>
          <p:cNvSpPr txBox="1"/>
          <p:nvPr/>
        </p:nvSpPr>
        <p:spPr>
          <a:xfrm>
            <a:off x="1156224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possess plenty of properties (also known as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accessed with the </a:t>
            </a: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notation.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D1CB430-F46C-707C-B069-77DD9254B9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D813E3-3CE4-2961-3D54-08149E7CFE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8" y="3151529"/>
            <a:ext cx="4514385" cy="1861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2A0AFE-955E-403E-530E-55CFB4BB195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01216" y="4038600"/>
            <a:ext cx="4485511" cy="92456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9BA96B-812B-AC41-39CA-DAD04C0FFD2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82263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F35198C-DB84-9A5B-8F55-E2BFEF17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5E01AC8-332F-2304-0000-720F05F3C8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0FC234B-894A-E551-C9CB-BFFEF81CF570}"/>
              </a:ext>
            </a:extLst>
          </p:cNvPr>
          <p:cNvSpPr txBox="1"/>
          <p:nvPr/>
        </p:nvSpPr>
        <p:spPr>
          <a:xfrm>
            <a:off x="1156224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possess plenty of properties (also known as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accessed with the </a:t>
            </a: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notation.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4227AC6-C2E4-1907-9354-85FD78777F8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DD3960-9464-438E-3F8D-708BEA4B4D3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8" y="3151529"/>
            <a:ext cx="4514385" cy="1861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FF07A4-B277-C8C6-244F-F86FC1339D2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01216" y="4343400"/>
            <a:ext cx="4485511" cy="61976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3BA7F8-1A9C-4C7F-6B06-8040D08602F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476522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CCB7DAD-C69A-9D58-17C7-C640E9B7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B4DE95D-CF24-C4AF-B1A5-523CE74CE5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9D00981-4BA4-ECD4-061E-ECBF08765811}"/>
              </a:ext>
            </a:extLst>
          </p:cNvPr>
          <p:cNvSpPr txBox="1"/>
          <p:nvPr/>
        </p:nvSpPr>
        <p:spPr>
          <a:xfrm>
            <a:off x="1156224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possess plenty of properties (also known as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accessed with the </a:t>
            </a: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notation.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38D4211-9E04-FBA3-1707-A59984E001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DE0965-5EC0-807D-6E5F-22FF827843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8" y="3151529"/>
            <a:ext cx="4514385" cy="1861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037971-DA65-D877-0EBB-A14460092BB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01216" y="4699000"/>
            <a:ext cx="4485511" cy="26416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0C26A4-7493-658C-5025-029A34E8829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047560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A3A3DDB-D2D0-D454-63A0-ACC33D18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0F884D8-8CAC-0FC5-60D8-2B8240B78E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124AEE0-AC8D-3D5A-50A9-CF7FE473403B}"/>
              </a:ext>
            </a:extLst>
          </p:cNvPr>
          <p:cNvSpPr txBox="1"/>
          <p:nvPr/>
        </p:nvSpPr>
        <p:spPr>
          <a:xfrm>
            <a:off x="1156224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possess plenty of properties (also known as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accessed with the </a:t>
            </a: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notation.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EBBDD14-0672-F90A-D7E6-ADAE352237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DEAAFE-B004-40D5-D3ED-1AB7CDDA3F2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8" y="3151529"/>
            <a:ext cx="4514385" cy="1861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69DF2D-86AC-1E45-A9AF-A4E11CF1EB0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9131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5285A33-748E-8A9A-864F-8F56180C5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52962C3-F70D-272E-7001-800D0586E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D061515-A9CB-AA70-87B4-708DAE3D6855}"/>
              </a:ext>
            </a:extLst>
          </p:cNvPr>
          <p:cNvSpPr txBox="1"/>
          <p:nvPr/>
        </p:nvSpPr>
        <p:spPr>
          <a:xfrm>
            <a:off x="1156224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possess plenty of properties (also known as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accessed with the </a:t>
            </a: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notation.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now, we consider only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1d 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i.e. sequences.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DF89FD6-9F21-FED5-3774-674A82AF1B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91FE51-D244-6E66-4507-2E1D26E912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8" y="3151529"/>
            <a:ext cx="4514385" cy="1861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55B94B-4B7E-45AB-6E73-49DC57BEB66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76574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AEE4B7C-5523-2F04-E04E-07E8573B9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DEAC227-B8E4-773C-C93E-726EE7AACE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Array Properties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C3AA673-B866-3309-7620-0F5E93E83E52}"/>
              </a:ext>
            </a:extLst>
          </p:cNvPr>
          <p:cNvSpPr txBox="1"/>
          <p:nvPr/>
        </p:nvSpPr>
        <p:spPr>
          <a:xfrm>
            <a:off x="1156224" y="1781107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possess plenty of properties (also known as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accessed with the </a:t>
            </a:r>
            <a:r>
              <a:rPr lang="en-GB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notation.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now, we consider only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1d 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i.e. sequences.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Their length is their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size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corresponds to the first element of the property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2537A12-2C17-18CB-B046-5F6C77B7E3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36914-1EF4-C91A-94AC-68C9ABCE7D7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8" y="3151529"/>
            <a:ext cx="4514385" cy="18611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94E734-B6FE-36E9-E882-C62E5AE58AA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55664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F27831-B5A6-8F76-3505-7CE4CFDED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DFA3382-29E5-7DED-30DA-84080F1ABC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Accessing Array Elements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2CEB12-809B-8A55-869A-6154F33408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FF3F81-176D-ECC1-5C2A-3C96E39D20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53437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6462EC4-64B6-2A1D-D480-93F086C8E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92316B1-556B-E708-5761-2479BB63DD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Accessing Array Elements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60468CE-24F9-B4DF-5631-87083873B92D}"/>
              </a:ext>
            </a:extLst>
          </p:cNvPr>
          <p:cNvSpPr txBox="1"/>
          <p:nvPr/>
        </p:nvSpPr>
        <p:spPr>
          <a:xfrm>
            <a:off x="1156225" y="1781107"/>
            <a:ext cx="57144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 to lists, we access an element in an array via zero-based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F6D5F88-301E-7151-E6C4-86BED217B10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75A1A0-3E38-06BA-FA66-8AE0649C4F4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18518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E07EE17-DCD7-4926-D741-802D1AE3E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4C47FB6-8919-C7A1-24CA-0B90B39FB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Accessing Array Elements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1018E48-6DAA-F534-2729-D1AB0AD1933A}"/>
              </a:ext>
            </a:extLst>
          </p:cNvPr>
          <p:cNvSpPr txBox="1"/>
          <p:nvPr/>
        </p:nvSpPr>
        <p:spPr>
          <a:xfrm>
            <a:off x="1156225" y="1781107"/>
            <a:ext cx="57652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 to lists, we access an element in an array via zero-based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6E45CD-B722-2E70-F631-3CD4B231CF7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AAC491-5976-7966-8A9D-274289487A8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9" y="2623458"/>
            <a:ext cx="4517572" cy="1230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430A2A-27E3-B171-E24B-11DD6BEEAD2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99259" y="2636158"/>
            <a:ext cx="4485511" cy="1204859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3921DC-502B-ACBD-E7D2-CBB0C3AD3B6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54567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BFA385B-BC45-E36F-A5E4-18E7391BF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9189DBC-4E52-D4A6-7A33-35266434B1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Accessing Array Elements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339F342-0A91-25C1-73DF-B5F95E564CC9}"/>
              </a:ext>
            </a:extLst>
          </p:cNvPr>
          <p:cNvSpPr txBox="1"/>
          <p:nvPr/>
        </p:nvSpPr>
        <p:spPr>
          <a:xfrm>
            <a:off x="1156225" y="1781107"/>
            <a:ext cx="55620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 to lists, we access an element in an array via zero-based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BC86624-C412-373C-C7C4-16FD7ABBC19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2556D-2C5E-275E-F361-226812C6E5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9" y="2623458"/>
            <a:ext cx="4517572" cy="1230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E502006-9CC2-80A3-3059-A6B5FE245CC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99259" y="2946400"/>
            <a:ext cx="4485511" cy="894617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E0DC81-2F4D-38F5-D110-D57B0016FF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12313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29F6411-AF27-8D3B-F9C5-EBAE436B4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3ACA450-2722-577F-EECC-1A605825F7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Accessing Array Elements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E0D0FCF-F11D-DD2E-6FD0-5DB866D048FE}"/>
              </a:ext>
            </a:extLst>
          </p:cNvPr>
          <p:cNvSpPr txBox="1"/>
          <p:nvPr/>
        </p:nvSpPr>
        <p:spPr>
          <a:xfrm>
            <a:off x="1156225" y="1781107"/>
            <a:ext cx="56763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 to lists, we access an element in an array via zero-based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4977214-F37D-35C3-BFEB-D89BACCD8BF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024D9E-B8E5-2452-E1AB-7EBC3BC3F7C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9" y="2623458"/>
            <a:ext cx="4517572" cy="1230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6831F9C-6572-4FA5-E260-F1B7F230E3D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99259" y="3231907"/>
            <a:ext cx="4485511" cy="60911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D201A-0E95-743B-C18A-06CC3D538AF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257179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1018B4-7859-694C-DD47-858343C6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164B31D-EBEC-3B72-C932-717C00314D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Accessing Array Elements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839EAD0-38EC-8F83-5A96-2A34A990DED8}"/>
              </a:ext>
            </a:extLst>
          </p:cNvPr>
          <p:cNvSpPr txBox="1"/>
          <p:nvPr/>
        </p:nvSpPr>
        <p:spPr>
          <a:xfrm>
            <a:off x="1156225" y="1781107"/>
            <a:ext cx="56763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 to lists, we access an element in an array via zero-based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BD139CC-3E77-7DBC-D99C-CADBC389678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320786-C2DB-6FA2-4D0F-41A32914C3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9" y="2623458"/>
            <a:ext cx="4517572" cy="1230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7FBB2A-FBD2-090F-D602-52BCBCBA87F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99259" y="3568699"/>
            <a:ext cx="4485511" cy="272317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B3B389-6174-FE1B-99FB-001C39349DB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06778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13E8C5E-C16C-1C97-C938-2EFFC163C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1C5C850-9429-59E7-CBFA-5DFCF7FA36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Accessing Array Elements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6A27E7D-5464-0770-0B97-5AB809E9FE2C}"/>
              </a:ext>
            </a:extLst>
          </p:cNvPr>
          <p:cNvSpPr txBox="1"/>
          <p:nvPr/>
        </p:nvSpPr>
        <p:spPr>
          <a:xfrm>
            <a:off x="1156225" y="1781107"/>
            <a:ext cx="55874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 to lists, we access an element in an array via zero-based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36BBA24-EF5A-69A3-CC42-2D40BD6FCB5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6BFD40-A75A-ACA0-6D75-B743389AC02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9" y="2623458"/>
            <a:ext cx="4517572" cy="1230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362F69-0329-4C6E-1764-92B3AD62B03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44352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FA2533F-02E7-09F0-3AD1-195FAB2C8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D9C6A8B-DA9A-FF41-73ED-954C4E6535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Accessing Array Elements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B3F4A95-52FF-F0DD-BA03-6491E8A70EE2}"/>
              </a:ext>
            </a:extLst>
          </p:cNvPr>
          <p:cNvSpPr txBox="1"/>
          <p:nvPr/>
        </p:nvSpPr>
        <p:spPr>
          <a:xfrm>
            <a:off x="1156225" y="1781107"/>
            <a:ext cx="57017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 to lists, we access an element in an array via zero-based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Again, much like with lists, we can access collections of elements via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EB10C8-038F-5EDC-2DEA-49AEDACC78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4592A-140A-6802-BE6A-C2BC036DD16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9" y="2623458"/>
            <a:ext cx="4517572" cy="1230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FBBCAA-4AD2-1CAD-40AA-5F88AF1B7A4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98855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2FAB720-4E94-88E4-8199-FCD727EB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A7D8AB3-94BC-CB5C-6D80-7209543B2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Accessing Array Elements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59F9A25-3DE8-E2BB-6E47-7967E362053F}"/>
              </a:ext>
            </a:extLst>
          </p:cNvPr>
          <p:cNvSpPr txBox="1"/>
          <p:nvPr/>
        </p:nvSpPr>
        <p:spPr>
          <a:xfrm>
            <a:off x="1156225" y="1781107"/>
            <a:ext cx="57017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 to lists, we access an element in an array via zero-based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Again, much like with lists, we can access collections of elements via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2959E18-C1AF-C0F0-9946-76AE5CD10C4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46754B-7B5E-13C5-DB4B-53812E6F477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9" y="2623458"/>
            <a:ext cx="4517572" cy="1230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A45713-D61A-6CBD-7F2B-887444163E2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30" y="4998094"/>
            <a:ext cx="6204856" cy="783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E77A16-8F98-D3EB-8189-6F8D81045A6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9" y="5081583"/>
            <a:ext cx="6016171" cy="569918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6F1A29-BDB2-55D5-5B03-2C48947B3AD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4704196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CC32FE6-E224-7034-29DF-38B1A28EF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1CCA52C-3C81-7C60-DD6E-6313048D76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Accessing Array Elements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3820E8-6DD4-A464-9B94-54909644A03E}"/>
              </a:ext>
            </a:extLst>
          </p:cNvPr>
          <p:cNvSpPr txBox="1"/>
          <p:nvPr/>
        </p:nvSpPr>
        <p:spPr>
          <a:xfrm>
            <a:off x="1156225" y="1781107"/>
            <a:ext cx="57017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 to lists, we access an element in an array via zero-based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Again, much like with lists, we can access collections of elements via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E8B65A7-F04D-C1B0-C737-A546E0A4205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4B255F-37C4-F782-92BC-791EE314159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9" y="2623458"/>
            <a:ext cx="4517572" cy="1230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9761A0-28C2-19E7-D65A-C9C062B8B9B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30" y="4998094"/>
            <a:ext cx="6204856" cy="783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997ECC-6A63-B072-CC9D-D73E518708B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9" y="5347207"/>
            <a:ext cx="6016171" cy="304294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1A41C4-6BCC-1F35-C908-46BE0852398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846100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FCBC0F1-68CA-E5F9-B06B-63FB1BD4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C646BA3-1DD3-B7A4-F997-6D06024B66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Accessing Array Elements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C99893E-D64B-04A8-0B05-02576C496863}"/>
              </a:ext>
            </a:extLst>
          </p:cNvPr>
          <p:cNvSpPr txBox="1"/>
          <p:nvPr/>
        </p:nvSpPr>
        <p:spPr>
          <a:xfrm>
            <a:off x="1156225" y="1781107"/>
            <a:ext cx="570177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 to lists, we access an element in an array via zero-based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Again, much like with lists, we can access collections of elements via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9BC6EAE-C221-4A97-84C4-3857B0377EC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745A3-604A-34D2-2BBD-8A3AD9E623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29" y="2623458"/>
            <a:ext cx="4517572" cy="1230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45027F-FD0F-BA49-8719-795A98CFC46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83230" y="4998094"/>
            <a:ext cx="6204856" cy="7833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679075-E16D-2089-9D9C-E1239DD434E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821" y="1990799"/>
            <a:ext cx="3315629" cy="64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7714016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5C46C5-C3FD-2A30-37C2-A4E58AEC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EB6C24-C07F-6AC3-132F-0D678DFBCE8F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8332309-40E1-6BC7-12CF-834AE9A150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C8FC50A-CE19-676E-79F4-28EB019468E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61902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DBF790-1C81-D618-C4A4-8F8C7DE8F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295384-5E36-E08C-689A-7410DDE22E4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8EA7F8-E50B-30D5-E1A4-0C3DB4FFA5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8A58379-640E-9CEC-CBE2-F9753566136E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0BE760-7001-4C8E-99CB-12F2A3E16F0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12205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F6F4234-70B9-2261-486D-9C039134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3E55868-40F6-E887-CEBD-025D05F667E8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DE45916-EC4C-6193-E5C2-A69686103C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737E985-FFA1-3F8F-73D9-B078A92C1248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2FA58BC-B227-CD59-2752-3E210BD3E1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86429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53FBE8E-EEB5-09E6-80B6-DA798B91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9B6E08-0CA4-BAB7-C88E-783895A3DA31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0E339E6-8731-C932-FDB7-F0DE2F71F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AF629CB-5852-3789-CA9A-97CA9A955416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EE117D2-460A-1D39-886C-2BD212E127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FCCA8-8508-3EEF-88A6-17E904F537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95D719-15E3-2F01-1B3B-C83EA2F3C1A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72625" y="2386997"/>
            <a:ext cx="1946975" cy="3042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765651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5F682CF-0CFB-DE84-DFF6-2ED4AECBE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A0ABA2-FEBA-2C29-917E-8B680476DC7C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548B6A-024E-621C-D08D-C9AF9F7DA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6396A23-3CF3-2FC4-E1C7-6AD1812BDF04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F18BE0D-4A63-EA33-61A5-DF20009683D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8EF85-771D-89FD-CA3D-DBBB3A1D4C6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397511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B7D9E8-7801-CDA8-66D2-574158C1A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826D8F-CFB0-2024-8BA2-8FC8E2C8564B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BB0734D-C9B8-E07C-8155-45E2539577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4DCEDB7-8191-03D6-B4FA-449674F7C777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DCCEC71-0C93-9268-9695-24F63A929A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5BF41-1ADC-18C5-B91D-A8A3CA17298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60695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7E93272-3C23-3EC0-6FF9-6E3FC8C4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FF9CAE1-4E79-719A-CC43-E1CE47AE550A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4F0AEB7-E67B-2697-CEEE-C8699BDC5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5927CBC-89E5-F057-7D53-6CA2827B9ADC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5BF4EAE-1CCF-BCBA-E48E-EE904EFBED5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FDF87D-1CA1-33A7-91AC-18A49C34014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58527A-1A34-56F1-77F8-AA0A9D43B8F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0112A5A-77F3-A1A9-FC7B-EE0544E108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95881" y="3465254"/>
            <a:ext cx="2721012" cy="11841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675717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FC5F990-2FCA-2496-5E50-E1584061A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F6B43A-E6D6-D79F-BB84-2B85E3A39D8A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008A78-9181-7661-B162-3E5AF20F76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BECA9EC-C8FC-2944-236C-EA0039FC9A8B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2CD160A-8833-36C2-1FCE-1E7F7348145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197977-D56D-5B2A-E443-ACFDC1ABD9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7E4605-5FD9-2A1C-6D72-AF2DB7AEA3C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3596A3-32D6-9302-0654-8F4D9C1548C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95881" y="3715351"/>
            <a:ext cx="2721012" cy="9437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15964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D0EEAF4-D79E-735D-5BBB-D5C14373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8B335B-B70B-5468-8DAE-F1D43881B62D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542FBAB-BA4A-18B1-703F-F01616D646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C224FE9-3D92-03F1-A95F-5207057EA76F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D1E6CDC-9C70-3C22-B31D-7A5246DA43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58189D-A9F4-CD79-3BB1-F9E11A7CDC5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D7BAB4-72AE-5A73-C69C-DE8971DF80E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D166B4-42D1-DF2F-D668-98FD43E05F9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95881" y="4147814"/>
            <a:ext cx="2721012" cy="5016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992116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293D78-44A6-C81A-288C-622B7FFC6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F72BF0-D189-0793-993D-0A6F5683BDB7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98DA9A3-4728-B859-D07A-DC8EDD1A0C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D4797BD-C0DE-C913-1108-0508034D710B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3B08B4-333B-039B-B861-C7412D373A4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DBB6C-6042-A4F8-E742-1A2663806DD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BCFD42-6F52-BBCD-8005-9FE34B612C2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9D1F20-5F14-EBB5-4548-038E92BFBC7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95881" y="4340994"/>
            <a:ext cx="2721012" cy="30843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518690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E2C1BC4-66CE-433C-75BB-60CEF402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162C3C-56AB-7FA0-D259-2D648FE75442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8B03A1-57DD-7A83-6AC2-BFE7807D2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619FFF6-6234-B537-6C1E-38102983F6D0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6D49C8-C62E-83A2-6ECE-06C39FC525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16CBA-D4EE-E475-FF7F-1F6473B8AA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0148DA-78C0-FA4B-7CA1-B7A3566175F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113025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BEBF875-4340-456F-33C1-990E5C8A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2370E3-3B91-A584-DEC4-019AD0D72CD3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D13544B-32C6-24C5-89E3-7305949AA2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E7C617D-BDB7-63FD-5144-3D1CB6BE496F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do this computation using 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list comprehension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4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4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DA6E0D5-9767-3A81-74D0-30445097342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2CD5F-08E0-0B63-1906-E0358A6442B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7591DA-72DA-BE2C-7552-2C5BB7D6034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70816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DFBC1C8-8A6D-6F11-B0E7-2F843C1D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C95EFE-ECD8-3651-194E-65444BA29382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B185E62-C5E0-CF9A-ADD0-927CC63E06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8DE91C9-CDEB-8455-EE34-51D254F4F8D4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do this computation using 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list comprehension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4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4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2272C4A-8BBA-362B-920C-F2F836C157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83A3E7-35E8-2A8C-6678-9339BCEB3CC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83B5B1-1F8F-01C7-D298-F9A1156AC7D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27532F-D498-590F-E2DF-C53C287F685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5327266"/>
            <a:ext cx="3943357" cy="372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3A2D0D-5688-F832-0067-BFFF862666C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72680" y="5340304"/>
            <a:ext cx="3866702" cy="3404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580358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94717F9-BD25-1E9B-1CEC-5DCBFD922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FF6DB8-FCD6-0B54-48DB-D3EA3B7C986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FEFE728-6696-9F2F-B0D1-6E673C59E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11742B1-1454-450E-F126-C44553CA8EB1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do this computation using 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list comprehension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4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4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D29B55C-F2EE-4AAC-DCE7-44A8874C747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B16879-A288-EB42-2743-7F1A82EB83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3B7EC4-A0C6-0D43-7D6A-E7F95392FB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FCF59B-274C-0227-B3F5-001580DC12C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5327266"/>
            <a:ext cx="3943357" cy="3726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958196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3924FBF-7C61-AF29-C3E8-2412E3CDC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1BF4FB-57B4-0D2A-CBBE-3216C442549C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29EEEBB-DFFE-5441-38C2-E22EDC164A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3E69E15-67FF-2AA5-159B-3DC2C539D707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do this computation using 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list comprehension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4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4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1E437A6-DFB2-4322-8BAC-F37B3F8CCC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DD90C-3C9A-C050-7E7C-0CE9ECF6EC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BBC0C7-4B1A-0F15-EB60-17B1C4673E8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199340-FA35-137C-4082-9FE2A1EA8AE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5327266"/>
            <a:ext cx="3943357" cy="3726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98;p20">
            <a:extLst>
              <a:ext uri="{FF2B5EF4-FFF2-40B4-BE49-F238E27FC236}">
                <a16:creationId xmlns:a16="http://schemas.microsoft.com/office/drawing/2014/main" id="{8DBCC64B-9B69-B79B-45BC-F67AC070F67A}"/>
              </a:ext>
            </a:extLst>
          </p:cNvPr>
          <p:cNvSpPr txBox="1"/>
          <p:nvPr/>
        </p:nvSpPr>
        <p:spPr>
          <a:xfrm>
            <a:off x="7391400" y="3773048"/>
            <a:ext cx="4079117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See week 3 advanced notebook for more on list comprehensions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137410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21C014-581A-152D-CFB5-327E37E89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BFA6509-95F3-9578-D903-60960062F0C0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1FE321E-1BD3-7D9D-03EB-F888E0086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7030B9C-770D-79DB-EBC2-2ABD391B904F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do this computation using 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list comprehension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4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4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B35312D-3DD4-0569-E8D3-53A299D67F6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34B84-ED9B-9B6F-B2F9-8789B5A80D9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137773-147D-8CAA-B2DE-D61E1A4B8AA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60BE79-99E3-8432-96E5-373D4692721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5327266"/>
            <a:ext cx="3943357" cy="3726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909393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E589DF3-2180-6015-49D2-1A109FD3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8B3A28-2A1B-BCD1-8034-37D7806A322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DAE32EF-BDDD-3C82-A4CF-1DE04185B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233B9EF-2420-530B-33C5-4CF93205F10E}"/>
              </a:ext>
            </a:extLst>
          </p:cNvPr>
          <p:cNvSpPr txBox="1"/>
          <p:nvPr/>
        </p:nvSpPr>
        <p:spPr>
          <a:xfrm>
            <a:off x="1156224" y="1313021"/>
            <a:ext cx="903599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main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use arrays is that lists are cumbersome when performing maths.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have a list and want to double each of its elements: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need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loop over all elements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list1 and create a new list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do this computation using 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list comprehension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4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4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Still, an explicit loop is needed. Loops in Python are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slow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A391E8F-2C85-7FE5-138A-23B779AE499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E5C719-A3BD-D982-424D-2FB27CD43B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2360561"/>
            <a:ext cx="2069689" cy="357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6C841D-D285-1A22-B5FB-99193F0721A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4696B3-E372-1D6E-DCFB-E644A08E6F4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5" y="5327266"/>
            <a:ext cx="3943357" cy="3726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670681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7667BE9-37D1-6B7D-B342-13DF1FFAF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37EE7B-DC5D-F86F-0FE6-ECAA64CC29C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02B775C-0989-04FB-19CF-27BBECE39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2D1156E-69C6-F1F9-0361-C7FE090B1B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24A263-3E42-74C2-6451-FF771A4EFA4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4526" y="3432260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4227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675BCB9-D032-986B-243B-B0C8224CA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1D0F3F-DD69-6EB3-1D1E-13F35CC6B2EA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B98EF0E-03D4-AC84-59F9-66AE8944B4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BFD6E9E-22D7-AEBB-45FA-C6EB01C883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FBA42-855A-D385-FFAC-F0FB8DCFD9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96196" y="1572996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309241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8860C4F-F305-BB04-4756-34AE1AF05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354AFC-20A0-7471-51EB-E63A56282E6A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5254E87-5C9A-29E4-318E-771DF36B48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C12BF79-9DA8-BFB3-DBCE-31193FA71A1B}"/>
              </a:ext>
            </a:extLst>
          </p:cNvPr>
          <p:cNvSpPr txBox="1"/>
          <p:nvPr/>
        </p:nvSpPr>
        <p:spPr>
          <a:xfrm>
            <a:off x="1156225" y="1313021"/>
            <a:ext cx="72410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NumPy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 avoids the explicit Python loop.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F15CAEE-B750-6316-71D2-3C47DD5A265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364EE0-47E9-934B-F464-73D860BBA4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96196" y="1572996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10786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87E1C2-5739-9D19-404E-DEED5D136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B3FEDBC-3D93-77B2-83FF-677A5EB22EE7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ACEC718-13DD-061E-32C3-9F0924F4AE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594F790-F197-F2AB-9334-D7994B18A715}"/>
              </a:ext>
            </a:extLst>
          </p:cNvPr>
          <p:cNvSpPr txBox="1"/>
          <p:nvPr/>
        </p:nvSpPr>
        <p:spPr>
          <a:xfrm>
            <a:off x="1156225" y="1313021"/>
            <a:ext cx="72410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NumPy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 avoids the explicit Python loop.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44990B2-C350-2BEF-3F4A-B42C92D295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C54ECE-5310-A46D-959D-C86FF4C9A0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96196" y="1572996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A2577F-CE01-2F48-1586-B0F0F6B28D1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31571" y="2104921"/>
            <a:ext cx="3516087" cy="13052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5CD94BD-3520-AB68-8B52-E4865469C43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16340" y="2149521"/>
            <a:ext cx="3343316" cy="12221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252331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BBF7472-9A5F-9310-32B7-75D073E77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7A18F7-40B4-2FB4-895A-A6F6701DCEB9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6E20346-F31C-D514-3B21-2A6D8D13D8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0FF376E-ED48-22F1-51FD-D92E31ADCE16}"/>
              </a:ext>
            </a:extLst>
          </p:cNvPr>
          <p:cNvSpPr txBox="1"/>
          <p:nvPr/>
        </p:nvSpPr>
        <p:spPr>
          <a:xfrm>
            <a:off x="1156225" y="1313021"/>
            <a:ext cx="72410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NumPy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 avoids the explicit Python loop.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9CC4032-51AD-584A-15AC-DE61D7A4C4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CB4284-C5DB-BC02-BBEC-F14A0A2DD1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96196" y="1572996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897BC3-2E68-02F4-99D0-4D2C640DE5F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31571" y="2104921"/>
            <a:ext cx="3516087" cy="13052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E3291E-AC08-89A5-EFB0-8490B1652A5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16340" y="2425565"/>
            <a:ext cx="3343316" cy="94612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123612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D153B53-7B10-B0D8-2FCC-F0DF698D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7B7276-20DD-1CF8-9E76-434F83974661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A42A9F5-CCF6-46C9-8032-18713DDBC5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6320974-CC49-CE86-6199-0AF9321F0EBC}"/>
              </a:ext>
            </a:extLst>
          </p:cNvPr>
          <p:cNvSpPr txBox="1"/>
          <p:nvPr/>
        </p:nvSpPr>
        <p:spPr>
          <a:xfrm>
            <a:off x="1156225" y="1313021"/>
            <a:ext cx="72410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NumPy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 avoids the explicit Python loop.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CA0A547-36AA-ABEA-EF6D-9919622CB4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138AD7-C93A-8871-67D1-B757454ADA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96196" y="1572996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8F7091-3B32-0E06-1EB8-C993359CDFE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31571" y="2104921"/>
            <a:ext cx="3516087" cy="13052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960C9C5-B848-92D4-A852-619EF57EA1E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16340" y="2646947"/>
            <a:ext cx="3343316" cy="72474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59736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2897F89-F48E-FE96-FFD4-7FA0C67E3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A3A3D5E-ACA3-EDBF-ED24-0651C051602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037DFA6-55B7-42F2-A0A8-E45AC7FB9B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A26231-3607-8AD6-27C3-CB7ADB2CBC93}"/>
              </a:ext>
            </a:extLst>
          </p:cNvPr>
          <p:cNvSpPr txBox="1"/>
          <p:nvPr/>
        </p:nvSpPr>
        <p:spPr>
          <a:xfrm>
            <a:off x="1156225" y="1313021"/>
            <a:ext cx="72410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NumPy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 avoids the explicit Python loop.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B26060E-4629-A713-56DF-88EDA912BA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52A745-DC8E-43C0-F7BB-F2B8412386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96196" y="1572996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A16042-3D67-1DEB-6FFD-8B2F7094D13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31571" y="2104921"/>
            <a:ext cx="3516087" cy="13052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3B2431-E000-233F-6175-2BE0336387F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16340" y="3012707"/>
            <a:ext cx="3343316" cy="3589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3964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5A0C11A-3F7C-49DF-D25E-BA981BD5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E73C7-32F6-6FA2-6E0D-73A0CC0F0D9C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6C7330A-59A0-22DC-D76B-FF89E2B482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98D79D-E827-1100-532A-234485A21117}"/>
              </a:ext>
            </a:extLst>
          </p:cNvPr>
          <p:cNvSpPr txBox="1"/>
          <p:nvPr/>
        </p:nvSpPr>
        <p:spPr>
          <a:xfrm>
            <a:off x="1156225" y="1313021"/>
            <a:ext cx="72410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NumPy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 avoids the explicit Python loop.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C01A4E5-C055-D980-6614-8AA6E892E3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55A322-F4AA-6CCD-F4D8-2693BFCBDD6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96196" y="1572996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9E79C1-8C7E-DB6A-719E-06D4D1A91C4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31571" y="2104921"/>
            <a:ext cx="3516087" cy="13052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73921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5AE8736-5923-7A01-9664-654920CD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464CA7-A865-2CED-86A1-12B3F2E49381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AF869F5-EEE6-E9DE-66D9-3DD916D5A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028DA99-48B6-131D-0545-FB968B40F3CA}"/>
              </a:ext>
            </a:extLst>
          </p:cNvPr>
          <p:cNvSpPr txBox="1"/>
          <p:nvPr/>
        </p:nvSpPr>
        <p:spPr>
          <a:xfrm>
            <a:off x="1156225" y="1313021"/>
            <a:ext cx="72410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NumPy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 avoids the explicit Python loop.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not just a cosmetic change!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BFB21EC-89C7-3905-C49D-D8C90567648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6B9742-7800-AC50-2C6E-5F5F76AB45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96196" y="1572996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52AE16-0D09-4942-9F77-7BBF93A3A3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31571" y="2104921"/>
            <a:ext cx="3516087" cy="13052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989235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1E746E-605A-63DB-E2BA-B167FF9D5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BBD08A-5CFD-9BF8-3FA4-D063C61249A3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CD6ED50-6F26-E464-D40C-DF2283FF70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Element-wise Operations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A6AD049-9DAF-B07F-4674-5B0FEBE2EFC5}"/>
              </a:ext>
            </a:extLst>
          </p:cNvPr>
          <p:cNvSpPr txBox="1"/>
          <p:nvPr/>
        </p:nvSpPr>
        <p:spPr>
          <a:xfrm>
            <a:off x="1156225" y="1313021"/>
            <a:ext cx="72410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NumPy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syntax avoids the explicit Python loop.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not just a cosmetic change!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Under the hood,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uses an efficient architecture that performs operations in compiled code, making it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much faster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than Python loops.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40F21D-2B89-B883-26D3-AAA2810386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D8D600-82AA-C9E6-9757-0C20260351B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96196" y="1572996"/>
            <a:ext cx="2874320" cy="12460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07336B-6ADB-B2D3-0BEC-DE7B1DCBC6E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31571" y="2104921"/>
            <a:ext cx="3516087" cy="13052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4402738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D116F48-77A0-C69F-8090-9E6E0214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758C8A-4652-8A39-D73C-F12734B7241D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C807E7A-3408-6434-30B0-61E018F54A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DDDCC27-77AE-5EEB-4904-A0C2B011EF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6687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3980666-2AE0-3DFD-2DCB-348BBA24E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2C7298-37EE-BBFE-22D8-B819BBE01EAF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D2DE77-C267-7135-62A2-E795E49258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B210A5C-9BE4-3E9F-C162-442A57339289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4E1765B-9D44-9F1C-6E9C-0E17AD5CDE4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4413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43E4871-5180-FA4D-853C-3437EE6B9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BC25A2-8072-E754-D9DD-82237DEA2C99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FE0A56D-360F-86B1-03F5-C3E28ED15C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4A1AF42-BB7C-CEC9-AEC5-77970454F150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F4B38DA-0F93-6E6C-171A-3CB0858BF4E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28531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8568F1-5D9E-B5ED-8E50-00E5C3A9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6F348E-9511-DDD6-2EC2-D555276A681B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9860E50-1F19-FE6F-C7A3-FF08DC29F3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8B5ABB-71FE-CF51-3FCF-B5D298F35762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C72099-FC30-DBCF-4E44-6FC63B8FDDB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FF4B6-E9BC-AF0C-51E6-E0DBD9B49EE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307079-A5EB-BBA4-D5FD-A59628FBB92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39134" y="1775846"/>
            <a:ext cx="3840058" cy="5619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331770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C08522A-D7C7-7E12-194A-6D462543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95C7E6-8250-2520-C61B-0DDFAE2BAA3F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E136CE5-9F7D-03BC-EFFD-F98CCA02FD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9F891E-A88B-CFAC-A4F3-E74DDDAC8DEB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5A0B27-DA2C-1C39-B797-A679C1040CA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89E23-4731-276D-9D1A-56BCD997EC4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01E5BA-8C5E-0A75-EE3E-C25160F618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39134" y="1981200"/>
            <a:ext cx="3840058" cy="3480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021179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10C13C8-304D-A721-5E26-3674E28F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BCAC037-EEB6-34DC-B4BE-F58B2AB8A8A9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7F36BAC-9DF4-FC41-B192-04598E688D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85421DC-77BE-DDF5-0D0E-5D78F4796BD2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2A749C4-B89F-B504-C81F-DE30A0DA0AF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A8B4E-D927-F615-E680-90E8E32FF3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44D074-73C8-829A-ED93-1FF1E2175DC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39134" y="2150376"/>
            <a:ext cx="3840058" cy="1864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82273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8DF5D9B-6B19-DA4A-0A61-6419C02A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52F6B2-EA55-98B3-F591-0EE6BFC513AD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46A9BC0-5EB2-93E0-AA3C-A3C15F2377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3338FCF-B38F-09A0-684D-491BE9037AC2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2D46542-5B4A-A82E-F7FE-EB468236E0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0E217-0EFD-BFE2-016D-27A24CEC2DB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066048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6BEB4A8-5615-29F9-7837-9DD212B6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71DC47-3476-C7AB-C124-160B97781E48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D2CE139-38BA-B1A2-C11E-48AD58630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D8B0E9F-4496-D016-3942-CD2DDD7EA901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67D9883-51D7-3B47-5872-144F840722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CC2BFD-E2A1-A62D-6810-7696A4696B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733401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BABF7B9-5507-B641-AA01-4E8C091AD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5ACBFE-BC4F-BDA8-DF5D-5E9926447BBA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918F367-540D-B1D2-2A23-994F9EF35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EB633DC-FBDB-BBC4-B539-B7901ABE6A77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8ABEBE-9A7F-66D1-5FE6-2AFF150812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C1CC2-77AD-93CF-E830-978C4AB0EF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0F14D1-D842-9832-8E27-893299792E2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406" y="2943670"/>
            <a:ext cx="7728901" cy="3192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3B15EDC-6143-214A-C49D-A1819201EC9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64797" y="3005697"/>
            <a:ext cx="7558849" cy="303896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225214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CDC52B0-8F95-CAE9-1A4C-EC393C8D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D0FCF04-3106-F4DB-B20F-DF24C060D891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C35DD69-668B-2B95-9F99-9258991B08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E7556A1-674B-41E4-94EE-5AA0543EF3FB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BB7EA4-F324-54E1-E779-B7601D978BC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01755-158F-1B0D-A556-C905429B8EC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98B68-132B-08EC-6B2E-36E9AF202C0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406" y="2943670"/>
            <a:ext cx="7728901" cy="3192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EF638D2-2713-ED39-3EE6-9164FA560B4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64797" y="3428999"/>
            <a:ext cx="7558849" cy="26156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973165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62A4D82-9965-D4D6-5D0A-607AD5FA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E720455-6718-02C3-7DDC-5D402BD9DB82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8D7F56A-40A1-CCB0-C230-EC1E544E89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72A0720-2DD6-D146-8F96-D3AD6546A79F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62CC5C8-73FE-E56F-4C2F-6D273CFD1B7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82513-977C-9296-5A28-7A08D40DA1C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7D415B-6648-D465-448E-CE1E9EABB7A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406" y="2943670"/>
            <a:ext cx="7728901" cy="3192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6DA6588-8C81-9CB8-825A-334F49F3682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64797" y="3609473"/>
            <a:ext cx="7558849" cy="24351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776573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D94C42-0C9A-0274-ADE7-E6098C7F4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D97E9E-5934-5B32-4EE6-92F1175CFD71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87121CF-B225-AF87-B870-5F48FAE597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53DF0BC-6763-7B18-6842-8BE742562146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E208562-2059-9752-FA73-1EA29652E6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85E87-C75C-5C4C-CCDB-2F5A3F9E9EE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7C19C-50E9-C86D-2EC1-A2275251B35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406" y="2943670"/>
            <a:ext cx="7728901" cy="3192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C1404BE-1684-7684-A346-2043F035012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64797" y="3811603"/>
            <a:ext cx="7558849" cy="223306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034478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560C4FF-CC45-E9A6-45C5-C3D584319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B63548-4A88-BF5A-22AE-691E15BE0BEE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ED6D191-1B32-03C5-8CAC-F0232792A2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8711FC0-A70F-8CA6-F872-30FBE4FA5730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AFC76CA-9273-93BF-DE87-D6AD0E63FC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2E0D0-E7DC-06A7-5E42-7E1399C56C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79C41F-2AF0-0DA5-507F-3709256821C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406" y="2943670"/>
            <a:ext cx="7728901" cy="3192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3385C5-7A20-4295-4748-17BAA66674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64797" y="4032985"/>
            <a:ext cx="7558849" cy="203093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931198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A435DC5-5BCE-EB8F-6CC4-2F043946B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F09A2D-5725-34FB-904E-23A4B3B964DE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FCEAD1C-31E4-412E-84FC-5C3A13C7AB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EDF906F-A7FC-37C0-D8D7-63C6B32B5CA9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E2E2527-C2D4-7412-30FA-A12F99110F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770DE-321D-C82D-07C7-39318C33CE1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3995C3-F37D-1D14-137F-5189EAD15D7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406" y="2943670"/>
            <a:ext cx="7728901" cy="3192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B4CE9A-BD7D-B2FB-B2AE-26CA3FF323A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64797" y="4302493"/>
            <a:ext cx="7558849" cy="17421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973947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84BEF1F-1B8D-6B9C-88B1-3E999566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C801A4-5C6A-CFFB-67FE-4AAD941CDF43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D62821F-2381-4D98-CBD1-51B7D78A58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2CF0F5D-D6CE-0975-2A45-1C995337C0A8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9F0143C-3E3E-AAEF-2832-7CC799A0427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AE96DB-7241-EC13-5305-35B7746666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F73CFB-9719-9107-ECAA-653D3944669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406" y="2943670"/>
            <a:ext cx="7728901" cy="3192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ADDF10-E54C-FC35-169F-41A5F61B7A1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64797" y="4812631"/>
            <a:ext cx="7558849" cy="12320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566538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635847-F2AA-D548-0A9F-ECCCE36C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44301FC-EE04-9B5A-B171-328A5718D8C9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CE926A5-5675-A5B4-3DF0-71A05925F6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98040A-C764-FDF2-3536-50D20816E4D9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A9FF75D-6900-B91E-C6AB-33DF7DFBA0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7001F-F7E1-9C71-88FB-337E41D0F6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37A7E9-5BF6-2EE3-9BCA-4804176F88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406" y="2943670"/>
            <a:ext cx="7728901" cy="3192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D55B26-BDBC-E980-BB70-2D99811D578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64797" y="5035671"/>
            <a:ext cx="7558849" cy="100899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812651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1C4BF9-281C-2E75-0BAF-D205EF162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A4FD25-EA04-1739-C313-07A9E512022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1B1E54F-5794-E404-C2FA-B1F91E0033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DE8F63E-56EB-BFCB-9568-D4BEB5256A8D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1891ED-B2D3-E155-3135-43AF801085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1DFFD0-6FA4-B47A-0043-B22C916B9D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5F230A-D5DC-6E5C-F4E5-05145AA157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406" y="2943670"/>
            <a:ext cx="7728901" cy="3192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7ECD28-4E99-831E-1364-FC47FB25C7A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64797" y="5447008"/>
            <a:ext cx="7558849" cy="5976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401511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69545A5-2DCF-20AB-3C1D-3CCD82A90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7C7744-654B-DB99-DAF8-EE8F0BFF11C8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4950950-289F-71C3-F253-A3E23D16E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D3F3F0F-BC46-68F0-87CF-9B049E9B3A96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62FF518-D3BD-5F68-074C-E8027EF2D07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E5673-F4AA-572B-EE86-0BFCEA0A87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161FC-C5B7-6C98-AAD1-C71CD78ADF0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406" y="2943670"/>
            <a:ext cx="7728901" cy="3192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0AA3508-4D7D-B74D-AF3A-537B655074E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64797" y="5804034"/>
            <a:ext cx="7558849" cy="24063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335951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9B2E7E9-EE63-CEAA-D408-DB207CED2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F49597-2B53-0D6B-90CC-E8B1B5ED31F3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376BE9-B445-824A-2642-686B8386A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Performance Advantage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B7A8106-070C-7BB5-2855-7BD182470B44}"/>
              </a:ext>
            </a:extLst>
          </p:cNvPr>
          <p:cNvSpPr txBox="1"/>
          <p:nvPr/>
        </p:nvSpPr>
        <p:spPr>
          <a:xfrm>
            <a:off x="1156225" y="1410992"/>
            <a:ext cx="62134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track the performance difference explicitly.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create a large list and array with identical elements.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then track the time for the two operations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71D9541-E537-392E-9745-D48C6058B7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80261-9DA3-A233-2AFA-01D67C981D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0683" y="1721086"/>
            <a:ext cx="3978803" cy="6533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E18307-6F9E-16DD-A4B3-17A5876548A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0406" y="2943670"/>
            <a:ext cx="7728901" cy="31923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251230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607A4D1-95BF-D0C0-38FA-4900F520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A376EB-65CD-079F-EEA1-FC37EF6C960D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317ECC9-06FE-F60E-E38F-BF8EFFDA4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F5AD632-E09F-584C-ECA2-BE4CF42B6C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96786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A892AE2-6096-D58E-3F33-993A63550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6F931C-C853-B5FA-0355-645AFA50C962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228BDE-DC3A-6D1D-4958-53089A7CD7C4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C822611-47CC-D7CA-7484-9F89F9368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9A37317-BE25-28CE-CF1F-A174DA57B90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9271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3DFCCAB-CF1A-5E49-290B-BFB2405DF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11DBE1-513E-0456-C921-0134FB0E1032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C6345BA-CDDB-1CBD-728A-5E7EFD2D2A05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2C0DCAB-696C-4221-ECD5-328F38B1C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3D98615-ADEA-336E-2C6A-2F67C7BA22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CE7A4D-553C-6764-5945-1FC3189C5A9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209010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B2BDEE3-3D65-5EAA-04FA-53F8D192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EDB008-A644-C929-CB82-857A659E5E7C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017F72B-509B-761D-78AC-3E1747B4AC45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9CEBF01-E047-7FBE-001E-D7A2204D9B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40AD494-0B59-A3B5-BA00-28BD609AA3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180372-D0FC-7437-CCAC-F344F32BCF2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598765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E82F8EB-FFA8-AA8E-291F-1C4E5AD76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0E0DBF-20A2-6EB0-301B-3AE54B5C8ECC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25638FB-B9FC-4D7B-6BCA-3786C8154119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7357F24-B41D-D280-48B1-104E6961ED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606CD20-6DA6-37F8-A4D5-20FCD699CC3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EEBCB7-904C-EC92-E3A9-D82F2106074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558092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BD077E0-5F6A-3996-67BF-CB4FC1774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E25DD4E-A041-EE47-B88A-68B330CA7570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CE53EE7-3AF4-D284-6911-B264BDF31F67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5CBD18-ACC3-62A3-26D8-D9DDBC67D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350CB76-2C4C-801E-5177-83F4EE09005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ECCC4C-57FA-9A68-0142-9EE94B0E3F3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979798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8FB909F-7A4B-E86A-7EAD-CD0009FCC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2146A8-2C05-018D-E3C1-A49A51BFE5F1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AA174B5-5500-A15F-41C3-F3037EA27677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3011DC1-9D7B-D358-A28F-1EB769691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719B113-A159-A5C8-115D-1CDE9BD68D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EB639D-1FC1-4346-5D62-02D34538AE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B9AC79C-AC20-229B-6757-DAE5615D9CCC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A0B65F5-3147-4EBD-7E89-A9D8DD7DC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72EA3CC-210E-DFA9-C1A6-EDF2A70CB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BFF0AA2-1B70-873A-D276-33CD88DAA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F73F809-D2BD-1885-FA0E-FCFB8FEEB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4B7B9CD-4026-A285-C97E-CE8F69E94D7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758" y="4143093"/>
            <a:ext cx="5832020" cy="107083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050900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50BDB45-A42A-6A63-9CF6-5C7AB7644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083D59-270D-C547-B5F7-0C3482D6E76B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22D6980-1C66-A9CD-4C2A-D47F81E3C0DF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18EBFFE-E4FF-5850-E9B7-4F845AACE2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5C95DE0-C47D-AC01-80A6-75B519810C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90DE34-C9F7-C9A9-C875-1F6735F0A75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6108CB0-9541-21C8-6591-400FC591B1C8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4E705F7-81B7-267A-BB9E-59CA830EF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77376C4-E2AA-323B-7329-59E04E09A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EF3290B-430E-2E1E-0B48-F0E9CD116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5CF22D1-5435-0BA1-3A49-35A5CF018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4B26B95-F18D-7D7B-BD8B-BA8FF528B32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758" y="4340994"/>
            <a:ext cx="5832020" cy="87293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331069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5ABBCF4-51CB-A5E3-804D-935554706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14D958-1695-E6B3-29F0-8443CEC1E3EF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2F8848E-6AF2-8E7E-371E-C9F5AEE20986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E4B4F8D-66D5-F1D2-ABFD-365F46D80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F74BB30-C6AF-8302-990A-564926BB527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E51397-4812-25E6-8973-CF2D5450855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79ED1C1-3C66-CE84-F992-D880E5ABDE06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E8BA898-3FD1-FC9F-5596-2D3C32146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344EC14-6169-6E45-A037-66D4B78E4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AE56FB0-FC9A-15F8-0A7C-7933299A2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77A1571-8569-D89F-BF7D-E640BAE92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3A0025F-BC1A-6936-C776-5713175CDCA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758" y="4522836"/>
            <a:ext cx="5832020" cy="6910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431256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7D2DC44-4085-5530-4DF0-708B41EC5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513DC6-BA68-DD3B-9E73-3778EC24A66C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8D113D9-2BA3-956C-DE90-841AC834F44D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C10C45-8645-D29C-165B-70DA7BA1E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6CBDCE0-8CC3-8864-96E6-8B19E9D8D1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72210E-3E45-7375-52F0-7CCCBCF79BD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9C27A3F-9810-D418-F891-4BA44E724AFB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A3B6EF2-5A98-E3C3-0E17-5D7B695B6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F5FF50B-C283-BC23-9C1C-2F63A75C2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DB7BF60-7B7E-A523-A1AB-F28D48D71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C003241-C886-B05F-9E54-65C198916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479D441-9807-F594-C77D-E09C6E7F313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758" y="4760277"/>
            <a:ext cx="5832020" cy="45364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288478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9A92A63-6800-40C2-6987-12C992FEB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01CC2-FC05-B046-B46D-45F33E6842ED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A5DB049-9A9F-1AFD-0709-4FECB756321C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B670754-1225-A422-1AEB-A7BA677227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309C6BE-2E45-5B43-250A-6370469FD3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20676A-B42B-FD57-835E-D854E23196F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1995FE7-6004-B407-02FF-9CF292F40061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D82E445-2193-DE94-E33C-E2DA88D18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60E18A8-F38F-7E22-DF07-A06AE9AED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A0E9432-AE77-965F-B95C-D188C3D61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4581896-2820-2FA1-A99D-05DF331BC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06A401E-37E9-04D9-2EFA-588AE9091DD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758" y="4974131"/>
            <a:ext cx="5832020" cy="23979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045067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633CA4F-60D5-FFBE-8472-D4F075E3E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72B315A-CF8F-CFE9-991B-11E0486DA1F3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757D0E5-86CB-8592-8D66-0C27AC2B7B62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EE1AA5D-760F-9B72-FF18-9F925D332B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014ED3D-76A9-84AD-B3CC-31D64C992DD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A31F91-E1AA-456F-63AC-22E11F050ED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AC00C5F-E837-9FD9-2BCB-ECB6F68C7871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7B0280A-A74D-A50D-0D55-0670FA929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A0B0ACC-7C7D-9201-0DFF-99534A5EA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3A9A53F-815F-8B34-1589-15A6F66FD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2152B92-B69C-B583-BC51-1B47FF712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730285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F7E4AE9-C00B-6351-2135-4BF0D9738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F78C3D0-52E5-B2D8-AE8F-E5B358673F5B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EE94F13-882F-CEEB-3307-C7022A30D3DB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4E561A2-4BA7-C2FB-F8CB-49F17FA689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9BD12FA-1B31-2934-DB95-A245EB36B4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043407-E2D6-F4F3-8C17-853EEB3EFB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C8F81A-0E90-39A2-7AE7-AD3B0B40EDA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6704" y="4115256"/>
            <a:ext cx="3530161" cy="11381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324E66D-C78C-87A0-DBF2-F499A921231C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DA173B9-761D-6C53-3E3A-9DD505EFC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822BC90-3AC9-EE49-0701-DEDD25E4B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C3739EC-C585-0608-6AEF-8F5121A18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C6F18E8-8A32-7DE9-36EC-37C825C3F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0FC84F3-D021-1E39-9397-129B14FE308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1005" y="4155795"/>
            <a:ext cx="3380860" cy="107083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547407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2842468-A326-50C0-2200-965A1722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DC1A10-B34F-7696-0747-2F09493CCC2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727409D-B351-FA44-F408-3CCC28FF20F7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6808359-EC14-C20A-033B-DE32BE2DA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123A96D-B7AF-D650-3BF0-C5C47536751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EDD4D8-EC32-9600-26FB-5570E1D64D7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4139AB-B5BB-6851-933F-2FB20F79532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6704" y="4115256"/>
            <a:ext cx="3530161" cy="11381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842E3C4-F9DE-DC2A-7DCF-0074B01344B2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38A1DB4-1F74-B947-380A-1A0DEF62F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FB38C7-174D-E938-8AE8-9DC085F1F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FF681C6-387E-CC54-5FD1-2F2DB6F7A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AAE889F-BB61-5CE2-88DF-C3E00FF72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F96A1A6-10E8-F168-CA93-AE0E005B999B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1005" y="4331368"/>
            <a:ext cx="3380860" cy="8952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002891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7AA58E5-8F9A-0289-C6A8-E3BE6996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72DD1C-80A8-318F-5D04-9661401A7FB7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1A63ED8-D506-9C69-2AA8-762B20239B8B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4A0E168-4683-06A6-A880-E216985417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DCF60C4-D7D8-3F45-3F18-6848711CA2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8D3D47-8A7A-18BA-C5EB-F85D2C1085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C1F37A-1E81-B1DE-1107-8DC83567C14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6704" y="4115256"/>
            <a:ext cx="3530161" cy="11381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67CC032-DD97-E661-C1BB-FC9B399E1F06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A5D78D1-2EDF-B8DB-089C-5B3FC7945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16C5B85-83B7-210D-C931-3D5DD0A35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7688DF8-9DC7-F992-EC21-9A262D118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3F8E15E-419F-6BC3-DBCA-94C2988A8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41ADB31-3470-9A1C-79D8-9EEA3728036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1005" y="4522836"/>
            <a:ext cx="3380860" cy="7037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079531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28F37A3-900F-A4CB-94C6-8E2CFB67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0E7862-6F0C-7606-C2AF-3296621EAAF8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937B9C3-DA87-889F-78C2-8A638A4B17AA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3257716-0FBE-7430-0D67-491E1297AD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3B31EF-C3DA-F112-A067-A01FBFDD24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ED3BDA-6F8C-7473-2A19-27C11EB32D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0225DB-07A2-F270-9AD8-9AB5F0652A4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6704" y="4115256"/>
            <a:ext cx="3530161" cy="11381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D12BE3D-320D-35CE-D781-D1642B5F6C33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39ED271-0D28-26DA-2D68-1B595A455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454F5D-4BBC-6404-C43E-0846CB9AA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DAB062E-77E8-D6EA-B976-D456F0A2E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145C9A5-E67B-70DE-550B-0444C085A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7901652-CA4F-682E-650D-B80E559C978D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1005" y="4742078"/>
            <a:ext cx="3380860" cy="4845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587730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D028144-9F58-C5E8-0588-68FF02EC4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D557C8-F233-CDF2-BECD-A72902DF7BD9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C0E2763-51DA-0B57-B063-354D17C3F706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98C32D9-9FA5-7CA0-1FB6-E8FE2B5586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C021CAE-161A-463A-DF37-58AE4513034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B4ECE7-B39C-4813-800D-326A156820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6E653F-08FB-8F94-D4F8-96B71315AFD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6704" y="4115256"/>
            <a:ext cx="3530161" cy="11381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CA15EE7-2D31-A9AB-1EFD-03D4734A5980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C34AD0F-EA45-BAB7-75C3-DF8A8D3CE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978ED6-2553-C421-6FE5-BCFA63F78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FCCC5C-8305-DDF2-4C06-A3F98B573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2E06B80-FA00-A78E-F312-457C4BB62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152A86B-9C82-7462-52FB-8710E94D1878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1005" y="4974130"/>
            <a:ext cx="3380860" cy="25249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549721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7FF9A47-DF4B-F0F2-FABD-7691F9973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7FA10E-2CD4-8576-C85E-C807D03C5750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8FE2013-A629-EF28-E6BB-70215308DFB9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3FD3E6F-5569-2618-DD35-CFF0766889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1D13456-B91A-7599-6B36-C9BD0D919B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B03E3C-7B91-0E70-C0D6-0197C4CED73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0AF904-24B4-BF92-6256-25D74AF5C50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6704" y="4115256"/>
            <a:ext cx="3530161" cy="11381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93C4D41-E17D-AE11-E6A0-C1EEA3CEA6B1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FA9B4B5-1346-96CE-461A-AFCF07B5C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39D24C-7859-20AC-5EC8-46F70E76C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19A152E-B64E-9886-6A79-FC366A190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0BD8177-4EC4-C38E-87BD-7B9600CB6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747392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6A28AF7-AAB1-109C-5CDA-2120EA69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1AD0A9-82E4-BD6E-E45A-41A2A11CB9BC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1D4E97F-43CC-22AC-AA89-0FEF9EAA35DC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multiplication we saw earlier was performed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element-wise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is,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each element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was updated according to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same rule.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plenty of element-wise operations to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Many of these are available as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directly accessed from the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module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operations do not modify the original array, but produce </a:t>
            </a:r>
            <a:r>
              <a:rPr lang="en-GB" sz="1800" b="1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copies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82DDF56-DEAC-1355-EF11-BCB1DE70EE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Mathematical Operations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579CF64-5682-54F3-6BBE-07954E81C48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6D3847-AF23-22B5-1859-ED26D96717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67057" y="1676324"/>
            <a:ext cx="2645185" cy="9819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6294F0-F9C5-53F4-C944-8BAEE7DCFDB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6704" y="4115256"/>
            <a:ext cx="3530161" cy="113816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13E3306-EE4F-383F-A3C7-C80B20A2F952}"/>
              </a:ext>
            </a:extLst>
          </p:cNvPr>
          <p:cNvGrpSpPr/>
          <p:nvPr/>
        </p:nvGrpSpPr>
        <p:grpSpPr>
          <a:xfrm>
            <a:off x="899758" y="4115256"/>
            <a:ext cx="5955520" cy="1138166"/>
            <a:chOff x="847444" y="5089067"/>
            <a:chExt cx="5955520" cy="113816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8687127-07C4-9F5B-7285-9CF03F123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089067"/>
              <a:ext cx="5955519" cy="11381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609424-B0F5-3522-A1FF-A1EAFE116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947942"/>
              <a:ext cx="5955520" cy="2397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574E066-C0E0-4439-192E-C30C616D8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527380"/>
              <a:ext cx="5955520" cy="4536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DBC5F26-95C3-D7CC-3507-0481EC65B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47444" y="5116905"/>
              <a:ext cx="5955520" cy="379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594029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028ADAF-D99C-D4B6-4885-E8931901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3066B20-6147-F957-7EA3-083EB3D13A3A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336A248-CBEF-CF88-546B-CC5F454C3C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00B002-2266-5B8B-486F-63329BF9D9D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04711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B22EDE-02BE-E4E8-B293-3633CC3AB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3D35DF-7FB5-3EA9-72F4-28620ABDD045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B9DE2E2-CBE5-4CE4-0917-AAF4157A769E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E3E09D-218C-715D-7520-4841325FA6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B50BE93-1B4C-B27C-7DB7-E806B18264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88366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DA0692A-6D67-6D50-C08D-6C62298A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EBCECC-B1CE-4761-DDBF-DE4B62C71DC7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E7F1320-BEBC-4727-9661-3480DD7D1EB3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the sum of all elements in an array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9564822-C59B-4D2C-7D86-F745795A52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21DC48A-E221-1F04-234A-2B2F20EA10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04976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5891321-9F40-040B-C2DE-617882C2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8F7FAD-D855-6EF5-04AA-D108849347B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16335B0-B3E0-F7BF-68C2-E340F4C35111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the sum of all elements in an array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Assume we have an array 𝑥 and we wish to the sum of its elements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13ADB9C-17B2-B56D-670B-ED2042A973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ABF895F-85FD-B14D-81C4-30F3DE2699F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98424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F66A677-AA06-FA87-ADA6-49757798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8639E9-18FA-A38C-AAE8-6D04FD726933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01944BD-3956-3FA8-2160-044CC338C74D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the sum of all elements in an array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Assume we have an array 𝑥 and we wish to the sum of its elements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500C31E-4ACC-7F6C-3D66-2D6A0EFD11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CD23A61-951B-EE11-33EA-AF9591BD23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88F284-1F3E-C5ED-A4DD-2CE16AE4CDB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00199" y="3494315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3CA1CE3-1654-02CF-C003-8F158F13937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92274" y="3522128"/>
            <a:ext cx="4727576" cy="37314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679070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DC6116-88DC-D9FB-48F7-1BD8016A3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32C0CAE-857A-9A69-CD82-B757D78B970F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C5E1FC-B8AE-2D53-1B48-6028D3FB99AE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the sum of all elements in an array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Assume we have an array 𝑥 and we wish to the sum of its elements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DCA8382-3149-8FA6-FC02-DDA22364F4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60B23B9-A57B-2B60-C0FE-79F174F599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26DAC9-68C2-9ECB-BFF5-CA4D0CE1261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00199" y="3494315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731445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644D2DA-F4E0-55C8-72BA-F2E3B044D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FBBB5A-CDFD-AC20-4919-247587322D26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8419D3E-EC4E-A0C5-5676-64DE3A629D87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the sum of all elements in an array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Assume we have an array 𝑥 and we wish to the sum of its elements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FA0326B-697B-3F67-46C7-F59EEABADB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F9DC95B-178C-C145-3D31-1E096A8E06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AC8AA6-46BE-B029-969F-59023F04E11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00199" y="3494315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DF5A87-99B9-061D-E657-B8C6A9EC70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46029" y="2167309"/>
            <a:ext cx="1578429" cy="10522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B17000-EDD2-E137-F89A-10EEE4ED300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87438" y="2203175"/>
            <a:ext cx="1489885" cy="94537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24377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07E63AA-88D5-C0C1-6FB3-6AC156B7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C2FF8A-280B-5519-ADDC-DE00941ADC5A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A657E18-1BA9-5584-4F65-1859612F6757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the sum of all elements in an array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Assume we have an array 𝑥 and we wish to the sum of its elements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2490C8F-340A-6A1F-7C28-A830478387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ECBA586-0A61-8469-DCD7-C8D3C8B9C1B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E8BDD2-0E2A-B8ED-8DFB-110A5F3A75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00199" y="3494315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735941-4CEF-6053-46DD-E26F3A9DE00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46029" y="2167309"/>
            <a:ext cx="1578429" cy="10522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3694588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CF666A-FB40-EE7F-9A00-325492FC3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272C12-5A1A-365F-CC1E-154B549E27EB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08EEE84-D638-AE1F-0ADA-F8FF05C2FCE1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the sum of all elements in an array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Assume we have an array 𝑥 and we wish to the sum of its elements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the below code: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D0D24E2-4A34-D839-32E0-E57CF53CDA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4D07412-9AE5-72FA-6284-C47115314F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4C6E6E-EBC9-610C-CDEC-EC77AEF723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00199" y="3494315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B5B8FA-F2AF-10C1-02D9-E553DFD188D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46029" y="2167309"/>
            <a:ext cx="1578429" cy="10522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563145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0608EC-932A-6535-7534-434711B2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96D9A0-F80A-3FDC-7FC1-FEE6A1C33F2D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A2BC860-F805-B844-7020-611401B02DB2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the sum of all elements in an array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Assume we have an array 𝑥 and we wish to the sum of its elements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the below code: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BF83DE-AF96-48E8-B80D-77BC770C01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05CC82B-DFBF-5A16-01D9-83AD1CAB73C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046463-EB50-B862-AA66-CF40B28BB0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00199" y="3494315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8D2C95-BD19-5062-F6B1-31182D1762C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46029" y="2167309"/>
            <a:ext cx="1578429" cy="10522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23BB6C-21F9-C724-7B3E-5E58C07713D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87284" y="4931232"/>
            <a:ext cx="2264229" cy="10341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D317FB-0F24-11D3-0CF5-F4731A7C978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15565" y="4974319"/>
            <a:ext cx="2121145" cy="94537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612110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EAFED39-D712-1DCD-7BD5-27CD7B01C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D44A66-0B59-4FFF-5E3D-35C36D1D204D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C49B0EB-486D-F418-8844-BD0EB1ED3A20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the sum of all elements in an array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Assume we have an array 𝑥 and we wish to the sum of its elements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the below code: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0887C3-8850-8F58-345B-040B0DD2BC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E449DB8-B054-85E8-C62B-1B39905D8B2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DF77E2-2352-E311-33E2-03EDDE0CD3F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00199" y="3494315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79E4D4-EA11-46C6-D9FE-8792AA703D2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46029" y="2167309"/>
            <a:ext cx="1578429" cy="10522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37A8C3-F5E8-3699-2764-282EABB049F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87284" y="4931232"/>
            <a:ext cx="2264229" cy="10341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FAA3CEC-961A-1C08-7F00-23F7592EF17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15565" y="5260157"/>
            <a:ext cx="2121145" cy="6595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196536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7AF2BF-7F06-BB4B-0E01-73C8F7949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BE6782-87C9-784E-ACE2-CAB5EC0782AC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3C441BB-2B41-6AD5-7164-52732E01F414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the sum of all elements in an array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Assume we have an array 𝑥 and we wish to the sum of its elements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the below code: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856F862-BDEA-993F-3958-56EDE5F02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CF6B80E-1253-783C-43D0-05F91F0B0E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2F6C98-96F2-2DED-66E9-FD49D893906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00199" y="3494315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A03274-437B-2095-0094-B851227A142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46029" y="2167309"/>
            <a:ext cx="1578429" cy="10522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62866A-C901-3ED7-47B2-0AD9A4B82B1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87284" y="4931232"/>
            <a:ext cx="2264229" cy="10341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75B4FE-9422-19A8-B7BE-28675C23AAA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15565" y="5599521"/>
            <a:ext cx="2121145" cy="3201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773747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E4B0F5-5685-8D7D-E3DC-6A1DE76E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078C22-92CB-D209-CEDE-F7D3D66C0C82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F84266A-080D-DBDF-A40B-0EECA3E01C11}"/>
              </a:ext>
            </a:extLst>
          </p:cNvPr>
          <p:cNvSpPr txBox="1"/>
          <p:nvPr/>
        </p:nvSpPr>
        <p:spPr>
          <a:xfrm>
            <a:off x="1156224" y="1410992"/>
            <a:ext cx="966417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are also many convenient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allow you to accumulate values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without loops.</a:t>
            </a:r>
            <a:b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the sum of all elements in an array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Assume we have an array 𝑥 and we wish to the sum of its elements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the below code: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6DCB672-CB46-3721-FC21-9FAFC2BF6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B17A9A-C39D-D6D6-FDB0-9793851B53F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B326EB-0B76-A43D-2C65-0D0D95AD1F5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00199" y="3494315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45E0E3-F96C-67AC-52AE-ACBA0C8D38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46029" y="2167309"/>
            <a:ext cx="1578429" cy="10522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2C3E90-2B42-31DA-E0BE-872268B3516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87284" y="4931232"/>
            <a:ext cx="2264229" cy="10341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07221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8486448-C641-316E-0C03-4E5A52B77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8ABFBA-0F3B-D477-162F-D87617A9B34A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CB97C12-49C7-7529-AC10-9D305C848D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256E28A-3AF8-39D6-04BA-273ADAA7519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92371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A523FAE-FE7B-FCC5-A109-908F91B9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A8DB422-FB54-9817-6550-F22BC0967A4B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645B988-EA91-31BB-204A-B53518649AF9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16B04E0-72F7-3EA4-5CFD-97885B5CA8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1900216-79C7-B4C8-0AE8-2E2807FA9F6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68438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86CE95-C566-6596-0D3A-4B0B3953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6897FA-5632-FFEE-293B-60E268426EAF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556DCA0-9997-D9E9-216A-46A4797971A5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cumulative 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sequence where each element is the sum of all previous elements up to that position.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5B7106-B3DF-196C-180B-166F6B68A2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A0BE699-EB51-D90C-DDBC-40492040A3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61189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EDCAFB1-0F71-5516-0ED8-6EC84BA50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0D1DDC-AAB3-FD34-AC29-4AF79CFEC1B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AD4226B-5C26-DA79-EF40-DEAE9A7E8AA4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cumulative 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sequence where each element is the sum of all previous elements up to that position.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if we take the array 𝑥 from the previous slide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1B462E7-6E75-A552-064B-AE6E3B8975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81473A5-9588-C36C-BF62-54E7B789955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17382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598C5C5-12F4-ABC5-CC59-A1F58731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3086374-DD55-03BE-5517-6DCB2BB0689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2298036-2312-1A78-E820-C3D747C5C27A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cumulative 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sequence where each element is the sum of all previous elements up to that position.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if we take the array 𝑥 from the previous slide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4CFC982-3D63-2F1E-55B5-0272A13A55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7DC7833-92CD-472F-A6C8-3670D3F2DA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BAF746-065A-5DC8-31B4-39D2D88187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3606798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EF4306-8669-1234-3EC5-D08C725B993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99300" y="3612148"/>
            <a:ext cx="4727576" cy="37314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691879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E4E0B5A-7844-EE28-042A-B7C785C9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C98C35-835E-2AAD-E888-9803D708459A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DE18936-6E41-FA8E-837C-86F0CAC18590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cumulative 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sequence where each element is the sum of all previous elements up to that position.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if we take the array 𝑥 from the previous slide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1E5A891-0C4A-174B-E7B5-D3344691C1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223183F-411A-176B-D7D5-B50B043CC8F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BCF82E-B61F-FC1C-4170-47E37452C6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3606798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6360130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67138E-1085-9E8B-29EA-07D55C4A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582FA99-142C-9E65-9440-149DFFC0BDA8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52BDE4A-2B04-131C-04CA-BBC1129CE978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cumulative 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sequence where each element is the sum of all previous elements up to that position.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if we take the array 𝑥 from the previous slide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E727835-5E0C-36D2-B1F0-FD4FE13995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297A6C8-70BE-BDC9-8D6A-8167B0C04F7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AF797-E18F-E29A-680D-6A7A4ABE3C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3606798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8E81B0-37A9-5A1B-CBFA-EB05D6875A5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11343" y="2167309"/>
            <a:ext cx="1447799" cy="10267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4DDE5B-2ED9-FEBA-2F1E-142B1D4C603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56700" y="2201309"/>
            <a:ext cx="1347022" cy="96502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846817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CB52E10-7265-5288-C80A-5D4F91CE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9DBB7E-3525-E774-A125-2C354E450623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58ED737-E05D-9598-7AB0-5DA8B0B1BD0C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cumulative 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sequence where each element is the sum of all previous elements up to that position.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if we take the array 𝑥 from the previous slide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6042193-A13D-F9E7-DE80-1A46DD6E70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CD3BD84-3774-099B-5B7E-840E4D6860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6D1A7-F4E1-3433-4051-5418F90526A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3606798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611E5C-96B1-E4DF-BBB0-D6CBFCA0EC2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11343" y="2167309"/>
            <a:ext cx="1447799" cy="10267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221734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483D5F5-58BB-8B1E-C627-C0E3ED1E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41768D-FAED-045F-320C-256A12B86F5C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8A3260B-F42E-DF4D-70A5-4BDA498DBC6D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cumulative 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sequence where each element is the sum of all previous elements up to that position.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if we take the array 𝑥 from the previous slide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cumulative sums of 𝑥 as follows: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D35DD9B-D175-6D2E-0DD1-E4342730E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53A5A69-9562-33A4-B7D6-F59C3977E3E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8210A-FD5C-7EE3-41B3-EF6F4A0716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3606798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CA6646-6417-260E-E92B-4358511D3B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11343" y="2167309"/>
            <a:ext cx="1447799" cy="10267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0080044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BD373B9-BC3B-9AC1-005E-4B9F73E7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39564C6-C09B-08A9-CB95-B9E75D86EDD9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DFB8BC9-DCF9-877C-304A-F6E6035275AD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cumulative 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sequence where each element is the sum of all previous elements up to that position.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if we take the array 𝑥 from the previous slide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cumulative sums of 𝑥 as follows: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442EBFB-032A-095E-949F-FA2EBB29A5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40F7901-05DA-A4E5-786C-9BA71170ADA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D098E3-366F-FAD8-9342-104D15BC1EE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3606798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3EFEBA-FDD1-ED80-5426-15E8346656C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11343" y="2167309"/>
            <a:ext cx="1447799" cy="10267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603C31-A3A2-E301-485B-FE870505877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4838964"/>
            <a:ext cx="3897086" cy="11424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F10AF5-A714-00BA-E775-C3A403E5C46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15884" y="4905917"/>
            <a:ext cx="3799115" cy="98434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081178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C71C272-DE9E-C4D5-624F-EBCC239B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2826BA-CDF7-E878-CD59-370B47B5444B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208C5D5-A3C2-B3D2-49B4-E090F325180A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cumulative 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sequence where each element is the sum of all previous elements up to that position.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if we take the array 𝑥 from the previous slide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cumulative sums of 𝑥 as follows: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D7FFE8F-42AE-85B2-FA87-C8BDDE45C1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CE2B8C-3C1E-1CB6-F38F-BE20D71D989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B70A0A-2792-FB23-B3CE-74805694B9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3606798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374F3E-AA98-6A97-8D7C-03D5261CC77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11343" y="2167309"/>
            <a:ext cx="1447799" cy="10267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03BD0F-47AF-E4D7-F25C-CE59E117E5C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4838964"/>
            <a:ext cx="3897086" cy="11424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F168E1-6D88-2B94-DE7C-FA3328E5529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15884" y="5239657"/>
            <a:ext cx="3799115" cy="6506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826291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0A67098-4E18-F3E6-0507-C01A425F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060D0E-0851-5868-2A63-939B63B34C67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CD2B3E9-B3B5-34C3-2E90-158CF17A47EB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cumulative 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sequence where each element is the sum of all previous elements up to that position.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if we take the array 𝑥 from the previous slide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cumulative sums of 𝑥 as follows: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6AD029B-AAC9-C803-2FBD-418499E4EA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AA089AA-B33B-F334-E552-E74CD6B326C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54762-FE2E-E512-D1A6-AA56679D7E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3606798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82E76E-1EB0-1C04-AC8E-C6F822EBAE0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11343" y="2167309"/>
            <a:ext cx="1447799" cy="10267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18EC5E-0E99-F90A-FE2E-B576EFEC629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4838964"/>
            <a:ext cx="3897086" cy="11424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EE0D207-6171-9C8C-BF26-A10D07CEAE1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15884" y="5595783"/>
            <a:ext cx="3799115" cy="29447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088523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B5E092C-EA5B-F25D-B6F2-F60764A1C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46FAE1-EE9C-197E-3E63-BA8E45BD89B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C4B49D3-B852-B941-67EC-2E49FFC99AD0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perform cumulative sums using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np.cumsum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cumulative 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sequence where each element is the sum of all previous elements up to that position.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if we take the array 𝑥 from the previous slide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cumulative sums of 𝑥 as follows: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F19E5BE-6D21-A59D-805C-E27E51A19E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Cumulative Sums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EC362CB-F2A6-1447-B0E2-AA590ED2FF7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0E6348-BF1C-0EE7-D794-194E648ED1E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3606798"/>
            <a:ext cx="4876801" cy="4136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BF42AD-D7A1-AFA8-B4DC-F44E61822F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11343" y="2167309"/>
            <a:ext cx="1447799" cy="10267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42075A-8131-7163-4830-49E78661985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77785" y="4838964"/>
            <a:ext cx="3897086" cy="11424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605760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56B1D0-79AD-AC71-CF19-7E4C9568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1548AA-DE25-BB82-5088-A05B184C7266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3640070-6761-229B-4C4B-1EB562C841B3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595959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A4818A2-A923-3979-D3D1-633DFD0A9F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7ADB4F3-3CF2-E802-3464-1E6455F358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863793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17231A9-EBC4-4B0E-0A2D-9BC803813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FEF754E-6AE0-A95C-3C0E-CBEA82B09C56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3E55FED-BD68-CEE4-A180-6EAD6BDF37F3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Consider the formula for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molecular mass</a:t>
            </a:r>
            <a:r>
              <a:rPr lang="en-GB" sz="1800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 compound: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595959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C576813-C549-E95A-D664-1BBFCB97CE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262C3D6-2C3D-A35E-71A9-5D2F606FBC1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97544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10EB3B4-080F-3C55-C3B1-DD06D5DFD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72476E-C75E-24B0-35E0-C7E8EDBCDA66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9C3F034-59F7-BE14-5C2F-3C0C5F928C3A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Consider the formula for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molecular mass</a:t>
            </a:r>
            <a:r>
              <a:rPr lang="en-GB" sz="1800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 compound: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595959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7780660-ACF3-43B9-66C0-73967D8265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E7DFC3-0217-9B66-5A80-D8F13C4B73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D54F2C-A0E8-E8DB-4BE9-FEF816610F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942111-87C1-AD14-34DF-BD4BBAE116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3" y="2031471"/>
            <a:ext cx="1343622" cy="6950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805865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CBE736B-9D7B-6F2A-ADD5-3254393A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44056BB-EBC3-869D-EBAD-22D42AFC6195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E5F54EE-E750-7D40-B3C2-0BD2C1FD1390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Consider the formula for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molecular mass</a:t>
            </a:r>
            <a:r>
              <a:rPr lang="en-GB" sz="1800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 compound: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595959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8BB4D51-F679-9F05-6F40-86D5C7522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7B4AF18-700D-FC31-B14B-74536C74C7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31B642-7DD2-6DE6-12D0-B9CDD1009A5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35654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6A34D07-67F0-CF27-D379-055997C12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550283-CF70-F51A-4CCC-AC4A687CFB92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C6D1EFC-B594-DC49-4058-FC35F7798993}"/>
              </a:ext>
            </a:extLst>
          </p:cNvPr>
          <p:cNvSpPr txBox="1"/>
          <p:nvPr/>
        </p:nvSpPr>
        <p:spPr>
          <a:xfrm>
            <a:off x="1156225" y="1410992"/>
            <a:ext cx="746526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Consider the formula for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molecular mass</a:t>
            </a:r>
            <a:r>
              <a:rPr lang="en-GB" sz="1800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 compound: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br>
              <a:rPr lang="en-GB" sz="1800" dirty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595959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592779B-DEA0-1226-1F80-A6BEEF226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632ABF4-8C03-D9A1-81DC-E939C73FD6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448C8-5037-9C0B-B675-AF3A10AED13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1670974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A6263C6-6C95-B979-6384-DF490F41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1D0BE0-0BD4-ADB7-1BAB-75592E8788C9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58899402-00FF-0303-6478-17A31EAB45BE}"/>
                  </a:ext>
                </a:extLst>
              </p:cNvPr>
              <p:cNvSpPr txBox="1"/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Consider the formula for the </a:t>
                </a:r>
                <a:r>
                  <a:rPr lang="en-GB" sz="1800" b="1" i="1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molecular mass</a:t>
                </a:r>
                <a:r>
                  <a:rPr lang="en-GB" sz="1800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 a compound:</a:t>
                </a: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where</a:t>
                </a:r>
                <a:br>
                  <a:rPr lang="en-GB" sz="1800" dirty="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lang="en-GB" sz="16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number of atoms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3F3F3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58899402-00FF-0303-6478-17A31EAB4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blipFill>
                <a:blip r:embed="rId3"/>
                <a:stretch>
                  <a:fillRect l="-7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013458E-D820-2CF9-74E0-2BDAF52CF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A3D6AC-236D-86D2-15DB-454BE8D283A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99E207-C0B7-ADDE-B5D2-F2A4575C31A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207342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CB05BB1-E5EF-D9FA-D469-F6A9A4859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41462F-0FAF-0D8F-B4DC-964CF68E0EF3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1AE84C6B-562D-FD02-685F-5E2B11E49214}"/>
                  </a:ext>
                </a:extLst>
              </p:cNvPr>
              <p:cNvSpPr txBox="1"/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Consider the formula for the </a:t>
                </a:r>
                <a:r>
                  <a:rPr lang="en-GB" sz="1800" b="1" i="1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molecular mass</a:t>
                </a:r>
                <a:r>
                  <a:rPr lang="en-GB" sz="1800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 a compound:</a:t>
                </a: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where</a:t>
                </a:r>
                <a:br>
                  <a:rPr lang="en-GB" sz="1800" dirty="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lang="en-GB" sz="16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number of atoms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3F3F3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atomic mass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595959"/>
                  </a:solidFill>
                </a:endParaRPr>
              </a:p>
            </p:txBody>
          </p:sp>
        </mc:Choice>
        <mc:Fallback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1AE84C6B-562D-FD02-685F-5E2B11E49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blipFill>
                <a:blip r:embed="rId3"/>
                <a:stretch>
                  <a:fillRect l="-7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2CA1957-1488-BB3B-E3D8-9F71BEEBBB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4D02C2C-0AAD-7DC0-DC27-822B5143C0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A1D909-BA28-2447-205D-8647AF42555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343418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B0C6070-EAD5-A68F-81B8-29211C19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8A6DE1-3A06-6023-135D-8B37DAA3A197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C892765A-20E2-A336-3E1A-0FC0FB8A2EE6}"/>
                  </a:ext>
                </a:extLst>
              </p:cNvPr>
              <p:cNvSpPr txBox="1"/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Consider the formula for the </a:t>
                </a:r>
                <a:r>
                  <a:rPr lang="en-GB" sz="1800" b="1" i="1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molecular mass</a:t>
                </a:r>
                <a:r>
                  <a:rPr lang="en-GB" sz="1800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 a compound:</a:t>
                </a: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where</a:t>
                </a:r>
                <a:br>
                  <a:rPr lang="en-GB" sz="1800" dirty="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lang="en-GB" sz="16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number of atoms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3F3F3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atomic mass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595959"/>
                  </a:solidFill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:endParaRPr lang="en-GB" sz="1800" b="1" i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 can compute this in </a:t>
                </a:r>
                <a:r>
                  <a:rPr lang="en-GB" sz="1800" dirty="0">
                    <a:solidFill>
                      <a:srgbClr val="3F3F3F"/>
                    </a:solidFill>
                    <a:latin typeface="Courier New" panose="02070309020205020404" pitchFamily="49" charset="0"/>
                    <a:ea typeface="Calibri"/>
                    <a:cs typeface="Courier New" panose="02070309020205020404" pitchFamily="49" charset="0"/>
                    <a:sym typeface="Calibri"/>
                  </a:rPr>
                  <a:t>NumPy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as follows:</a:t>
                </a:r>
              </a:p>
            </p:txBody>
          </p:sp>
        </mc:Choice>
        <mc:Fallback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C892765A-20E2-A336-3E1A-0FC0FB8A2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blipFill>
                <a:blip r:embed="rId3"/>
                <a:stretch>
                  <a:fillRect l="-7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F20AA4-8843-A0B2-90FB-9BAB99A022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7A08623-6BBE-B8E2-9B77-AC4825205B6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8B940-9924-C465-5177-897495EC0C7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141992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51B01B0-9EC4-C860-6150-8E844486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4F92A67-5627-0319-2EFE-3152A1CDEF71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EBEB736B-4971-9ACA-AD7B-F75CA329851C}"/>
                  </a:ext>
                </a:extLst>
              </p:cNvPr>
              <p:cNvSpPr txBox="1"/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Consider the formula for the </a:t>
                </a:r>
                <a:r>
                  <a:rPr lang="en-GB" sz="1800" b="1" i="1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molecular mass</a:t>
                </a:r>
                <a:r>
                  <a:rPr lang="en-GB" sz="1800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 a compound:</a:t>
                </a: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where</a:t>
                </a:r>
                <a:br>
                  <a:rPr lang="en-GB" sz="1800" dirty="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lang="en-GB" sz="16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number of atoms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3F3F3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atomic mass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595959"/>
                  </a:solidFill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:endParaRPr lang="en-GB" sz="1800" b="1" i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 can compute this in </a:t>
                </a:r>
                <a:r>
                  <a:rPr lang="en-GB" sz="1800" dirty="0">
                    <a:solidFill>
                      <a:srgbClr val="3F3F3F"/>
                    </a:solidFill>
                    <a:latin typeface="Courier New" panose="02070309020205020404" pitchFamily="49" charset="0"/>
                    <a:ea typeface="Calibri"/>
                    <a:cs typeface="Courier New" panose="02070309020205020404" pitchFamily="49" charset="0"/>
                    <a:sym typeface="Calibri"/>
                  </a:rPr>
                  <a:t>NumPy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as follows:</a:t>
                </a:r>
              </a:p>
            </p:txBody>
          </p:sp>
        </mc:Choice>
        <mc:Fallback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EBEB736B-4971-9ACA-AD7B-F75CA3298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blipFill>
                <a:blip r:embed="rId3"/>
                <a:stretch>
                  <a:fillRect l="-7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52E0A50-3C09-D0E1-724F-3FB974915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DE35508-520C-A36E-1F99-87C3772C18E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EF3C1-6568-8B58-DA2E-3C6E4F6A518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38943" y="4725048"/>
            <a:ext cx="8284029" cy="12718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12593F-F57D-B607-908E-8069CB60A75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433AA3-C78C-66D3-671E-1C475B4D475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77043" y="4753623"/>
            <a:ext cx="8119382" cy="12376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806907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99C2518-B81C-9A80-BD57-AB469369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FC4C9A-E810-B189-5078-4870164CCECE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C340EC2E-F990-5A42-52C4-331E16AC00F5}"/>
                  </a:ext>
                </a:extLst>
              </p:cNvPr>
              <p:cNvSpPr txBox="1"/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Consider the formula for the </a:t>
                </a:r>
                <a:r>
                  <a:rPr lang="en-GB" sz="1800" b="1" i="1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molecular mass</a:t>
                </a:r>
                <a:r>
                  <a:rPr lang="en-GB" sz="1800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 a compound:</a:t>
                </a: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where</a:t>
                </a:r>
                <a:br>
                  <a:rPr lang="en-GB" sz="1800" dirty="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lang="en-GB" sz="16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number of atoms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3F3F3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atomic mass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595959"/>
                  </a:solidFill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:endParaRPr lang="en-GB" sz="1800" b="1" i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 can compute this in </a:t>
                </a:r>
                <a:r>
                  <a:rPr lang="en-GB" sz="1800" dirty="0">
                    <a:solidFill>
                      <a:srgbClr val="3F3F3F"/>
                    </a:solidFill>
                    <a:latin typeface="Courier New" panose="02070309020205020404" pitchFamily="49" charset="0"/>
                    <a:ea typeface="Calibri"/>
                    <a:cs typeface="Courier New" panose="02070309020205020404" pitchFamily="49" charset="0"/>
                    <a:sym typeface="Calibri"/>
                  </a:rPr>
                  <a:t>NumPy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as follows:</a:t>
                </a:r>
              </a:p>
            </p:txBody>
          </p:sp>
        </mc:Choice>
        <mc:Fallback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C340EC2E-F990-5A42-52C4-331E16AC0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blipFill>
                <a:blip r:embed="rId3"/>
                <a:stretch>
                  <a:fillRect l="-7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DDCD2A7-6997-3FDE-2045-C6A47945E9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FB033C3-4240-05F4-1912-373AA07E97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84645-CE31-8D35-0E09-47054D0359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38943" y="4725048"/>
            <a:ext cx="8284029" cy="12718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F0917A-49FD-0B6A-E242-98B20D2BF40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A06A3F-CF85-0645-5C72-31952739822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77043" y="4977092"/>
            <a:ext cx="8119382" cy="9855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2643075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E99D88E-0AD0-4CAC-2FBA-7A357D475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48A261-B25D-7780-FCB9-C3029E745040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954DA5F7-9781-E319-ACFD-D172A55A8832}"/>
                  </a:ext>
                </a:extLst>
              </p:cNvPr>
              <p:cNvSpPr txBox="1"/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Consider the formula for the </a:t>
                </a:r>
                <a:r>
                  <a:rPr lang="en-GB" sz="1800" b="1" i="1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molecular mass</a:t>
                </a:r>
                <a:r>
                  <a:rPr lang="en-GB" sz="1800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 a compound:</a:t>
                </a: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where</a:t>
                </a:r>
                <a:br>
                  <a:rPr lang="en-GB" sz="1800" dirty="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lang="en-GB" sz="16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number of atoms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3F3F3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atomic mass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595959"/>
                  </a:solidFill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:endParaRPr lang="en-GB" sz="1800" b="1" i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 can compute this in </a:t>
                </a:r>
                <a:r>
                  <a:rPr lang="en-GB" sz="1800" dirty="0">
                    <a:solidFill>
                      <a:srgbClr val="3F3F3F"/>
                    </a:solidFill>
                    <a:latin typeface="Courier New" panose="02070309020205020404" pitchFamily="49" charset="0"/>
                    <a:ea typeface="Calibri"/>
                    <a:cs typeface="Courier New" panose="02070309020205020404" pitchFamily="49" charset="0"/>
                    <a:sym typeface="Calibri"/>
                  </a:rPr>
                  <a:t>NumPy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as follows:</a:t>
                </a:r>
              </a:p>
            </p:txBody>
          </p:sp>
        </mc:Choice>
        <mc:Fallback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954DA5F7-9781-E319-ACFD-D172A55A8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blipFill>
                <a:blip r:embed="rId3"/>
                <a:stretch>
                  <a:fillRect l="-7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547A2CF-F68B-D377-A536-F82BA5C34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281890C-6C7B-F8E7-C9CA-C7F32948722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5697B-4039-EF04-6D26-A7B6BB66FC2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38943" y="4725048"/>
            <a:ext cx="8284029" cy="12718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9F06BD-07AC-3AD5-DB96-903EDC9E071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420C1E6-D342-192B-041B-692601405BC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77043" y="5210175"/>
            <a:ext cx="8119382" cy="75247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580525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D380D02-B200-2490-8A1D-FDB7A72C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B60F94-2442-C936-092D-17A96A3158BC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769317A6-4EA1-E060-C566-9F82453C1356}"/>
                  </a:ext>
                </a:extLst>
              </p:cNvPr>
              <p:cNvSpPr txBox="1"/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Consider the formula for the </a:t>
                </a:r>
                <a:r>
                  <a:rPr lang="en-GB" sz="1800" b="1" i="1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molecular mass</a:t>
                </a:r>
                <a:r>
                  <a:rPr lang="en-GB" sz="1800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 a compound:</a:t>
                </a: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where</a:t>
                </a:r>
                <a:br>
                  <a:rPr lang="en-GB" sz="1800" dirty="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lang="en-GB" sz="16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number of atoms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3F3F3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atomic mass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595959"/>
                  </a:solidFill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:endParaRPr lang="en-GB" sz="1800" b="1" i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 can compute this in </a:t>
                </a:r>
                <a:r>
                  <a:rPr lang="en-GB" sz="1800" dirty="0">
                    <a:solidFill>
                      <a:srgbClr val="3F3F3F"/>
                    </a:solidFill>
                    <a:latin typeface="Courier New" panose="02070309020205020404" pitchFamily="49" charset="0"/>
                    <a:ea typeface="Calibri"/>
                    <a:cs typeface="Courier New" panose="02070309020205020404" pitchFamily="49" charset="0"/>
                    <a:sym typeface="Calibri"/>
                  </a:rPr>
                  <a:t>NumPy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as follows:</a:t>
                </a:r>
              </a:p>
            </p:txBody>
          </p:sp>
        </mc:Choice>
        <mc:Fallback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769317A6-4EA1-E060-C566-9F82453C1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blipFill>
                <a:blip r:embed="rId3"/>
                <a:stretch>
                  <a:fillRect l="-7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D5E31C8-2CB2-AF00-BF40-6AE7BFA812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890035A-C015-7D75-C7C6-13BE5454F17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50B43-1FBD-EFEA-73A1-7B37CCB9C7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38943" y="4725048"/>
            <a:ext cx="8284029" cy="12718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FFE479-9BB3-4C16-4A71-EEE8414412E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6E1603-8489-9046-5BA3-87DDA201558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77043" y="5437483"/>
            <a:ext cx="8119382" cy="51564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900566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EBF97E8-7EBB-7D98-179A-8554A4C5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6C4BD3-19B6-0BCD-BDAB-9816706D5ABF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E3260B88-0D7C-6C93-95D8-858284C2C793}"/>
                  </a:ext>
                </a:extLst>
              </p:cNvPr>
              <p:cNvSpPr txBox="1"/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Consider the formula for the </a:t>
                </a:r>
                <a:r>
                  <a:rPr lang="en-GB" sz="1800" b="1" i="1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molecular mass</a:t>
                </a:r>
                <a:r>
                  <a:rPr lang="en-GB" sz="1800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 a compound:</a:t>
                </a: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where</a:t>
                </a:r>
                <a:br>
                  <a:rPr lang="en-GB" sz="1800" dirty="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lang="en-GB" sz="16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number of atoms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3F3F3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atomic mass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595959"/>
                  </a:solidFill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:endParaRPr lang="en-GB" sz="1800" b="1" i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 can compute this in </a:t>
                </a:r>
                <a:r>
                  <a:rPr lang="en-GB" sz="1800" dirty="0">
                    <a:solidFill>
                      <a:srgbClr val="3F3F3F"/>
                    </a:solidFill>
                    <a:latin typeface="Courier New" panose="02070309020205020404" pitchFamily="49" charset="0"/>
                    <a:ea typeface="Calibri"/>
                    <a:cs typeface="Courier New" panose="02070309020205020404" pitchFamily="49" charset="0"/>
                    <a:sym typeface="Calibri"/>
                  </a:rPr>
                  <a:t>NumPy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as follows:</a:t>
                </a:r>
              </a:p>
            </p:txBody>
          </p:sp>
        </mc:Choice>
        <mc:Fallback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E3260B88-0D7C-6C93-95D8-858284C2C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blipFill>
                <a:blip r:embed="rId3"/>
                <a:stretch>
                  <a:fillRect l="-7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37FD303-9C34-1301-0882-5663B92902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9B9D6CB-D1CA-A7B7-7F41-F6BF1BE3AB9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64CFC-0F43-0C57-FF15-9736BDC35FC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38943" y="4725048"/>
            <a:ext cx="8284029" cy="12718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97FB99-F7F5-4A65-DB5D-90C8854C9F0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B0FE9A-D68D-5B30-7D22-1397B900095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77043" y="5686425"/>
            <a:ext cx="8119382" cy="2762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487757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E7687BB-6652-F779-E42F-14B2D3283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E882A9-A07D-AFC0-9C70-96DBEF5BAB0B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B6FBF28A-C667-30FB-DF80-939E2DAB215C}"/>
                  </a:ext>
                </a:extLst>
              </p:cNvPr>
              <p:cNvSpPr txBox="1"/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0" bIns="45700" anchor="t" anchorCtr="0">
                <a:noAutofit/>
              </a:bodyPr>
              <a:lstStyle/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Consider the formula for the </a:t>
                </a:r>
                <a:r>
                  <a:rPr lang="en-GB" sz="1800" b="1" i="1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molecular mass</a:t>
                </a:r>
                <a:r>
                  <a:rPr lang="en-GB" sz="1800" dirty="0">
                    <a:solidFill>
                      <a:srgbClr val="3D85C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 a compound:</a:t>
                </a: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b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where</a:t>
                </a:r>
                <a:br>
                  <a:rPr lang="en-GB" sz="1800" dirty="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endParaRPr lang="en-GB" sz="16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smtClean="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number of atoms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3F3F3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ar-AE" sz="180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solidFill>
                      <a:srgbClr val="3F3F3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atomic mass of element </a:t>
                </a:r>
                <a14:m>
                  <m:oMath xmlns:m="http://schemas.openxmlformats.org/officeDocument/2006/math">
                    <m:r>
                      <a:rPr lang="en-GB" sz="1800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>
                  <a:solidFill>
                    <a:srgbClr val="595959"/>
                  </a:solidFill>
                </a:endParaRPr>
              </a:p>
              <a:p>
                <a:pPr marL="914400" lvl="1" indent="-330200">
                  <a:lnSpc>
                    <a:spcPct val="90000"/>
                  </a:lnSpc>
                  <a:buClr>
                    <a:srgbClr val="1CADE4"/>
                  </a:buClr>
                  <a:buSzPts val="1600"/>
                  <a:buFont typeface="Calibri"/>
                  <a:buChar char="○"/>
                </a:pPr>
                <a:endParaRPr lang="en-GB" sz="1800" b="1" i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457200" lvl="0" indent="-355600">
                  <a:lnSpc>
                    <a:spcPct val="90000"/>
                  </a:lnSpc>
                  <a:spcBef>
                    <a:spcPts val="1200"/>
                  </a:spcBef>
                  <a:buClr>
                    <a:srgbClr val="1CADE4"/>
                  </a:buClr>
                  <a:buSzPts val="2000"/>
                  <a:buFont typeface="Calibri"/>
                  <a:buChar char="●"/>
                </a:pP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 can compute this in </a:t>
                </a:r>
                <a:r>
                  <a:rPr lang="en-GB" sz="1800" dirty="0">
                    <a:solidFill>
                      <a:srgbClr val="3F3F3F"/>
                    </a:solidFill>
                    <a:latin typeface="Courier New" panose="02070309020205020404" pitchFamily="49" charset="0"/>
                    <a:ea typeface="Calibri"/>
                    <a:cs typeface="Courier New" panose="02070309020205020404" pitchFamily="49" charset="0"/>
                    <a:sym typeface="Calibri"/>
                  </a:rPr>
                  <a:t>NumPy</a:t>
                </a:r>
                <a:r>
                  <a:rPr lang="en-GB" sz="18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as follows:</a:t>
                </a:r>
              </a:p>
            </p:txBody>
          </p:sp>
        </mc:Choice>
        <mc:Fallback>
          <p:sp>
            <p:nvSpPr>
              <p:cNvPr id="4" name="Google Shape;150;p19">
                <a:extLst>
                  <a:ext uri="{FF2B5EF4-FFF2-40B4-BE49-F238E27FC236}">
                    <a16:creationId xmlns:a16="http://schemas.microsoft.com/office/drawing/2014/main" id="{B6FBF28A-C667-30FB-DF80-939E2DAB2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225" y="1410992"/>
                <a:ext cx="7465262" cy="3566100"/>
              </a:xfrm>
              <a:prstGeom prst="rect">
                <a:avLst/>
              </a:prstGeom>
              <a:blipFill>
                <a:blip r:embed="rId3"/>
                <a:stretch>
                  <a:fillRect l="-7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A17F8E3-FAC3-FE16-97C2-2E5BECAA4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-117067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Example: Molecular Masses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68CFD27-CB34-C874-5A45-37853218445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3F07A-128F-5CF9-B80D-397E6DF9424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38943" y="4725048"/>
            <a:ext cx="8284029" cy="12718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43B89E-8AB4-BB16-B6D4-4FB7A8F1AAB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9372" y="2031471"/>
            <a:ext cx="1393628" cy="725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5434451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24880C-92F3-9E4F-4E6A-F4415E4B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87BB1DC-CD1A-34E4-4328-46D43254D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B2DAFFD-C3C3-3334-A785-A56D535EFF6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17161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E103450-D8CD-BB1C-BE31-A937C24FC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4F43D4A-09EA-A76D-D34A-960B4A14360A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7F09E5C-68BC-FB6D-A831-1B967D960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49735BB-20CA-CF1A-7069-EE6E61841FC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02452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1120BD-C1BB-D907-0F2E-4B89BA8A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06B64CF-E00F-4566-2BDB-F9C933FC3F0B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1C1323C-10AC-1D8B-45AC-C0D89701F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0A084D0-29AB-B833-DFD8-FE84D61D8C6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318708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472E57-5A73-FBC6-51A9-9F591CA90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750EDC9-D119-4900-9A70-AF0D5482DE3B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9B97004-D7E6-3D75-0E40-370B48D1D0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7394E7F-FC9B-2693-98BC-5B1281E47E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E2A8AC-6CCC-3068-049D-3A6719F6CAD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82A2BA-4007-F2F0-06F8-BB43262CFFF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2280367"/>
            <a:ext cx="4597809" cy="18079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747474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F865071-1645-02D4-B813-F3A669466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66045DA-846E-3BD6-8F0C-980EDA490578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77B5383-DDC2-E1FF-788D-6B18210910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D1140E0-6FD5-523C-2405-0207480592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997475-42CB-EB24-7D97-E5628AE4953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E7DB72-EC4B-BB58-5DFA-B1920746931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2499359"/>
            <a:ext cx="4597809" cy="15889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6651393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9C549EE-07A4-2B49-37AD-58E869D0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529E1C9-48E4-A935-5D25-F2F137753C6D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F7A6C6-BE6F-6AAC-EE00-07C9888222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B383784-22E5-E9E7-6538-0668D1AC353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A5B9DC-6542-8755-DCD6-E9813691C22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504DC0-2369-2194-6952-AB05F651A9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2687954"/>
            <a:ext cx="4597809" cy="13908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1265187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577AC7B-1E5C-9BFF-2826-241422AC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15EAF25-6300-63ED-0436-F3600B01F2F1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C8E91C-F12E-1885-A45A-3045CEA3F9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4F47F8A-710C-908D-C719-31955400B2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4539DC-25DA-B6C4-52ED-94EE535D7D3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A2BBFE-A69D-E017-6F82-09219AAB074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2842260"/>
            <a:ext cx="4597809" cy="12460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31035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D85DEBE-E7A2-C9E4-F68F-72A2A76C5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A11E1C0-CCD1-2961-D1B8-28FD0881B009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D39CB5E-3A47-4D18-D4BC-D83AA99799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2C108B4-157F-5613-4AF8-02BC354314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6A5DDF-6355-58D5-ED9D-E4F014827F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C9C24C-4CFE-EEB8-D693-6D2526B6EC6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2842260"/>
            <a:ext cx="4597809" cy="1246072"/>
          </a:xfrm>
          <a:prstGeom prst="rect">
            <a:avLst/>
          </a:prstGeom>
          <a:ln>
            <a:noFill/>
          </a:ln>
        </p:spPr>
      </p:pic>
      <p:sp>
        <p:nvSpPr>
          <p:cNvPr id="13" name="Google Shape;136;p17">
            <a:extLst>
              <a:ext uri="{FF2B5EF4-FFF2-40B4-BE49-F238E27FC236}">
                <a16:creationId xmlns:a16="http://schemas.microsoft.com/office/drawing/2014/main" id="{5525CB6D-9141-191D-0252-D65A8133BEC0}"/>
              </a:ext>
            </a:extLst>
          </p:cNvPr>
          <p:cNvSpPr/>
          <p:nvPr/>
        </p:nvSpPr>
        <p:spPr>
          <a:xfrm>
            <a:off x="8323938" y="2668052"/>
            <a:ext cx="264884" cy="2166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650462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F1667DE-CA93-7082-C452-B42487373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4642EF2-2F8C-6D21-EAA7-93F35CE02A5A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D119E92-A8B2-3848-94DF-42DF1B981F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2A86A26-F78C-51DA-1FFC-EA819D584D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2301C5-F4AD-FEBC-30C0-12F23B592D2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DEA996-1162-BE13-3964-AC466FCF659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2842260"/>
            <a:ext cx="4597809" cy="12460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8968720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D5C39F2-28ED-ED7C-FE3B-9F747F28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73CA020-4E99-7B69-6349-D82AC929EE57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E16410-33D6-1DF4-2578-B8CED0C7F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4C2A998-1243-823B-66BA-2A46FF3C363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91EDDA-988D-79F5-D8D6-A6A4B97FDA5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A74767-2B93-A7B0-16B4-38DE2ECD246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3052763"/>
            <a:ext cx="4597809" cy="102604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636088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CEA739-6889-AFF9-B473-F541E01DD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7AC869E-2D4A-FD76-40DC-5F4D7A9F8420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83F9225-77D0-773B-2757-762C3987B4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9947B4F-81BA-D48A-8BC9-A8434C69B6D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DAAF9D-7567-9721-EA90-CFFE7E3F55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9106E6-5DC5-70C3-1B10-C5FF635A5BA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3052763"/>
            <a:ext cx="4597809" cy="1026044"/>
          </a:xfrm>
          <a:prstGeom prst="rect">
            <a:avLst/>
          </a:prstGeom>
          <a:ln>
            <a:noFill/>
          </a:ln>
        </p:spPr>
      </p:pic>
      <p:sp>
        <p:nvSpPr>
          <p:cNvPr id="12" name="Google Shape;136;p17">
            <a:extLst>
              <a:ext uri="{FF2B5EF4-FFF2-40B4-BE49-F238E27FC236}">
                <a16:creationId xmlns:a16="http://schemas.microsoft.com/office/drawing/2014/main" id="{E58F3B0F-2FA2-6E77-F38D-8BC5F56EA5B9}"/>
              </a:ext>
            </a:extLst>
          </p:cNvPr>
          <p:cNvSpPr/>
          <p:nvPr/>
        </p:nvSpPr>
        <p:spPr>
          <a:xfrm>
            <a:off x="8998854" y="2842223"/>
            <a:ext cx="264884" cy="2166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5022971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E0E6737-F8B4-FB0C-2741-41756B18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A89F3BD-0064-7434-49D1-BCA47C0C5B70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717D1F2-A651-B929-A113-A60C88647E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9737D41-217A-0D1B-4CF5-6419A082D89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B074B2-D980-54BF-B906-7A96BC1927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236293-8E98-B080-732E-3364B4C6014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3052763"/>
            <a:ext cx="4597809" cy="102604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766857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923DD9-9226-0C4A-4DB8-9F67C77D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A6080CB-9572-2B1E-A876-C8ECCAAE4556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6C4C292-1B14-A583-C967-B9ED0E3320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8F79ADC-D2B2-25E4-AABB-2EB2C3BBF32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68BED3-3923-9FDD-08BD-54825703474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42F80D-5089-98F6-051A-530E06738BA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3251834"/>
            <a:ext cx="4597809" cy="8269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111319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299FECB-E36C-E5B1-3EFB-F90140517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8F116BE-5D8F-DE02-F099-FDEAFA5042E8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B4A7FC2-A567-9DD5-50ED-4A30C0F35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7DA7384-A437-068F-1CC6-D313FAC72D7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6F0149-8259-95B2-E657-BA13946158E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A2263A-A9FC-DA7D-9355-FAD6009721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3505199"/>
            <a:ext cx="4597809" cy="5831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136091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E1A3FC2-2FED-1C91-EB90-047A6B9CA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E0E5D5B-28D2-4E70-E0A8-323FC37EEE34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A65666C-3B29-D766-C8F1-0A16A4951E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28625D-6D0D-DDDA-357D-AF3FE0052B2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10D63A-8BB9-A3A9-02D7-C15515EBD2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E173DA-1C68-71BA-4424-21F21A0D9A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77693" y="3817620"/>
            <a:ext cx="4597809" cy="2707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1609816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C18CFE3-984D-23AA-946A-1F06715D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B7B7A74-72F0-77B2-A6C5-C950D36138CA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930C253-10C3-5F4C-4751-78B944DD42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1F68BB1-206B-FDA5-B343-A7C18534E1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BA175D-B62C-BC18-5F7C-C7223D6F4C7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19855097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B79B91-6369-F0FB-9A7B-1F4808B54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BB7FA78-22C4-CB02-9FEE-5925BB86976C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must have compatible shapes!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B31D20E-28F5-7E83-0E38-90C9911C2D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398B17-7FE3-2490-22AE-5FAF745F00A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E34F29-38DA-693D-C8C1-BAEC4357CFC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4696173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A5A67D-4148-162C-9F35-83028EE3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63B6B36-EB62-4393-1937-CB67D974A40A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must have compatible shapes!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3D714E3-0B3E-FC11-293A-B5211B91C3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5106163-7E9B-8297-1279-712D91C5A9E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171862-28C5-FFA2-46D2-C041E332C8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F472DB-F8F1-FD0A-E0B5-70501674018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21971" y="4662855"/>
            <a:ext cx="6776359" cy="1191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0412AD-014B-DD2B-EE2E-A730103FF02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14500" y="4757408"/>
            <a:ext cx="6683830" cy="10493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5436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5A20643-1CBD-379E-D704-F3AA6DB48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ADB148D-B83F-2A81-AD37-6633A195FB34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must have compatible shapes!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FCBE4AB-CFED-862F-409D-122122D3C2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45CC23-3CB6-A7F9-9DA9-C650A483D29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E3D039-499A-18A2-90AA-9845CB41E7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F45476-3F3A-01D9-A7D4-12050636CE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21971" y="4662855"/>
            <a:ext cx="6776359" cy="1191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B5C087-54CD-B594-E38B-4D7AD42564C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14500" y="4953000"/>
            <a:ext cx="6683830" cy="8346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5864273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8F7A84C-48C6-0144-3421-2D38BA37D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FAAF0B5-62B1-01BA-C483-FBB81C54F3EF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must have compatible shapes!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A135062-4FD5-EB80-66E8-086CEA69B7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BAF2E3F-9A63-6624-99F3-8869F59CC8B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3BAE53-12B1-F519-915A-E5FB737DB93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690AEA-FCC5-A207-4B4E-3293BA6D63F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21971" y="4662855"/>
            <a:ext cx="6776359" cy="1191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FD3416-6477-6470-0286-1531E2D2121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14500" y="5181600"/>
            <a:ext cx="6683830" cy="6251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925904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74C969-CA78-F002-AB2B-0F72780D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279A7AA-8715-8983-D122-13996A75BD15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must have compatible shapes!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03CC92-8ECB-0FF7-9C77-0FAA0D7755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BBD721-3483-B060-42D3-D1C23F25B4A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398414-A102-2B70-347F-3B8E6D00A7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05B998-2D63-C7BA-BBC0-515055E9A95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21971" y="4662855"/>
            <a:ext cx="6776359" cy="1191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B9D98C-A5D9-636D-BC8F-35479C15985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14500" y="5191125"/>
            <a:ext cx="6683830" cy="3238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0113552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0407CFF-88F8-BC96-69CD-932FA3E2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FDC5FB0-7559-8C23-9BF5-6940BF42E601}"/>
              </a:ext>
            </a:extLst>
          </p:cNvPr>
          <p:cNvSpPr txBox="1"/>
          <p:nvPr/>
        </p:nvSpPr>
        <p:spPr>
          <a:xfrm>
            <a:off x="1138607" y="1748443"/>
            <a:ext cx="51642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perform arithmetic operations directly between arrays of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same 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like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subtraction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applied element-wise.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Arrays must have compatible shapes!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D8485BA-9015-CD81-BEB8-DF0A0F528D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318346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Working with Multiple Arrays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F4B9A82-469C-F61D-E33B-7FFD8AF0E3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3CE56E-DC7A-885A-1AF7-44B7853ADF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06951" y="2261317"/>
            <a:ext cx="4720895" cy="1842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505CB4-3AA1-827A-2D1B-F1C7F5EB7F6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21971" y="4662855"/>
            <a:ext cx="6776359" cy="11913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1461996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0D4651-CBBC-A722-60A6-C65EA3C10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36C3D0-76B8-A2DE-1403-7D682CAA8115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A1713D0-F20F-484F-D216-B820DD049F89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EA39D13-19D5-E6EE-79FE-07D3CC588C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191CDE8-382A-B23C-8657-E3A9638CFC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057320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2FE2F61-47DD-6E24-3205-1E538CA45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11F0A6B-61CC-0D8E-007B-C5444EA38A61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B6DCA7D-A94A-3478-B814-1D1C2AC8392B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4B7A7CC-C915-350C-305E-868CD6B2BA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5651D61-9AB4-D54D-8853-901F2E150A5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F2608-3D3E-3061-3DB5-16CB24FE443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F7B074-DF43-4AE1-8C1B-E5AACFC7651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85406" y="1877553"/>
            <a:ext cx="5606144" cy="9918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12686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D9538C2-EF9D-E967-2950-99931544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46F5968-D0C4-7D44-0386-CDAB7194F37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804F268-1CA5-0A11-4B78-DCE41214D326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56F9148-4736-D7D1-151B-F0AF6B5EC2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0F8B37-D55A-3D78-D3D7-E61E0D903F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719BB-955A-6977-2068-0AC0AD21433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81C674-3512-716E-977D-5AD533620F7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85406" y="2152650"/>
            <a:ext cx="5606144" cy="7072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8874254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FA595AF-FE85-EE1E-28C6-02665091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C4C9C3-DD83-49C9-F8E5-4DCE80ECFD5F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0533765-E215-5775-8C02-04D9B5F00B97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01E57AD-D3AB-F771-6F47-B2B9FEE09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BEBE02B-9D3D-4350-5401-EA9F13DB45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1A065C-CF38-6785-B007-DA4B254A300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8D33EB-2DA6-A291-6B8A-000A3FE7ED5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85406" y="2336069"/>
            <a:ext cx="5606144" cy="4642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6874258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A4F3159-6461-7E5E-F527-9979D3727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C83C1B-8D90-E439-8415-195BE2C7B4A5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A318D85-16ED-7927-B649-6E15283C622A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E24CFBD-17F3-5EF3-5F21-0BC55EBA87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D8FA65B-A1C4-117B-7EE9-CF3AEDDF66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87BD4-241E-AF17-03A0-C0B55DEB485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25587E-FF9E-EEFD-2398-8E50DFE8565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85406" y="2635908"/>
            <a:ext cx="5606144" cy="2049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5774555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91E70C-1180-F143-7F86-34D6446B1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AF0436-F483-B145-0308-F42A0860D350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3099745-9A6D-729F-3C32-99F638BDCEFA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0DDAD1-0385-32BC-32E4-8B430ECA32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C06427A-72D8-C480-F71E-DB14E706A8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02D83-4149-A213-5C28-11286090F11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6264299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504CCF-BBD6-CDB8-00B2-13C452588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406DAC-5730-A1C3-BEF9-9040F7336EC4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F1CA9F8-14E3-11FD-D3F1-660699D39DFF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elementwise addition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037507B-6DA7-7C2A-860C-909715D17B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EA38FCA-F2D7-994B-63B9-1FB245F20E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9C8BD-A96E-4F12-CE03-DEFC272D92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3176908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FC8D89F-041E-5013-FF35-DC2CDE2F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EB7D08-FA49-ECC0-741A-589D782A81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6" y="3468751"/>
            <a:ext cx="5773820" cy="10364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CAFEF37-ACC9-4EFB-3BFB-B90B83B65292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06C1FCC-B220-2E2D-99D1-40CAE34D1048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elementwise addition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E0EB5F4-5539-4E9D-6907-B7F98E0467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F354F16-1B11-D76C-BC08-C1866736A0A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EE8F8-EEC2-49CE-492B-0C707055BA0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D04BBC5-0108-4A0E-D813-D6D845D382B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35060" y="3541942"/>
            <a:ext cx="5606144" cy="9157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992906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AF1BDC8-82AF-BBE9-4824-0F6AC32B8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33598A8-9A29-BA32-020C-F846DB3B60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6" y="3468751"/>
            <a:ext cx="5773820" cy="10364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D3A52D0-F524-D72B-3804-305EC2749715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1130E95-24AD-7D84-8628-A472424A0727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elementwise addition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FAFCF5-4C35-B892-C045-3526226E9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38E542-D878-4E64-85CA-1223EFE7F76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A5E21-1265-CE13-A93D-98958F7F8C4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71DEA5-98BB-7D4E-ADB2-4461D743F7A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35060" y="3733800"/>
            <a:ext cx="5606144" cy="7239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6030304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F7874A7-B38C-2AA5-7CBC-0980D5616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1297E4F-0BA1-3B42-3C51-5508B26FC1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6" y="3468751"/>
            <a:ext cx="5773820" cy="10364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D86489-62AA-4C29-3355-F7FBAD68F166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CE55C5-C3DC-3775-E726-2D932629555D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elementwise addition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D9CE8C1-C143-3EB6-362B-FE044BFD9C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3B921F3-2CF1-0D0F-A83E-BD3088F1308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8DD06-1AC2-FFC8-99A4-261F4CE141F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5494E73-E5E3-1E79-F3B1-E671B3630C0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35060" y="3975100"/>
            <a:ext cx="5606144" cy="4826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67975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333F291-1CB5-4461-E9EC-5BEA16E5E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12968EC-522B-5D2B-9409-F04ACD1949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6" y="3468751"/>
            <a:ext cx="5773820" cy="10364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AABBC6A-DF6E-A01F-A32F-835D8545BDF8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85930BD-0D35-FF56-7F15-9F64A69759E3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elementwise addition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C96007-4838-D879-FDEB-6800BDB96E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90D2705-C5E8-BC3E-9D41-B24ADDBF72A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67B4D-D590-9E2A-C134-BBDDC6A0471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DA6A599-A5B2-43C8-1454-39D9D004B2F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35060" y="4216400"/>
            <a:ext cx="5606144" cy="254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8182191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F86ED5-4590-B8D3-83B2-46E55D083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8218DCF-0DCD-0C1A-D467-C76343DEB8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6" y="3468751"/>
            <a:ext cx="5773820" cy="10364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21BF91-59E8-B93F-52BA-28FDF51D0146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F68BC75-3A68-2509-40F1-E0E2892B5597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elementwise addition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A0A96A1-21ED-6EC8-1489-A1038EF100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2DAA6B-365D-D62F-6DF3-BCDBB50AE0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C425B-E5DB-7535-F5A5-3AA8A0D3FEC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8897317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CDCB092-9B0A-1226-11CB-AE3FA5B6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9A1C54-EF45-60E8-C276-32C7B17A49EE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8CAF956-0646-6737-38F2-65AE9EE7F832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elementwise addition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want to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concatenate 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np.concatenate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F2D630F-CFDF-4788-FE15-AF0269C2C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84B3A0B-A160-8CA1-E98F-6F368849323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30716-531A-B2F8-CDE0-010F355E4BA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06DC3CA-51CE-E8B6-A451-3F99E2E88BC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6" y="3468751"/>
            <a:ext cx="5773820" cy="10364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8038552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23ADFF4-899B-340D-E956-DAA38757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F61D8F-8804-96F0-1098-2B10204CC15F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91F415D-CA18-4254-FDEF-9040378B53C0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elementwise addition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want to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concatenate 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np.concatenate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FF23C8D-045F-2DF1-808D-8EF1B98157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C15A2F-29E9-9962-8F2C-8112B0E4D8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C12E0-D54F-ECDE-02BA-925FEEBE8ED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252135-E8B0-BACB-29EF-1444C36E8F0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5168714"/>
            <a:ext cx="5773821" cy="7406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6274D0-BE44-20BD-904E-2774BA189D8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6" y="3468751"/>
            <a:ext cx="5773820" cy="10364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50BC13-2788-B36D-45F9-9BFFB2CFB85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52750" y="5222874"/>
            <a:ext cx="5643717" cy="6697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4859519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040837B-7774-F5FF-97BD-40DCB5CB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567757-9DDB-00B3-6255-C04B88D8E3ED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083215F-34A1-CEF8-18A7-68C9AB24D844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elementwise addition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want to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concatenate 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np.concatenate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C9619EC-9D61-A53F-6A97-742B6399BC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7E15CE6-4351-CAD6-E1EF-8C4BA3A7C4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A22C0-9897-E4C6-ACD5-CA45E97D962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86FFD2-709D-4C17-4E7B-A65701B5157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5168714"/>
            <a:ext cx="5773821" cy="7406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D76CFD5-3E1D-BB9C-A6CA-D0087E23BF5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6" y="3468751"/>
            <a:ext cx="5773820" cy="10364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0AF68B-AD3E-EEF4-A38E-5D46B077B6B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52750" y="5388429"/>
            <a:ext cx="5643717" cy="50418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1407280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72E1E08-52C0-1758-59AB-6ADFF428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3B1114-BE68-3602-F366-A2ED02ECC1E9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2CACF0D-77E0-747A-F652-6EBE85D32B56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elementwise addition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want to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concatenate 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np.concatenate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079176A-D4C3-D129-7C4F-719EB15D48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04E279C-2F83-4255-F401-B5068B5B0C7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CB148-CA31-62C3-6A98-CC591596FC3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9D9467-8766-F110-8060-8B24E45A3E4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5168714"/>
            <a:ext cx="5773821" cy="7406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5471C-070C-E8FF-CF8A-F031843C13E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6" y="3468751"/>
            <a:ext cx="5773820" cy="10364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94B944-AEAC-637F-93D1-DEB0667632A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52750" y="5653842"/>
            <a:ext cx="5643717" cy="2387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4161556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5F74205-7F8A-07D1-5B97-086CDF0C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9C5F71-AA23-1745-C053-DD6B0592AD7A}"/>
              </a:ext>
            </a:extLst>
          </p:cNvPr>
          <p:cNvSpPr/>
          <p:nvPr/>
        </p:nvSpPr>
        <p:spPr>
          <a:xfrm>
            <a:off x="1023257" y="1469571"/>
            <a:ext cx="10646229" cy="56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19C27FD-70B4-D26C-BB3A-E7EF845BF850}"/>
              </a:ext>
            </a:extLst>
          </p:cNvPr>
          <p:cNvSpPr txBox="1"/>
          <p:nvPr/>
        </p:nvSpPr>
        <p:spPr>
          <a:xfrm>
            <a:off x="1497837" y="1204158"/>
            <a:ext cx="775502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+ operator performs list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for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elementwise addition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want to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concatenate arrays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use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np.concatenate</a:t>
            </a:r>
            <a:endParaRPr lang="en-GB" sz="18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D2BA3C7-4150-9BE8-4CA8-E1CE7E119A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4727" y="-23682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Concatenation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2ADE083-BF4F-C195-07C9-8BBC351D4CA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6C70D-2270-A20B-26F2-65050125C0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1868027"/>
            <a:ext cx="5773821" cy="1010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26C3F9-8E76-D545-8716-8CD6A22C5B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5" y="5168714"/>
            <a:ext cx="5773821" cy="7406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ACE774-411C-BBA1-F33C-1C2497C5602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6486" y="3468751"/>
            <a:ext cx="5773820" cy="10364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4645094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3EC024D-BA0C-AE3C-8F52-97E375D5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8FB0385-0267-5097-6AB1-28712AF8B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Key Takeaways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47B6446-B257-9F14-BEE8-BAFD108FABE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118102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63116F8-2611-D027-86B4-5E1E5E79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841A40C-F92E-B8FD-31BC-CD76A6DE0C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Key Takeaways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6B23690-47CC-A593-9375-842C674000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5B7DBAFB-D84D-781D-A543-87662FF3D516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16233025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16EA9F1-7B42-E140-9E92-8B99DB4E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DACA43D-CF41-5BE5-ED99-25A5A3E2F7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Key Takeaways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8B7AE25-1626-7D61-FC13-50AB2A6B5653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arrays are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optimized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for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numerical operations</a:t>
            </a:r>
            <a:b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rgbClr val="3D85C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6F8FA4F-A09B-D0CC-EAD0-0F2DF9E5828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6BF9247A-52BA-6CEB-BFA0-D16FD25778F2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26827335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4FB071C-4A40-66A4-13D2-1D716900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E54BECE-A52C-7B7D-A316-42214624FA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Key Takeaways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DA166F7-677F-597B-2D70-11843EEA9F34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arrays are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optimized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for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numerical operations</a:t>
            </a:r>
            <a:b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rgbClr val="3D85C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Element-wise operations 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work implicitly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29E56C0-471B-7B0A-CE7A-3BAA3671A0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003F8125-E1D5-9741-0824-D4B85862FE71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58680365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310E62-0E59-412C-8D24-AA1EB7553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5F22DDB-8F55-4D9C-36E1-A295A1E0D5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Key Takeaways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ADE630A-67D5-0F0A-599D-0ED25D19F1C9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arrays are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optimized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for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numerical operations</a:t>
            </a:r>
            <a:b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rgbClr val="3D85C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Element-wise operations 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work implicitly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provides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performance benefits 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large datasets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051BBEE-CC44-7918-4679-79AB561F31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C3AACBC0-C5A9-44CD-260B-4113C07C574F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49459604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BC28E06-D985-5194-07F5-6C67F0CC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7242A0D-6570-77EB-A021-DAA91601E4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Key Takeaways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148C8EE-9287-7E1A-2EE2-98FDA27E9F2F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arrays are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optimized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for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numerical operations</a:t>
            </a:r>
            <a:b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rgbClr val="3D85C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Element-wise operations 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work implicitly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provides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performance benefits 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large datasets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Mathematical functions can be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applied to entire arrays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863CAB-0AAF-3BC6-524B-525FA26E3B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F265F557-91C4-4F01-60C3-6588C404D394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0952735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09F37CA-D140-6FCD-AF3D-50A7441A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E031A8F-1595-F741-FE44-496D699DFD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Key Takeaways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936307D-5D47-F3AF-F888-8CF459BB89A8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arrays are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optimized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for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numerical operations</a:t>
            </a:r>
            <a:b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rgbClr val="3D85C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Element-wise operations 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work implicitly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provides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performance benefits 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large datasets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Mathematical functions can be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applied to entire arrays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Array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shapes must be compatible 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many operations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420DA32-FF65-EFDF-F6EC-7D75324310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C82AE17A-A24E-632C-E6C6-D9615E7B926A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09386280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06B0996-F1B1-C03E-10EC-D933BA5B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EA43DB3-4B39-1F75-C8B7-072A54E434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Key Takeaways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2079BB7-B00E-0CD0-12D1-D4F10D95A50B}"/>
              </a:ext>
            </a:extLst>
          </p:cNvPr>
          <p:cNvSpPr txBox="1"/>
          <p:nvPr/>
        </p:nvSpPr>
        <p:spPr>
          <a:xfrm>
            <a:off x="1234281" y="1801819"/>
            <a:ext cx="684448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arrays are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optimized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for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numerical operations</a:t>
            </a:r>
            <a:b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rgbClr val="3D85C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Element-wise operations 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work implicitly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provides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performance benefits 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large datasets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Mathematical functions can be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applied to entire arrays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Array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shapes must be compatible </a:t>
            </a: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many operations</a:t>
            </a:r>
            <a:b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Always choose the right tool </a:t>
            </a:r>
            <a:r>
              <a:rPr lang="en-GB" sz="1800" b="1" i="1" dirty="0">
                <a:solidFill>
                  <a:srgbClr val="3D85C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for your task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705EEE1-6325-72E1-0008-ED2051D8AB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 descr="https://numpy.org/doc/stable/_static/numpylogo.svg">
            <a:extLst>
              <a:ext uri="{FF2B5EF4-FFF2-40B4-BE49-F238E27FC236}">
                <a16:creationId xmlns:a16="http://schemas.microsoft.com/office/drawing/2014/main" id="{838AC899-CC21-761D-71A5-FBDBE9D4CACB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8192447" y="2049743"/>
            <a:ext cx="2856068" cy="1375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96175315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77A79A9-093A-035E-C7C0-919165BCE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3CF249-A8C4-277F-4455-D3B945B7951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51A2EEA-D650-19BE-9CB1-6DC905149E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B12FB67-CA44-2A09-85A8-AA5D3B66FFF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744579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D95FF85-CB1F-7DA8-E50E-41A9A4A9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DB5AFB-1BEF-2997-97E9-EB469EFC748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CA6D68F-C188-8559-A4E9-A1485AFD07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043C032-80F8-9B2D-7A5E-DE3E90B6B8D9}"/>
              </a:ext>
            </a:extLst>
          </p:cNvPr>
          <p:cNvSpPr txBox="1"/>
          <p:nvPr/>
        </p:nvSpPr>
        <p:spPr>
          <a:xfrm>
            <a:off x="1036320" y="1607111"/>
            <a:ext cx="48746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784C43B-958D-F270-F0B7-C48EEC49D05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41769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A616657-AEFD-E34C-844C-8163F3B5E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E78E12-E02C-B204-206E-EF99A953138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749AD4B-CDE1-CC50-A9F6-841997F948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C634D8A-7B16-F2DC-209F-C6D386F81457}"/>
              </a:ext>
            </a:extLst>
          </p:cNvPr>
          <p:cNvSpPr txBox="1"/>
          <p:nvPr/>
        </p:nvSpPr>
        <p:spPr>
          <a:xfrm>
            <a:off x="1036320" y="1607111"/>
            <a:ext cx="48746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6AE72E2-C378-9D9E-738E-6FB5C69476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F46952-2CAA-443C-0C9B-B3008418C2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7984" y="1541399"/>
            <a:ext cx="5714342" cy="4099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054233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353C9C-7305-2660-56AB-C7F3DB276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FB0671-E5FF-E742-343D-3854B0B1337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4EC2591-C6B2-729F-38C1-9C4A0CC392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1C96CBB-28AD-8C0E-6AEA-B7C6616D715A}"/>
              </a:ext>
            </a:extLst>
          </p:cNvPr>
          <p:cNvSpPr txBox="1"/>
          <p:nvPr/>
        </p:nvSpPr>
        <p:spPr>
          <a:xfrm>
            <a:off x="1036320" y="1607111"/>
            <a:ext cx="48746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C4E4E5B-AAF2-EA8D-8002-FD56E130897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AE419F-CBF1-25B6-CB7E-6382EF1CB6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7984" y="1541399"/>
            <a:ext cx="5714342" cy="4099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7416909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E26B7E9-1F1F-C11A-D0C0-0CCAE355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0908D4-A3F2-59A2-C928-03B4E8E3B1B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C67CF67-E7D2-2A4A-ECB8-D365DBEE00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B791934-B9A1-FCB1-DBFC-421C6E6F67EC}"/>
              </a:ext>
            </a:extLst>
          </p:cNvPr>
          <p:cNvSpPr txBox="1"/>
          <p:nvPr/>
        </p:nvSpPr>
        <p:spPr>
          <a:xfrm>
            <a:off x="1036320" y="1607111"/>
            <a:ext cx="48746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DB26D7E-D0F7-6B35-BC6B-E6117880731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8BD936-D8D1-FF74-1442-1EDCD2A43F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7984" y="1541399"/>
            <a:ext cx="5714342" cy="4099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5919957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CC9C20-F20C-1F1A-EF00-AEFEA5F3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642E41A-4F86-0D41-01B0-41DD6FA4E24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25BDECD-87E9-988D-188F-912592702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87A722C-21D5-584D-31F8-BD2FEAFABB09}"/>
              </a:ext>
            </a:extLst>
          </p:cNvPr>
          <p:cNvSpPr txBox="1"/>
          <p:nvPr/>
        </p:nvSpPr>
        <p:spPr>
          <a:xfrm>
            <a:off x="1036320" y="1607111"/>
            <a:ext cx="48746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BFDBE2B-2D45-1D0E-E96C-F2AA69BA45E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ED7104-F7A6-3E73-93EA-7DBC5CE996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7984" y="1541399"/>
            <a:ext cx="5714342" cy="4099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28185238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6B31FC-7D81-8ABD-2023-8D0944A4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9D3B30D-7087-E4C8-69F9-544AC354773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8879D3A-72FB-E60D-980B-4188BD77CE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16BE545-B0F7-B431-91DC-E8D29EA57EE5}"/>
              </a:ext>
            </a:extLst>
          </p:cNvPr>
          <p:cNvSpPr txBox="1"/>
          <p:nvPr/>
        </p:nvSpPr>
        <p:spPr>
          <a:xfrm>
            <a:off x="1036320" y="1607111"/>
            <a:ext cx="48746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F64457D-8BF5-4484-5ED6-3459ABA6B4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FA2358-57FF-9253-93AB-BFD8D56B0E6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7984" y="1541399"/>
            <a:ext cx="5714342" cy="4099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0541649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95C06A-E1EE-1451-2466-828CFD3E4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006FEF-7DC1-93DE-D0F6-6A56D71E7AD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09E7999-8E09-440E-AE12-08ABC0E657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78733C1-8D93-5053-E7EE-A2FF74F2A44A}"/>
              </a:ext>
            </a:extLst>
          </p:cNvPr>
          <p:cNvSpPr txBox="1"/>
          <p:nvPr/>
        </p:nvSpPr>
        <p:spPr>
          <a:xfrm>
            <a:off x="1036320" y="1607111"/>
            <a:ext cx="48746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exercises_numpy.ipynb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7D5BBE-9524-B71B-B5AA-4946CD1078B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CCDDB8-22AE-8367-4B9C-0ED4ED92950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7984" y="1541399"/>
            <a:ext cx="5714342" cy="4099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7210181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D57E1A2-74ED-56FD-3CF2-33D9D4671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490772-1BA3-DF4C-15D5-A7D8A0D3AA5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3A12467-3CCB-3FB4-7A7E-8F2A732259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3ADEDBB-6D20-A438-8DB2-D5A649695EFC}"/>
              </a:ext>
            </a:extLst>
          </p:cNvPr>
          <p:cNvSpPr txBox="1"/>
          <p:nvPr/>
        </p:nvSpPr>
        <p:spPr>
          <a:xfrm>
            <a:off x="1036320" y="1607111"/>
            <a:ext cx="48746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exercises_numpy.ipynb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3727154-51C7-7738-D8B1-0C0C413FBB9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6A0FA132-6903-701A-F897-B1C4AD37B26D}"/>
              </a:ext>
            </a:extLst>
          </p:cNvPr>
          <p:cNvSpPr txBox="1"/>
          <p:nvPr/>
        </p:nvSpPr>
        <p:spPr>
          <a:xfrm>
            <a:off x="805543" y="5195321"/>
            <a:ext cx="4635796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you finish early, work through intermediate or advanced notebooks from weeks 1-5 that you haven’t yet tried!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69C204-2F70-9371-6C67-0240006C0C3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7984" y="1541399"/>
            <a:ext cx="5714342" cy="4099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4505549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134D92-92A3-731F-4735-0B3A3DE5D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A5BEA9-0C39-3125-3476-B70E5210AE4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658D4C6-E9F2-0D29-0AEC-7558662727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E30FAE9-D589-509F-D740-E91AECD510D3}"/>
              </a:ext>
            </a:extLst>
          </p:cNvPr>
          <p:cNvSpPr txBox="1"/>
          <p:nvPr/>
        </p:nvSpPr>
        <p:spPr>
          <a:xfrm>
            <a:off x="1036320" y="1607111"/>
            <a:ext cx="487462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do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lecture_intro_numpy.ipynb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 the exercises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exercises_numpy.ipynb</a:t>
            </a: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716FCEF-5335-EB33-8363-B2D320133E4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6238B6-8B04-58E1-BA34-1E98FCFF60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17984" y="1541399"/>
            <a:ext cx="5714342" cy="4099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5563915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1100" y="1766641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6: The NumPy Module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What is NumPy?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Arrays vs Lists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Operations on Arrays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7: Working with NumPy Arrays</a:t>
            </a:r>
            <a:b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Indexing and Slicing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Boolean Indexing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 Generating Functions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Random Data Generation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19/19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21410</TotalTime>
  <Words>9184</Words>
  <Application>Microsoft Office PowerPoint</Application>
  <PresentationFormat>Widescreen</PresentationFormat>
  <Paragraphs>1268</Paragraphs>
  <Slides>251</Slides>
  <Notes>251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251</vt:i4>
      </vt:variant>
    </vt:vector>
  </HeadingPairs>
  <TitlesOfParts>
    <vt:vector size="256" baseType="lpstr">
      <vt:lpstr>Calibri</vt:lpstr>
      <vt:lpstr>Arial</vt:lpstr>
      <vt:lpstr>Cambria Math</vt:lpstr>
      <vt:lpstr>Courier New</vt:lpstr>
      <vt:lpstr>Retrospect</vt:lpstr>
      <vt:lpstr>Lecture 6:   The NumPy Module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Aims</vt:lpstr>
      <vt:lpstr>Aims</vt:lpstr>
      <vt:lpstr>Aims</vt:lpstr>
      <vt:lpstr>Aims</vt:lpstr>
      <vt:lpstr>Aims</vt:lpstr>
      <vt:lpstr>Aims</vt:lpstr>
      <vt:lpstr>Aims</vt:lpstr>
      <vt:lpstr>What is NumPy ?</vt:lpstr>
      <vt:lpstr>What is NumPy ?</vt:lpstr>
      <vt:lpstr>What is NumPy ?</vt:lpstr>
      <vt:lpstr>What is NumPy ?</vt:lpstr>
      <vt:lpstr>What is NumPy ?</vt:lpstr>
      <vt:lpstr>What is NumPy ?</vt:lpstr>
      <vt:lpstr>What is NumPy ?</vt:lpstr>
      <vt:lpstr>What is NumPy ?</vt:lpstr>
      <vt:lpstr>What is NumPy ?</vt:lpstr>
      <vt:lpstr>What is NumPy ?</vt:lpstr>
      <vt:lpstr>What is NumPy ?</vt:lpstr>
      <vt:lpstr>What is NumPy ?</vt:lpstr>
      <vt:lpstr>What is NumPy ?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vs Lists</vt:lpstr>
      <vt:lpstr>Arrays from Lists</vt:lpstr>
      <vt:lpstr>Arrays from Lists</vt:lpstr>
      <vt:lpstr>Arrays from Lists</vt:lpstr>
      <vt:lpstr>Arrays from Lists</vt:lpstr>
      <vt:lpstr>Arrays from Lists</vt:lpstr>
      <vt:lpstr>Arrays from Lists</vt:lpstr>
      <vt:lpstr>Arrays from Lists</vt:lpstr>
      <vt:lpstr>Arrays from Lists</vt:lpstr>
      <vt:lpstr>Arrays from Lists</vt:lpstr>
      <vt:lpstr>Arrays from Lists</vt:lpstr>
      <vt:lpstr>Arrays from Lists</vt:lpstr>
      <vt:lpstr>Arrays from Lists</vt:lpstr>
      <vt:lpstr>Arrays from Lists</vt:lpstr>
      <vt:lpstr>Arrays from Lists</vt:lpstr>
      <vt:lpstr>Array Properties</vt:lpstr>
      <vt:lpstr>Array Properties</vt:lpstr>
      <vt:lpstr>Array Properties</vt:lpstr>
      <vt:lpstr>Array Properties</vt:lpstr>
      <vt:lpstr>Array Properties</vt:lpstr>
      <vt:lpstr>Array Properties</vt:lpstr>
      <vt:lpstr>Array Properties</vt:lpstr>
      <vt:lpstr>Array Properties</vt:lpstr>
      <vt:lpstr>Array Properties</vt:lpstr>
      <vt:lpstr>Array Properties</vt:lpstr>
      <vt:lpstr>Array Properties</vt:lpstr>
      <vt:lpstr>Array Properties</vt:lpstr>
      <vt:lpstr>Array Properties</vt:lpstr>
      <vt:lpstr>Array Properties</vt:lpstr>
      <vt:lpstr>Accessing Array Elements</vt:lpstr>
      <vt:lpstr>Accessing Array Elements</vt:lpstr>
      <vt:lpstr>Accessing Array Elements</vt:lpstr>
      <vt:lpstr>Accessing Array Elements</vt:lpstr>
      <vt:lpstr>Accessing Array Elements</vt:lpstr>
      <vt:lpstr>Accessing Array Elements</vt:lpstr>
      <vt:lpstr>Accessing Array Elements</vt:lpstr>
      <vt:lpstr>Accessing Array Elements</vt:lpstr>
      <vt:lpstr>Accessing Array Elements</vt:lpstr>
      <vt:lpstr>Accessing Array Elements</vt:lpstr>
      <vt:lpstr>Accessing Array Elements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Element-wise Operations 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Performance Advantage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Mathematical Operations in NumPy</vt:lpstr>
      <vt:lpstr>Sums</vt:lpstr>
      <vt:lpstr>Sums</vt:lpstr>
      <vt:lpstr>Sums</vt:lpstr>
      <vt:lpstr>Sums</vt:lpstr>
      <vt:lpstr>Sums</vt:lpstr>
      <vt:lpstr>Sums</vt:lpstr>
      <vt:lpstr>Sums</vt:lpstr>
      <vt:lpstr>Sums</vt:lpstr>
      <vt:lpstr>Sums</vt:lpstr>
      <vt:lpstr>Sums</vt:lpstr>
      <vt:lpstr>Sums</vt:lpstr>
      <vt:lpstr>Sums</vt:lpstr>
      <vt:lpstr>Sums</vt:lpstr>
      <vt:lpstr>Cumulative Sums</vt:lpstr>
      <vt:lpstr>Cumulative Sums</vt:lpstr>
      <vt:lpstr>Cumulative Sums</vt:lpstr>
      <vt:lpstr>Cumulative Sums</vt:lpstr>
      <vt:lpstr>Cumulative Sums</vt:lpstr>
      <vt:lpstr>Cumulative Sums</vt:lpstr>
      <vt:lpstr>Cumulative Sums</vt:lpstr>
      <vt:lpstr>Cumulative Sums</vt:lpstr>
      <vt:lpstr>Cumulative Sums</vt:lpstr>
      <vt:lpstr>Cumulative Sums</vt:lpstr>
      <vt:lpstr>Cumulative Sums</vt:lpstr>
      <vt:lpstr>Cumulative Sums</vt:lpstr>
      <vt:lpstr>Cumulative Sums</vt:lpstr>
      <vt:lpstr>Example: Molecular Masses</vt:lpstr>
      <vt:lpstr>Example: Molecular Masses</vt:lpstr>
      <vt:lpstr>Example: Molecular Masses</vt:lpstr>
      <vt:lpstr>Example: Molecular Masses</vt:lpstr>
      <vt:lpstr>Example: Molecular Masses</vt:lpstr>
      <vt:lpstr>Example: Molecular Masses</vt:lpstr>
      <vt:lpstr>Example: Molecular Masses</vt:lpstr>
      <vt:lpstr>Example: Molecular Masses</vt:lpstr>
      <vt:lpstr>Example: Molecular Masses</vt:lpstr>
      <vt:lpstr>Example: Molecular Masses</vt:lpstr>
      <vt:lpstr>Example: Molecular Masses</vt:lpstr>
      <vt:lpstr>Example: Molecular Masses</vt:lpstr>
      <vt:lpstr>Example: Molecular Masses</vt:lpstr>
      <vt:lpstr>Example: Molecular Masses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Working with Multiple Arrays</vt:lpstr>
      <vt:lpstr>Concatenation</vt:lpstr>
      <vt:lpstr>Concatenation</vt:lpstr>
      <vt:lpstr>Concatenation</vt:lpstr>
      <vt:lpstr>Concatenation</vt:lpstr>
      <vt:lpstr>Concatenation</vt:lpstr>
      <vt:lpstr>Concatenation</vt:lpstr>
      <vt:lpstr>Concatenation</vt:lpstr>
      <vt:lpstr>Concatenation</vt:lpstr>
      <vt:lpstr>Concatenation</vt:lpstr>
      <vt:lpstr>Concatenation</vt:lpstr>
      <vt:lpstr>Concatenation</vt:lpstr>
      <vt:lpstr>Concatenation</vt:lpstr>
      <vt:lpstr>Concatenation</vt:lpstr>
      <vt:lpstr>Concatenation</vt:lpstr>
      <vt:lpstr>Concatenation</vt:lpstr>
      <vt:lpstr>Concatenation</vt:lpstr>
      <vt:lpstr>Concatenation</vt:lpstr>
      <vt:lpstr>Key Takeaways</vt:lpstr>
      <vt:lpstr>Key Takeaways</vt:lpstr>
      <vt:lpstr>Key Takeaways</vt:lpstr>
      <vt:lpstr>Key Takeaways</vt:lpstr>
      <vt:lpstr>Key Takeaways</vt:lpstr>
      <vt:lpstr>Key Takeaways</vt:lpstr>
      <vt:lpstr>Key Takeaways</vt:lpstr>
      <vt:lpstr>Key Takeaways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53</cp:revision>
  <dcterms:modified xsi:type="dcterms:W3CDTF">2025-11-06T12:48:28Z</dcterms:modified>
</cp:coreProperties>
</file>