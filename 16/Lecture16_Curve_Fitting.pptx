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4"/>
  </p:notesMasterIdLst>
  <p:sldIdLst>
    <p:sldId id="256" r:id="rId2"/>
    <p:sldId id="2787" r:id="rId3"/>
    <p:sldId id="3055" r:id="rId4"/>
    <p:sldId id="3136" r:id="rId5"/>
    <p:sldId id="3135" r:id="rId6"/>
    <p:sldId id="3134" r:id="rId7"/>
    <p:sldId id="3133" r:id="rId8"/>
    <p:sldId id="3132" r:id="rId9"/>
    <p:sldId id="3138" r:id="rId10"/>
    <p:sldId id="3137" r:id="rId11"/>
    <p:sldId id="3139" r:id="rId12"/>
    <p:sldId id="3140" r:id="rId13"/>
    <p:sldId id="3141" r:id="rId14"/>
    <p:sldId id="533" r:id="rId15"/>
    <p:sldId id="3156" r:id="rId16"/>
    <p:sldId id="3159" r:id="rId17"/>
    <p:sldId id="3160" r:id="rId18"/>
    <p:sldId id="3161" r:id="rId19"/>
    <p:sldId id="3157" r:id="rId20"/>
    <p:sldId id="3166" r:id="rId21"/>
    <p:sldId id="3165" r:id="rId22"/>
    <p:sldId id="3163" r:id="rId23"/>
    <p:sldId id="3167" r:id="rId24"/>
    <p:sldId id="3168" r:id="rId25"/>
    <p:sldId id="3164" r:id="rId26"/>
    <p:sldId id="3169" r:id="rId27"/>
    <p:sldId id="3162" r:id="rId28"/>
    <p:sldId id="3170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28" r:id="rId42"/>
    <p:sldId id="329" r:id="rId43"/>
    <p:sldId id="330" r:id="rId44"/>
    <p:sldId id="331" r:id="rId45"/>
    <p:sldId id="332" r:id="rId46"/>
    <p:sldId id="333" r:id="rId47"/>
    <p:sldId id="334" r:id="rId48"/>
    <p:sldId id="335" r:id="rId49"/>
    <p:sldId id="336" r:id="rId50"/>
    <p:sldId id="337" r:id="rId51"/>
    <p:sldId id="338" r:id="rId52"/>
    <p:sldId id="339" r:id="rId53"/>
    <p:sldId id="340" r:id="rId54"/>
    <p:sldId id="341" r:id="rId55"/>
    <p:sldId id="342" r:id="rId56"/>
    <p:sldId id="343" r:id="rId57"/>
    <p:sldId id="344" r:id="rId58"/>
    <p:sldId id="345" r:id="rId59"/>
    <p:sldId id="346" r:id="rId60"/>
    <p:sldId id="347" r:id="rId61"/>
    <p:sldId id="348" r:id="rId62"/>
    <p:sldId id="349" r:id="rId63"/>
    <p:sldId id="350" r:id="rId64"/>
    <p:sldId id="351" r:id="rId65"/>
    <p:sldId id="352" r:id="rId66"/>
    <p:sldId id="353" r:id="rId67"/>
    <p:sldId id="354" r:id="rId68"/>
    <p:sldId id="355" r:id="rId69"/>
    <p:sldId id="356" r:id="rId70"/>
    <p:sldId id="357" r:id="rId71"/>
    <p:sldId id="358" r:id="rId72"/>
    <p:sldId id="359" r:id="rId73"/>
    <p:sldId id="360" r:id="rId74"/>
    <p:sldId id="361" r:id="rId75"/>
    <p:sldId id="362" r:id="rId76"/>
    <p:sldId id="363" r:id="rId77"/>
    <p:sldId id="364" r:id="rId78"/>
    <p:sldId id="365" r:id="rId79"/>
    <p:sldId id="366" r:id="rId80"/>
    <p:sldId id="367" r:id="rId81"/>
    <p:sldId id="368" r:id="rId82"/>
    <p:sldId id="369" r:id="rId83"/>
    <p:sldId id="370" r:id="rId84"/>
    <p:sldId id="371" r:id="rId85"/>
    <p:sldId id="372" r:id="rId86"/>
    <p:sldId id="373" r:id="rId87"/>
    <p:sldId id="374" r:id="rId88"/>
    <p:sldId id="375" r:id="rId89"/>
    <p:sldId id="376" r:id="rId90"/>
    <p:sldId id="377" r:id="rId91"/>
    <p:sldId id="378" r:id="rId92"/>
    <p:sldId id="379" r:id="rId93"/>
    <p:sldId id="380" r:id="rId94"/>
    <p:sldId id="381" r:id="rId95"/>
    <p:sldId id="382" r:id="rId96"/>
    <p:sldId id="383" r:id="rId97"/>
    <p:sldId id="384" r:id="rId98"/>
    <p:sldId id="385" r:id="rId99"/>
    <p:sldId id="386" r:id="rId100"/>
    <p:sldId id="387" r:id="rId101"/>
    <p:sldId id="388" r:id="rId102"/>
    <p:sldId id="389" r:id="rId103"/>
    <p:sldId id="390" r:id="rId104"/>
    <p:sldId id="391" r:id="rId105"/>
    <p:sldId id="392" r:id="rId106"/>
    <p:sldId id="393" r:id="rId107"/>
    <p:sldId id="394" r:id="rId108"/>
    <p:sldId id="395" r:id="rId109"/>
    <p:sldId id="396" r:id="rId110"/>
    <p:sldId id="397" r:id="rId111"/>
    <p:sldId id="398" r:id="rId112"/>
    <p:sldId id="399" r:id="rId113"/>
    <p:sldId id="400" r:id="rId114"/>
    <p:sldId id="401" r:id="rId115"/>
    <p:sldId id="402" r:id="rId116"/>
    <p:sldId id="403" r:id="rId117"/>
    <p:sldId id="404" r:id="rId118"/>
    <p:sldId id="405" r:id="rId119"/>
    <p:sldId id="406" r:id="rId120"/>
    <p:sldId id="407" r:id="rId121"/>
    <p:sldId id="667" r:id="rId122"/>
    <p:sldId id="669" r:id="rId123"/>
    <p:sldId id="670" r:id="rId124"/>
    <p:sldId id="668" r:id="rId125"/>
    <p:sldId id="408" r:id="rId126"/>
    <p:sldId id="409" r:id="rId127"/>
    <p:sldId id="410" r:id="rId128"/>
    <p:sldId id="411" r:id="rId129"/>
    <p:sldId id="412" r:id="rId130"/>
    <p:sldId id="413" r:id="rId131"/>
    <p:sldId id="414" r:id="rId132"/>
    <p:sldId id="415" r:id="rId133"/>
    <p:sldId id="538" r:id="rId134"/>
    <p:sldId id="3056" r:id="rId135"/>
    <p:sldId id="417" r:id="rId136"/>
    <p:sldId id="545" r:id="rId137"/>
    <p:sldId id="3146" r:id="rId138"/>
    <p:sldId id="3145" r:id="rId139"/>
    <p:sldId id="3144" r:id="rId140"/>
    <p:sldId id="3143" r:id="rId141"/>
    <p:sldId id="3147" r:id="rId142"/>
    <p:sldId id="3148" r:id="rId143"/>
    <p:sldId id="3142" r:id="rId144"/>
    <p:sldId id="3149" r:id="rId145"/>
    <p:sldId id="3131" r:id="rId146"/>
    <p:sldId id="3152" r:id="rId147"/>
    <p:sldId id="3154" r:id="rId148"/>
    <p:sldId id="3153" r:id="rId149"/>
    <p:sldId id="3151" r:id="rId150"/>
    <p:sldId id="3150" r:id="rId151"/>
    <p:sldId id="3155" r:id="rId152"/>
    <p:sldId id="3057" r:id="rId15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59" d="100"/>
          <a:sy n="59" d="100"/>
        </p:scale>
        <p:origin x="74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5FF83998-EFCC-E9EC-32E2-1853C3AC2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F30C29BF-6963-1F3A-4C9E-F397482798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3BBE95F6-8BD8-A271-52D2-F1936BF05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615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D89D327-934C-38C3-7C10-AC4EBDCF2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3A72B35-55B8-5EA4-AB1A-95A7EEDC9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4314140-3225-5BC6-1F3C-C18D101638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2417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08DE60F-62D4-BB13-A33A-751BF4D22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C474EF5-8B45-4629-8420-AD8C4D46B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6D93959-835A-337F-284D-0C69962A7C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7149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9EE2900-FBE2-3FFF-389C-0EBD97408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BD348ED-71DC-9593-1EFA-924D419C4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087D223-8D01-2096-3E67-4D94D6181C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0966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E3F22DE-B703-BF03-FD91-9BCA8D9DA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B8CD9E3-4440-4EDC-3509-88C481F5B7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D34848C-D3B0-9AC9-91D8-9BD87F942F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697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6A9747C-A474-81EF-0DCB-1F06F7C31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F1AD517-F13E-6FE5-90F3-A979AE3FD1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EBB84E1-CB06-B5EA-3D28-58E791C046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5707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64E81B6-A68B-E3DE-F464-424ED5EF8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5C2A897-5427-6AE5-7709-AB0E3D2C5A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2E0C2E4-2FCD-FEAF-E78A-BDCD754809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8197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3785C33-1AF5-7420-1019-545BE0A32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05CFD24-C1EF-7CC7-3F4E-CDC1649CD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D0A5EAA-66A7-98D2-9283-FDF36FD0AE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2951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3BEE639-0C42-15BE-1FD6-53A0AC7C8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5225C80-6427-74CF-6E22-8EC1C29384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81A9445-6FB8-1166-81DB-A1233E066E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5106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24D4BB4-E15B-BCD4-1BAB-BDB800725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9837AD0-F9FE-D0E6-9386-0E99B417D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15C619B-8A98-086A-AF96-B067480758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6389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6D3B3D3-45F2-6C39-872C-1EB7D731A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382B9E9-2EF9-0628-5A07-6BDF6036A3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B14028F-017E-F2BC-B496-2123600FE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9705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241E759-C25D-29CD-9A50-DB1492174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D7D1660-AEC0-8822-ADE6-393602AAFD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837203C-D847-D8B8-A69B-ED566BE03D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4882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F50F3C53-0893-5DC7-F7EB-7B728CFC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96e873c16_0_22:notes">
            <a:extLst>
              <a:ext uri="{FF2B5EF4-FFF2-40B4-BE49-F238E27FC236}">
                <a16:creationId xmlns:a16="http://schemas.microsoft.com/office/drawing/2014/main" id="{5E628296-3DF1-64C2-5263-1CAAF3A3D9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96e873c16_0_22:notes">
            <a:extLst>
              <a:ext uri="{FF2B5EF4-FFF2-40B4-BE49-F238E27FC236}">
                <a16:creationId xmlns:a16="http://schemas.microsoft.com/office/drawing/2014/main" id="{B3B68710-C05A-BE4A-0963-859073366E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6117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367C942D-0DFE-A0CC-6CA9-01D52A47C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96e873c16_0_22:notes">
            <a:extLst>
              <a:ext uri="{FF2B5EF4-FFF2-40B4-BE49-F238E27FC236}">
                <a16:creationId xmlns:a16="http://schemas.microsoft.com/office/drawing/2014/main" id="{595DD277-3AC5-8805-F521-05517FE727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96e873c16_0_22:notes">
            <a:extLst>
              <a:ext uri="{FF2B5EF4-FFF2-40B4-BE49-F238E27FC236}">
                <a16:creationId xmlns:a16="http://schemas.microsoft.com/office/drawing/2014/main" id="{67014864-EC4E-25BE-8802-B433AD778C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7949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165FCE11-9797-1EF9-5679-24D5DB164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96e873c16_0_22:notes">
            <a:extLst>
              <a:ext uri="{FF2B5EF4-FFF2-40B4-BE49-F238E27FC236}">
                <a16:creationId xmlns:a16="http://schemas.microsoft.com/office/drawing/2014/main" id="{5DF6755C-B79B-DADA-8617-B0CA74251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96e873c16_0_22:notes">
            <a:extLst>
              <a:ext uri="{FF2B5EF4-FFF2-40B4-BE49-F238E27FC236}">
                <a16:creationId xmlns:a16="http://schemas.microsoft.com/office/drawing/2014/main" id="{925858FA-402B-68F1-7A36-A07B9F8A6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08409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1BCA6F7B-639D-9DFE-1330-40C335C7F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96e873c16_0_22:notes">
            <a:extLst>
              <a:ext uri="{FF2B5EF4-FFF2-40B4-BE49-F238E27FC236}">
                <a16:creationId xmlns:a16="http://schemas.microsoft.com/office/drawing/2014/main" id="{5C417373-585A-9598-69F4-372FA9ED7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96e873c16_0_22:notes">
            <a:extLst>
              <a:ext uri="{FF2B5EF4-FFF2-40B4-BE49-F238E27FC236}">
                <a16:creationId xmlns:a16="http://schemas.microsoft.com/office/drawing/2014/main" id="{F0F3E903-202C-DF68-3FFC-E4D174A6A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3032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A7D01C91-61D4-2185-9F42-955DF7CBC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96e873c16_0_22:notes">
            <a:extLst>
              <a:ext uri="{FF2B5EF4-FFF2-40B4-BE49-F238E27FC236}">
                <a16:creationId xmlns:a16="http://schemas.microsoft.com/office/drawing/2014/main" id="{D4A5055B-9401-BEC2-43DA-05C84A370E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96e873c16_0_22:notes">
            <a:extLst>
              <a:ext uri="{FF2B5EF4-FFF2-40B4-BE49-F238E27FC236}">
                <a16:creationId xmlns:a16="http://schemas.microsoft.com/office/drawing/2014/main" id="{899D3B45-60E4-0E00-1253-6A4142AA3A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5596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18E5F737-4C18-0086-E3E7-137CA46BD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96e873c16_0_22:notes">
            <a:extLst>
              <a:ext uri="{FF2B5EF4-FFF2-40B4-BE49-F238E27FC236}">
                <a16:creationId xmlns:a16="http://schemas.microsoft.com/office/drawing/2014/main" id="{C3616C6C-82B9-67B8-5D1C-E64BB5992A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96e873c16_0_22:notes">
            <a:extLst>
              <a:ext uri="{FF2B5EF4-FFF2-40B4-BE49-F238E27FC236}">
                <a16:creationId xmlns:a16="http://schemas.microsoft.com/office/drawing/2014/main" id="{E73775BD-E8F9-A2AE-4BCC-9B893FEE60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9182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C51B087E-5E08-A53F-F6BE-2BF66C5F6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96e873c16_0_22:notes">
            <a:extLst>
              <a:ext uri="{FF2B5EF4-FFF2-40B4-BE49-F238E27FC236}">
                <a16:creationId xmlns:a16="http://schemas.microsoft.com/office/drawing/2014/main" id="{D9A17875-ED2A-0071-38EC-27657101F4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96e873c16_0_22:notes">
            <a:extLst>
              <a:ext uri="{FF2B5EF4-FFF2-40B4-BE49-F238E27FC236}">
                <a16:creationId xmlns:a16="http://schemas.microsoft.com/office/drawing/2014/main" id="{5B8EE8A2-F2AE-47F9-0DE3-C8B2AE2581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78395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BDBE9B41-C5CF-9081-5CD8-7B9A0158E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96e873c16_0_22:notes">
            <a:extLst>
              <a:ext uri="{FF2B5EF4-FFF2-40B4-BE49-F238E27FC236}">
                <a16:creationId xmlns:a16="http://schemas.microsoft.com/office/drawing/2014/main" id="{B56959CE-A92A-CD4C-22D5-FAB1D496C7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96e873c16_0_22:notes">
            <a:extLst>
              <a:ext uri="{FF2B5EF4-FFF2-40B4-BE49-F238E27FC236}">
                <a16:creationId xmlns:a16="http://schemas.microsoft.com/office/drawing/2014/main" id="{C1C8CBB0-7BD6-9502-C192-FE335B325F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3692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91212F46-1B7D-2243-0BFF-BCD4C7AAB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96e873c16_0_22:notes">
            <a:extLst>
              <a:ext uri="{FF2B5EF4-FFF2-40B4-BE49-F238E27FC236}">
                <a16:creationId xmlns:a16="http://schemas.microsoft.com/office/drawing/2014/main" id="{0AC53AD8-CB6B-5B90-4F87-2044DF9352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96e873c16_0_22:notes">
            <a:extLst>
              <a:ext uri="{FF2B5EF4-FFF2-40B4-BE49-F238E27FC236}">
                <a16:creationId xmlns:a16="http://schemas.microsoft.com/office/drawing/2014/main" id="{AEEECFA1-F993-7EA8-EF66-D17D9F54DC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99815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6EF3CD9B-2C1C-97BE-2540-10961C86E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96e873c16_0_22:notes">
            <a:extLst>
              <a:ext uri="{FF2B5EF4-FFF2-40B4-BE49-F238E27FC236}">
                <a16:creationId xmlns:a16="http://schemas.microsoft.com/office/drawing/2014/main" id="{CB022946-F126-70A6-7A49-00E48A99D8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96e873c16_0_22:notes">
            <a:extLst>
              <a:ext uri="{FF2B5EF4-FFF2-40B4-BE49-F238E27FC236}">
                <a16:creationId xmlns:a16="http://schemas.microsoft.com/office/drawing/2014/main" id="{6403F8FA-A42D-6988-1FCD-0E198B348A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04628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BB7DC42D-B90E-C213-78DF-D23732B01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96e873c16_0_22:notes">
            <a:extLst>
              <a:ext uri="{FF2B5EF4-FFF2-40B4-BE49-F238E27FC236}">
                <a16:creationId xmlns:a16="http://schemas.microsoft.com/office/drawing/2014/main" id="{CF030AAE-CF83-025C-F3B3-2D5DB2B04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96e873c16_0_22:notes">
            <a:extLst>
              <a:ext uri="{FF2B5EF4-FFF2-40B4-BE49-F238E27FC236}">
                <a16:creationId xmlns:a16="http://schemas.microsoft.com/office/drawing/2014/main" id="{014DE87F-3040-D3E8-0BF0-FB440DA08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22070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89F49FDA-C4C6-DB10-05A9-75182CE5A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96e873c16_0_22:notes">
            <a:extLst>
              <a:ext uri="{FF2B5EF4-FFF2-40B4-BE49-F238E27FC236}">
                <a16:creationId xmlns:a16="http://schemas.microsoft.com/office/drawing/2014/main" id="{A643FF23-FB72-F707-2A86-B9A6AE35B6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96e873c16_0_22:notes">
            <a:extLst>
              <a:ext uri="{FF2B5EF4-FFF2-40B4-BE49-F238E27FC236}">
                <a16:creationId xmlns:a16="http://schemas.microsoft.com/office/drawing/2014/main" id="{A07C41C2-0A00-DE07-92A7-0B894449C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85550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CCFE3AE9-6BB8-94E5-EFBF-D4B58C224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96e873c16_0_22:notes">
            <a:extLst>
              <a:ext uri="{FF2B5EF4-FFF2-40B4-BE49-F238E27FC236}">
                <a16:creationId xmlns:a16="http://schemas.microsoft.com/office/drawing/2014/main" id="{DB37659E-E737-E3A5-20A8-B8A577D0F9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96e873c16_0_22:notes">
            <a:extLst>
              <a:ext uri="{FF2B5EF4-FFF2-40B4-BE49-F238E27FC236}">
                <a16:creationId xmlns:a16="http://schemas.microsoft.com/office/drawing/2014/main" id="{372C8AF2-A909-7895-C7B3-8B94709289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38113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E5C6A40D-E1C6-BBC2-D47F-40BD815FD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96e873c16_0_22:notes">
            <a:extLst>
              <a:ext uri="{FF2B5EF4-FFF2-40B4-BE49-F238E27FC236}">
                <a16:creationId xmlns:a16="http://schemas.microsoft.com/office/drawing/2014/main" id="{C486A910-0EEF-389B-845C-A33E3EC3BE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96e873c16_0_22:notes">
            <a:extLst>
              <a:ext uri="{FF2B5EF4-FFF2-40B4-BE49-F238E27FC236}">
                <a16:creationId xmlns:a16="http://schemas.microsoft.com/office/drawing/2014/main" id="{61A1FBAE-B6CA-B6C0-61A3-D23B5CD185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4554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7DFF3CC0-71F0-8CC2-8DDB-7041D60ED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196e873c16_0_22:notes">
            <a:extLst>
              <a:ext uri="{FF2B5EF4-FFF2-40B4-BE49-F238E27FC236}">
                <a16:creationId xmlns:a16="http://schemas.microsoft.com/office/drawing/2014/main" id="{52A909C8-DDE7-4182-CECD-E05A8D070C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196e873c16_0_22:notes">
            <a:extLst>
              <a:ext uri="{FF2B5EF4-FFF2-40B4-BE49-F238E27FC236}">
                <a16:creationId xmlns:a16="http://schemas.microsoft.com/office/drawing/2014/main" id="{CB508CF6-61FE-05EE-C585-BF32EE1DF2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81184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982e32bd99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2982e32bd99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982e32bd99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2982e32bd99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982e32bd99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2982e32bd99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2982e32bd99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2982e32bd99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982e32bd99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2982e32bd99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982e32bd99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982e32bd99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982e32bd99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982e32bd99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982e32bd99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82e32bd99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982e32bd99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982e32bd99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982e32bd99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982e32bd99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982e32bd99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982e32bd99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982e32bd99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2982e32bd99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982e32bd99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2982e32bd99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2982e32bd99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2982e32bd99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2982e32bd99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2982e32bd99_0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2982e32bd99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2982e32bd99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982e32bd99_0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982e32bd99_0_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2982e32bd99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2982e32bd99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2982e32bd99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2982e32bd99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2982e32bd99_0_6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982e32bd99_0_6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982e32bd99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982e32bd99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2982e32bd99_0_7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982e32bd99_0_7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2982e32bd99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2982e32bd99_0_7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2982e32bd99_0_8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2982e32bd99_0_8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982e32bd99_0_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982e32bd99_0_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2982e32bd99_0_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2982e32bd99_0_8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2982e32bd99_0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2982e32bd99_0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2982e32bd99_0_9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2982e32bd99_0_9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2982e32bd99_0_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3" name="Google Shape;1583;g2982e32bd99_0_9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g2982e32bd99_0_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8" name="Google Shape;1618;g2982e32bd99_0_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2982e32bd99_0_1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2982e32bd99_0_1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2982e32bd99_0_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2982e32bd99_0_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2982e32bd99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2982e32bd99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2982e32bd99_0_1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2982e32bd99_0_1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g2982e32bd99_0_1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1" name="Google Shape;1801;g2982e32bd99_0_1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2982e32bd99_0_1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2982e32bd99_0_1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2982e32bd99_0_1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2982e32bd99_0_1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g2982e32bd99_0_1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1" name="Google Shape;1921;g2982e32bd99_0_1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g2982e32bd99_0_1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6" name="Google Shape;1976;g2982e32bd99_0_1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g2982e32bd99_0_1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1" name="Google Shape;2031;g2982e32bd99_0_1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g2982e32bd99_0_1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8" name="Google Shape;2088;g2982e32bd99_0_1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g2982e32bd99_0_1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5" name="Google Shape;2095;g2982e32bd99_0_1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g2982e32bd99_0_1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3" name="Google Shape;2103;g2982e32bd99_0_1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g2982e32bd99_0_1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3" name="Google Shape;2113;g2982e32bd99_0_1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g2982e32bd99_0_1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3" name="Google Shape;2123;g2982e32bd99_0_1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g2982e32bd99_0_1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7" name="Google Shape;2137;g2982e32bd99_0_1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g2982e32bd99_0_1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0" name="Google Shape;2150;g2982e32bd99_0_1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g2982e32bd99_0_1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5" name="Google Shape;2165;g2982e32bd99_0_1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g2982e32bd99_0_1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2" name="Google Shape;2182;g2982e32bd99_0_1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2982e32bd99_0_1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2982e32bd99_0_1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g2982e32bd99_0_1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7" name="Google Shape;2197;g2982e32bd99_0_1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g2982e32bd99_0_1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5" name="Google Shape;2205;g2982e32bd99_0_1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g2982e32bd99_0_1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5" name="Google Shape;2215;g2982e32bd99_0_1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g2982e32bd99_0_1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5" name="Google Shape;2225;g2982e32bd99_0_1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g2982e32bd99_0_1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5" name="Google Shape;2235;g2982e32bd99_0_1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g2982e32bd99_0_1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5" name="Google Shape;2245;g2982e32bd99_0_15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g2982e32bd99_0_1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5" name="Google Shape;2255;g2982e32bd99_0_1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g2982e32bd99_0_1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7" name="Google Shape;2267;g2982e32bd99_0_1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g2982e32bd99_0_2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3" name="Google Shape;2273;g2982e32bd99_0_2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Google Shape;2279;g2982e32bd99_0_1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0" name="Google Shape;2280;g2982e32bd99_0_15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g2982e32bd99_0_1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8" name="Google Shape;2288;g2982e32bd99_0_1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g2982e32bd99_0_1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6" name="Google Shape;2296;g2982e32bd99_0_1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2982e32bd99_0_1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4" name="Google Shape;2304;g2982e32bd99_0_1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g2982e32bd99_0_1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2" name="Google Shape;2312;g2982e32bd99_0_1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g2982e32bd99_0_16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1" name="Google Shape;2321;g2982e32bd99_0_16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g2982e32bd99_0_1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0" name="Google Shape;2330;g2982e32bd99_0_1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g2982e32bd99_0_1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0" name="Google Shape;2340;g2982e32bd99_0_1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g2982e32bd99_0_1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4" name="Google Shape;2354;g2982e32bd99_0_1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g2982e32bd99_0_16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" name="Google Shape;2370;g2982e32bd99_0_16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g2982e32bd99_0_16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7" name="Google Shape;2377;g2982e32bd99_0_16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2982e32bd99_0_1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2982e32bd99_0_1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Google Shape;2391;g2982e32bd99_0_1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2" name="Google Shape;2392;g2982e32bd99_0_1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g2982e32bd99_0_16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2" name="Google Shape;2402;g2982e32bd99_0_16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g2982e32bd99_0_1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3" name="Google Shape;2413;g2982e32bd99_0_1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g2982e32bd99_0_1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5" name="Google Shape;2425;g2982e32bd99_0_1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g2982e32bd99_0_17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7" name="Google Shape;2457;g2982e32bd99_0_17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g2982e32bd99_0_1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9" name="Google Shape;2489;g2982e32bd99_0_1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g2982e32bd99_0_18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1" name="Google Shape;2521;g2982e32bd99_0_18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1" name="Google Shape;2551;g2982e32bd99_0_18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2" name="Google Shape;2552;g2982e32bd99_0_18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g2982e32bd99_0_1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3" name="Google Shape;2583;g2982e32bd99_0_1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g3168269db4f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6" name="Google Shape;2616;g3168269db4f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g3168269db4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9" name="Google Shape;2649;g3168269db4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" name="Google Shape;2682;g2982e32bd99_0_18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3" name="Google Shape;2683;g2982e32bd99_0_18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Google Shape;2689;g2982e32bd99_0_18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0" name="Google Shape;2690;g2982e32bd99_0_18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g2982e32bd99_0_1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7" name="Google Shape;2697;g2982e32bd99_0_19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g2982e32bd99_0_1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1" name="Google Shape;2711;g2982e32bd99_0_1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g2982e32bd99_0_19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5" name="Google Shape;2725;g2982e32bd99_0_19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0" name="Google Shape;2740;g2982e32bd99_0_19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1" name="Google Shape;2741;g2982e32bd99_0_19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6" name="Google Shape;2756;g2982e32bd99_0_1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7" name="Google Shape;2757;g2982e32bd99_0_1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2" name="Google Shape;2772;g2982e32bd99_0_19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3" name="Google Shape;2773;g2982e32bd99_0_19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2" name="Google Shape;2792;g2982e32bd99_0_19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3" name="Google Shape;2793;g2982e32bd99_0_19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3" name="Google Shape;2813;g2982e32bd99_0_20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4" name="Google Shape;2814;g2982e32bd99_0_20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2">
          <a:extLst>
            <a:ext uri="{FF2B5EF4-FFF2-40B4-BE49-F238E27FC236}">
              <a16:creationId xmlns:a16="http://schemas.microsoft.com/office/drawing/2014/main" id="{BE3FFBAD-BC8C-A796-A842-FA21F52DE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3" name="Google Shape;2813;g2982e32bd99_0_2003:notes">
            <a:extLst>
              <a:ext uri="{FF2B5EF4-FFF2-40B4-BE49-F238E27FC236}">
                <a16:creationId xmlns:a16="http://schemas.microsoft.com/office/drawing/2014/main" id="{30AD59F2-13DA-143C-23C6-F74A1F7345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4" name="Google Shape;2814;g2982e32bd99_0_2003:notes">
            <a:extLst>
              <a:ext uri="{FF2B5EF4-FFF2-40B4-BE49-F238E27FC236}">
                <a16:creationId xmlns:a16="http://schemas.microsoft.com/office/drawing/2014/main" id="{2DEA4141-BC82-B2F1-8D24-A5889646A6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317487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2">
          <a:extLst>
            <a:ext uri="{FF2B5EF4-FFF2-40B4-BE49-F238E27FC236}">
              <a16:creationId xmlns:a16="http://schemas.microsoft.com/office/drawing/2014/main" id="{856639ED-92E1-018B-4C72-6F90107CE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3" name="Google Shape;2813;g2982e32bd99_0_2003:notes">
            <a:extLst>
              <a:ext uri="{FF2B5EF4-FFF2-40B4-BE49-F238E27FC236}">
                <a16:creationId xmlns:a16="http://schemas.microsoft.com/office/drawing/2014/main" id="{B9320E3B-0911-7FFD-9A6C-FACBC55C86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4" name="Google Shape;2814;g2982e32bd99_0_2003:notes">
            <a:extLst>
              <a:ext uri="{FF2B5EF4-FFF2-40B4-BE49-F238E27FC236}">
                <a16:creationId xmlns:a16="http://schemas.microsoft.com/office/drawing/2014/main" id="{5AB20099-2BFD-2CF9-8648-5BB3684DBF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458140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2">
          <a:extLst>
            <a:ext uri="{FF2B5EF4-FFF2-40B4-BE49-F238E27FC236}">
              <a16:creationId xmlns:a16="http://schemas.microsoft.com/office/drawing/2014/main" id="{38B2141A-BBF4-F4D4-3EDB-19A7FDF7A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3" name="Google Shape;2813;g2982e32bd99_0_2003:notes">
            <a:extLst>
              <a:ext uri="{FF2B5EF4-FFF2-40B4-BE49-F238E27FC236}">
                <a16:creationId xmlns:a16="http://schemas.microsoft.com/office/drawing/2014/main" id="{6136B910-B0EF-E48C-FFC6-9AB4AD58F5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4" name="Google Shape;2814;g2982e32bd99_0_2003:notes">
            <a:extLst>
              <a:ext uri="{FF2B5EF4-FFF2-40B4-BE49-F238E27FC236}">
                <a16:creationId xmlns:a16="http://schemas.microsoft.com/office/drawing/2014/main" id="{8C72472A-FBF6-7026-DD68-2118C5F3B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1031936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2">
          <a:extLst>
            <a:ext uri="{FF2B5EF4-FFF2-40B4-BE49-F238E27FC236}">
              <a16:creationId xmlns:a16="http://schemas.microsoft.com/office/drawing/2014/main" id="{F527A70E-1808-E276-DB3F-4A1E57969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3" name="Google Shape;2813;g2982e32bd99_0_2003:notes">
            <a:extLst>
              <a:ext uri="{FF2B5EF4-FFF2-40B4-BE49-F238E27FC236}">
                <a16:creationId xmlns:a16="http://schemas.microsoft.com/office/drawing/2014/main" id="{A17BF43E-9C33-3649-84A8-1A2FAFBCBD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4" name="Google Shape;2814;g2982e32bd99_0_2003:notes">
            <a:extLst>
              <a:ext uri="{FF2B5EF4-FFF2-40B4-BE49-F238E27FC236}">
                <a16:creationId xmlns:a16="http://schemas.microsoft.com/office/drawing/2014/main" id="{946EC0F9-A7BB-9301-7B9A-B461D5F0FC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9514938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g2982e32bd99_0_20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6" name="Google Shape;2836;g2982e32bd99_0_20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" name="Google Shape;2856;g2982e32bd99_0_2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7" name="Google Shape;2857;g2982e32bd99_0_20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1" name="Google Shape;2881;g2982e32bd99_0_2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2" name="Google Shape;2882;g2982e32bd99_0_2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2982e32bd99_0_20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2982e32bd99_0_20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7" name="Google Shape;2927;g2982e32bd99_0_2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8" name="Google Shape;2928;g2982e32bd99_0_2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8" name="Google Shape;2948;g2982e32bd99_0_2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9" name="Google Shape;2949;g2982e32bd99_0_2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" name="Google Shape;2973;g2982e32bd99_0_2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4" name="Google Shape;2974;g2982e32bd99_0_2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4" name="Google Shape;2994;g2982e32bd99_0_2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5" name="Google Shape;2995;g2982e32bd99_0_2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2">
          <a:extLst>
            <a:ext uri="{FF2B5EF4-FFF2-40B4-BE49-F238E27FC236}">
              <a16:creationId xmlns:a16="http://schemas.microsoft.com/office/drawing/2014/main" id="{5D8F26F3-5AAF-7040-92E2-D8A4C170D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" name="Google Shape;2973;g2982e32bd99_0_2149:notes">
            <a:extLst>
              <a:ext uri="{FF2B5EF4-FFF2-40B4-BE49-F238E27FC236}">
                <a16:creationId xmlns:a16="http://schemas.microsoft.com/office/drawing/2014/main" id="{2AC9D354-FF0F-5359-3F3E-83045336D6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4" name="Google Shape;2974;g2982e32bd99_0_2149:notes">
            <a:extLst>
              <a:ext uri="{FF2B5EF4-FFF2-40B4-BE49-F238E27FC236}">
                <a16:creationId xmlns:a16="http://schemas.microsoft.com/office/drawing/2014/main" id="{9A3D0C21-EE2C-97C4-1E23-03EFE452FB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4914278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2">
          <a:extLst>
            <a:ext uri="{FF2B5EF4-FFF2-40B4-BE49-F238E27FC236}">
              <a16:creationId xmlns:a16="http://schemas.microsoft.com/office/drawing/2014/main" id="{A9D73EA4-D670-19AD-FCAB-5FBB82C9D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" name="Google Shape;2973;g2982e32bd99_0_2149:notes">
            <a:extLst>
              <a:ext uri="{FF2B5EF4-FFF2-40B4-BE49-F238E27FC236}">
                <a16:creationId xmlns:a16="http://schemas.microsoft.com/office/drawing/2014/main" id="{7A02AFD0-E0B2-C5C5-94AD-B57677167D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4" name="Google Shape;2974;g2982e32bd99_0_2149:notes">
            <a:extLst>
              <a:ext uri="{FF2B5EF4-FFF2-40B4-BE49-F238E27FC236}">
                <a16:creationId xmlns:a16="http://schemas.microsoft.com/office/drawing/2014/main" id="{9D8B61F4-D419-7F6D-5585-7406F213ED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2392319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g2982e32bd99_0_2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7" name="Google Shape;3047;g2982e32bd99_0_2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5">
          <a:extLst>
            <a:ext uri="{FF2B5EF4-FFF2-40B4-BE49-F238E27FC236}">
              <a16:creationId xmlns:a16="http://schemas.microsoft.com/office/drawing/2014/main" id="{7FC75153-DC6C-64D1-3096-7AA65EB5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g2982e32bd99_0_2231:notes">
            <a:extLst>
              <a:ext uri="{FF2B5EF4-FFF2-40B4-BE49-F238E27FC236}">
                <a16:creationId xmlns:a16="http://schemas.microsoft.com/office/drawing/2014/main" id="{831F7D1F-D40A-E5BC-40F3-5B33C304C4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7" name="Google Shape;3047;g2982e32bd99_0_2231:notes">
            <a:extLst>
              <a:ext uri="{FF2B5EF4-FFF2-40B4-BE49-F238E27FC236}">
                <a16:creationId xmlns:a16="http://schemas.microsoft.com/office/drawing/2014/main" id="{27EEE3ED-6774-37DC-BC8B-F72125D74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3546282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5">
          <a:extLst>
            <a:ext uri="{FF2B5EF4-FFF2-40B4-BE49-F238E27FC236}">
              <a16:creationId xmlns:a16="http://schemas.microsoft.com/office/drawing/2014/main" id="{65398137-E3F1-BB0A-235B-6985EFE43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g2982e32bd99_0_2231:notes">
            <a:extLst>
              <a:ext uri="{FF2B5EF4-FFF2-40B4-BE49-F238E27FC236}">
                <a16:creationId xmlns:a16="http://schemas.microsoft.com/office/drawing/2014/main" id="{27EBC84C-FF88-3A5E-22A3-9668B9777C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7" name="Google Shape;3047;g2982e32bd99_0_2231:notes">
            <a:extLst>
              <a:ext uri="{FF2B5EF4-FFF2-40B4-BE49-F238E27FC236}">
                <a16:creationId xmlns:a16="http://schemas.microsoft.com/office/drawing/2014/main" id="{4C7AF67C-7446-42F8-EB75-72E72B42B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20928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5">
          <a:extLst>
            <a:ext uri="{FF2B5EF4-FFF2-40B4-BE49-F238E27FC236}">
              <a16:creationId xmlns:a16="http://schemas.microsoft.com/office/drawing/2014/main" id="{A041497C-6A99-6ECC-6D77-7C4882BA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g2982e32bd99_0_2231:notes">
            <a:extLst>
              <a:ext uri="{FF2B5EF4-FFF2-40B4-BE49-F238E27FC236}">
                <a16:creationId xmlns:a16="http://schemas.microsoft.com/office/drawing/2014/main" id="{C38BB2A2-5EA1-5B36-F635-86DF141B7E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7" name="Google Shape;3047;g2982e32bd99_0_2231:notes">
            <a:extLst>
              <a:ext uri="{FF2B5EF4-FFF2-40B4-BE49-F238E27FC236}">
                <a16:creationId xmlns:a16="http://schemas.microsoft.com/office/drawing/2014/main" id="{75CCF2FF-76D0-8373-10D9-8D4E524F4E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0349515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5">
          <a:extLst>
            <a:ext uri="{FF2B5EF4-FFF2-40B4-BE49-F238E27FC236}">
              <a16:creationId xmlns:a16="http://schemas.microsoft.com/office/drawing/2014/main" id="{B7E602F1-9907-24FC-B12D-19302D3DE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g2982e32bd99_0_2231:notes">
            <a:extLst>
              <a:ext uri="{FF2B5EF4-FFF2-40B4-BE49-F238E27FC236}">
                <a16:creationId xmlns:a16="http://schemas.microsoft.com/office/drawing/2014/main" id="{2B0B74B1-97FB-B2EC-316B-CAF9C58BD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7" name="Google Shape;3047;g2982e32bd99_0_2231:notes">
            <a:extLst>
              <a:ext uri="{FF2B5EF4-FFF2-40B4-BE49-F238E27FC236}">
                <a16:creationId xmlns:a16="http://schemas.microsoft.com/office/drawing/2014/main" id="{376F785F-20EE-34A4-98CA-AFC479C41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1018035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5">
          <a:extLst>
            <a:ext uri="{FF2B5EF4-FFF2-40B4-BE49-F238E27FC236}">
              <a16:creationId xmlns:a16="http://schemas.microsoft.com/office/drawing/2014/main" id="{50D24095-CE91-7341-CF34-6F97765E7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g2982e32bd99_0_2231:notes">
            <a:extLst>
              <a:ext uri="{FF2B5EF4-FFF2-40B4-BE49-F238E27FC236}">
                <a16:creationId xmlns:a16="http://schemas.microsoft.com/office/drawing/2014/main" id="{C756F3AC-7E2E-E917-4DBD-91CE4ECA0D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7" name="Google Shape;3047;g2982e32bd99_0_2231:notes">
            <a:extLst>
              <a:ext uri="{FF2B5EF4-FFF2-40B4-BE49-F238E27FC236}">
                <a16:creationId xmlns:a16="http://schemas.microsoft.com/office/drawing/2014/main" id="{4C65704E-9616-B654-8EED-7886C61120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184793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5">
          <a:extLst>
            <a:ext uri="{FF2B5EF4-FFF2-40B4-BE49-F238E27FC236}">
              <a16:creationId xmlns:a16="http://schemas.microsoft.com/office/drawing/2014/main" id="{3F89757F-F889-01A0-F807-40959E88D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g2982e32bd99_0_2231:notes">
            <a:extLst>
              <a:ext uri="{FF2B5EF4-FFF2-40B4-BE49-F238E27FC236}">
                <a16:creationId xmlns:a16="http://schemas.microsoft.com/office/drawing/2014/main" id="{217A18CF-11BD-E7D4-37C4-B74FCB27D0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7" name="Google Shape;3047;g2982e32bd99_0_2231:notes">
            <a:extLst>
              <a:ext uri="{FF2B5EF4-FFF2-40B4-BE49-F238E27FC236}">
                <a16:creationId xmlns:a16="http://schemas.microsoft.com/office/drawing/2014/main" id="{E9718EAC-7778-7952-70DD-80F93A92CF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789815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5">
          <a:extLst>
            <a:ext uri="{FF2B5EF4-FFF2-40B4-BE49-F238E27FC236}">
              <a16:creationId xmlns:a16="http://schemas.microsoft.com/office/drawing/2014/main" id="{EF3790B5-5329-0688-E37A-0B80A96FC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g2982e32bd99_0_2231:notes">
            <a:extLst>
              <a:ext uri="{FF2B5EF4-FFF2-40B4-BE49-F238E27FC236}">
                <a16:creationId xmlns:a16="http://schemas.microsoft.com/office/drawing/2014/main" id="{33C211D9-4056-620E-C6A1-B2430659DE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7" name="Google Shape;3047;g2982e32bd99_0_2231:notes">
            <a:extLst>
              <a:ext uri="{FF2B5EF4-FFF2-40B4-BE49-F238E27FC236}">
                <a16:creationId xmlns:a16="http://schemas.microsoft.com/office/drawing/2014/main" id="{8EF22993-674B-7BDD-EE50-BF044196F5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6029029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5">
          <a:extLst>
            <a:ext uri="{FF2B5EF4-FFF2-40B4-BE49-F238E27FC236}">
              <a16:creationId xmlns:a16="http://schemas.microsoft.com/office/drawing/2014/main" id="{E2407AA4-2257-160C-647B-A71EFF388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g2982e32bd99_0_2231:notes">
            <a:extLst>
              <a:ext uri="{FF2B5EF4-FFF2-40B4-BE49-F238E27FC236}">
                <a16:creationId xmlns:a16="http://schemas.microsoft.com/office/drawing/2014/main" id="{F53B059D-A94F-DCD6-0EDA-4ADDBF60B5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7" name="Google Shape;3047;g2982e32bd99_0_2231:notes">
            <a:extLst>
              <a:ext uri="{FF2B5EF4-FFF2-40B4-BE49-F238E27FC236}">
                <a16:creationId xmlns:a16="http://schemas.microsoft.com/office/drawing/2014/main" id="{6B4CF589-A479-F0C0-90F8-B7E08F736A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440148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5">
          <a:extLst>
            <a:ext uri="{FF2B5EF4-FFF2-40B4-BE49-F238E27FC236}">
              <a16:creationId xmlns:a16="http://schemas.microsoft.com/office/drawing/2014/main" id="{42FCBC23-88B9-EBB6-59FF-AE299EBC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g2982e32bd99_0_2231:notes">
            <a:extLst>
              <a:ext uri="{FF2B5EF4-FFF2-40B4-BE49-F238E27FC236}">
                <a16:creationId xmlns:a16="http://schemas.microsoft.com/office/drawing/2014/main" id="{E155B7E1-8CA7-AD23-806F-F5AC3DB9C3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7" name="Google Shape;3047;g2982e32bd99_0_2231:notes">
            <a:extLst>
              <a:ext uri="{FF2B5EF4-FFF2-40B4-BE49-F238E27FC236}">
                <a16:creationId xmlns:a16="http://schemas.microsoft.com/office/drawing/2014/main" id="{C843DD5F-BF25-4151-4158-8394155149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6714952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CE31BCF-A1E5-4AE3-2BBB-681F84EE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52D1D85-A8E9-5104-587D-4DBE79711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2A9B701-70F0-6D4B-8960-673DF546F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6200882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7FF04A4-AB20-FBE5-F18F-F8E833DA0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54ECBFE-B873-1286-74B1-C1AAE6B0BC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7BFDE9C-A971-101D-1ED4-496D107D6C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03434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CDB3876-E6AA-BF4A-C3D6-AFE1C426B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B2CD8DA-DF01-38B9-EF28-EB2B889062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B4F24A-C410-F8C2-B589-942559D88E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31620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BC5B4FF-A2BB-512F-130F-6A4399A7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A2050D3-5212-E1AE-C096-28069FC4F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3F09AB2-38E0-BCE9-3B93-3347A9013B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6654783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E15AE9F-784C-7DD4-77C8-6EE34461D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955184B-0EEB-3386-0D52-5A3BEC8B3B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5FA199-AECA-1EBF-58BC-707B20E048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2636106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DB4D5A9-BD3C-FFE8-0E20-F4CEAAB02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BD4309A-717F-0C62-4149-A9DB9DCB83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94415A1-6598-3D21-C478-D531F95E1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250484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9073E9A-EED6-3DCD-638E-AE8788406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8B8D545-7A1C-4717-86C1-D9B7DFED6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9CE2C8A-41BD-15B8-A54C-1AE9E2ADE5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559899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0E20F955-9E21-76FF-DD51-986E1C81E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4C0BB65D-477F-A9C6-C658-332222D9F2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255A8735-7C80-1C78-1F22-E6ACF81C1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415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5911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16: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Curve Fitting</a:t>
            </a:r>
            <a:endParaRPr sz="3000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2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907028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Data Analysis for Scientists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</a:t>
            </a:r>
            <a:r>
              <a:rPr lang="en-GB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Maullin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March 2026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E5BFA99A-A154-6B96-A138-790869A4C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BE382823-3305-3095-36FB-135D8B1005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65404A33-00C8-E9B3-80E0-C36535EB26FC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16: Curve Fitting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17: Introduction to Software Engineering</a:t>
            </a: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Principles of Software Engineering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EC94519-E96B-507F-7C09-E5C8A19444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69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6B838C4-DC70-ED7A-4214-CCE5FCA5C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019C9BE-2882-7B50-E231-05D0C652FA9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77FCC7F-51E3-C805-4B73-83894B43D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56B293F-2737-8B97-C607-F99CB9E02F9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62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BD6C629-62C3-12DA-37CD-7CE6F6510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09DC00-6386-0878-37F6-3979A14C874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ECF079A-44E1-A167-0378-A72FF88C94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4030574-58E3-CB4A-B5C4-BE35A4146DC6}"/>
              </a:ext>
            </a:extLst>
          </p:cNvPr>
          <p:cNvSpPr txBox="1"/>
          <p:nvPr/>
        </p:nvSpPr>
        <p:spPr>
          <a:xfrm>
            <a:off x="1219200" y="1753588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spent a few lectures looking at how we can make various plots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6DC51C5-2310-BE80-666D-6D2FFBC29EC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27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F888F4B-DEDC-B65D-63F6-82DEF3DB2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99CD801-44DC-9C98-2712-50D9D319719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80AA14A-D814-CDD5-63D1-9E71FD4DD9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C8C4FDA-7F6E-D136-CC70-7AE9C82B4CB6}"/>
              </a:ext>
            </a:extLst>
          </p:cNvPr>
          <p:cNvSpPr txBox="1"/>
          <p:nvPr/>
        </p:nvSpPr>
        <p:spPr>
          <a:xfrm>
            <a:off x="1219200" y="1753588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spent a few lectures looking at how we can make various plots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1E13FF4-6D59-3398-1237-FDE84AA7560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2/13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D52EDC-E005-D556-536D-E6438D95ACC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22731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FE394AA-4104-4010-A4E3-85DF5801E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EB7789-75F3-AB10-0BE6-63A5B14AB5E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553D1C-FEB9-3E2F-D6EF-16AB4862B2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EEA975F-3C45-9BBD-E324-BAFA112D4FAB}"/>
              </a:ext>
            </a:extLst>
          </p:cNvPr>
          <p:cNvSpPr txBox="1"/>
          <p:nvPr/>
        </p:nvSpPr>
        <p:spPr>
          <a:xfrm>
            <a:off x="1219200" y="1753588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spent a few lectures looking at how we can make various plots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25804CA-469F-B65E-5EAD-8745E32783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2/13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7AB713-6B34-21C4-737E-FD0D23383A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C47763-C169-F73B-7634-A053FED4854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1953" y="2676086"/>
            <a:ext cx="3346196" cy="249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57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2CFA4EE-F367-9019-E1C3-71C00DEDC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C51337F-4F64-089B-009C-7E1AA7CDD87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266F1C0-EF83-5EE5-ED43-55D26C75EA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3C402BD-347C-2116-D10E-3FE8ADEA734B}"/>
              </a:ext>
            </a:extLst>
          </p:cNvPr>
          <p:cNvSpPr txBox="1"/>
          <p:nvPr/>
        </p:nvSpPr>
        <p:spPr>
          <a:xfrm>
            <a:off x="1219200" y="1753588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spent a few lectures looking at how we can make various plots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are going to look at something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little more mathematical</a:t>
            </a:r>
            <a:endParaRPr lang="en-GB" sz="18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FA8A73D-29E9-32E9-7E45-84994D82676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2/13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3DC81A-36C8-DE21-7BA8-1E8E72E79EC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D4B9B7-9822-D210-358F-96846947FD4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1953" y="2676086"/>
            <a:ext cx="3346196" cy="249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22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BEBB826-BA35-FA53-A5F1-9FAB51EA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C8BEF88-12D6-64D4-91B8-7E4CA691370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F87E443-B7AE-E1E2-D207-6415A1991A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97CDC36-74AE-5D5C-0638-F6C9F8B7990C}"/>
              </a:ext>
            </a:extLst>
          </p:cNvPr>
          <p:cNvSpPr txBox="1"/>
          <p:nvPr/>
        </p:nvSpPr>
        <p:spPr>
          <a:xfrm>
            <a:off x="1219200" y="1753588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spent a few lectures looking at how we can make various plots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are going to look at something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little more mathematical</a:t>
            </a:r>
            <a:endParaRPr lang="en-GB" sz="18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chemeClr val="accent1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can we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fit a curve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this data?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8642CDF-C22A-2C7B-E664-4BBEC2CE27D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2/13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6E86CD-E254-B90A-0862-E57667E4A3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74A568-3307-2301-6200-D5D45912230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1953" y="2676086"/>
            <a:ext cx="3346196" cy="249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695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88307ED-E1D3-DB4B-A2DF-1221749AB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6C5B388-95A7-A8E5-5D7B-7C059605D17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8158AF7-80BB-3939-8673-5936D93450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F698C6F-9264-CF48-C9DF-BD8A2452D8DF}"/>
              </a:ext>
            </a:extLst>
          </p:cNvPr>
          <p:cNvSpPr txBox="1"/>
          <p:nvPr/>
        </p:nvSpPr>
        <p:spPr>
          <a:xfrm>
            <a:off x="1219200" y="1753588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spent a few lectures looking at how we can make various plots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are going to look at something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little more mathematical</a:t>
            </a:r>
            <a:endParaRPr lang="en-GB" sz="18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chemeClr val="accent1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can we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fit a curve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this data?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60708D0-F333-4404-BD95-A9C5A810C33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2/13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A39998-659D-4EE0-BADC-03D8E5645C5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6C5176-2363-C560-C7A2-57B612BD272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1953" y="2676086"/>
            <a:ext cx="3346196" cy="249268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7AAAE37-D611-CA78-1C4F-14A3364D3843}"/>
              </a:ext>
            </a:extLst>
          </p:cNvPr>
          <p:cNvSpPr/>
          <p:nvPr/>
        </p:nvSpPr>
        <p:spPr>
          <a:xfrm>
            <a:off x="8489482" y="2781701"/>
            <a:ext cx="2592968" cy="1973179"/>
          </a:xfrm>
          <a:custGeom>
            <a:avLst/>
            <a:gdLst>
              <a:gd name="csX0" fmla="*/ 0 w 2531444"/>
              <a:gd name="csY0" fmla="*/ 1973179 h 1973179"/>
              <a:gd name="csX1" fmla="*/ 866274 w 2531444"/>
              <a:gd name="csY1" fmla="*/ 1694046 h 1973179"/>
              <a:gd name="csX2" fmla="*/ 1905802 w 2531444"/>
              <a:gd name="csY2" fmla="*/ 798897 h 1973179"/>
              <a:gd name="csX3" fmla="*/ 2531444 w 2531444"/>
              <a:gd name="csY3" fmla="*/ 0 h 19731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31444" h="1973179">
                <a:moveTo>
                  <a:pt x="0" y="1973179"/>
                </a:moveTo>
                <a:cubicBezTo>
                  <a:pt x="274320" y="1931469"/>
                  <a:pt x="548640" y="1889760"/>
                  <a:pt x="866274" y="1694046"/>
                </a:cubicBezTo>
                <a:cubicBezTo>
                  <a:pt x="1183908" y="1498332"/>
                  <a:pt x="1628274" y="1081238"/>
                  <a:pt x="1905802" y="798897"/>
                </a:cubicBezTo>
                <a:cubicBezTo>
                  <a:pt x="2183330" y="516556"/>
                  <a:pt x="2357387" y="258278"/>
                  <a:pt x="2531444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6525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4C8B13F-CA6B-E112-1D12-96897DF84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E575CA-3508-FC38-36DA-95913FC9989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778CA07-F6B6-EAB4-00E6-881C6059D0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3D1A2B0-F1BB-F59F-1A04-5C532430BC16}"/>
              </a:ext>
            </a:extLst>
          </p:cNvPr>
          <p:cNvSpPr txBox="1"/>
          <p:nvPr/>
        </p:nvSpPr>
        <p:spPr>
          <a:xfrm>
            <a:off x="1219200" y="1753588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spent a few lectures looking at how we can make various plots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are going to look at something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little more mathematical</a:t>
            </a:r>
            <a:endParaRPr lang="en-GB" sz="18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chemeClr val="accent1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can we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fit a curve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this data?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do this, we’re going to look at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linear model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1FB932B-4D73-B097-CBAD-CD4A65FBC75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2/13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4F1160-0BAD-326F-5E71-055208B9B65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99E7B1-21AC-6257-E29D-4CF1C801777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1953" y="2676086"/>
            <a:ext cx="3346196" cy="249268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B6D8C23-A450-50E8-D117-4D617F146B1C}"/>
              </a:ext>
            </a:extLst>
          </p:cNvPr>
          <p:cNvSpPr/>
          <p:nvPr/>
        </p:nvSpPr>
        <p:spPr>
          <a:xfrm>
            <a:off x="8489482" y="2781701"/>
            <a:ext cx="2592968" cy="1973179"/>
          </a:xfrm>
          <a:custGeom>
            <a:avLst/>
            <a:gdLst>
              <a:gd name="csX0" fmla="*/ 0 w 2531444"/>
              <a:gd name="csY0" fmla="*/ 1973179 h 1973179"/>
              <a:gd name="csX1" fmla="*/ 866274 w 2531444"/>
              <a:gd name="csY1" fmla="*/ 1694046 h 1973179"/>
              <a:gd name="csX2" fmla="*/ 1905802 w 2531444"/>
              <a:gd name="csY2" fmla="*/ 798897 h 1973179"/>
              <a:gd name="csX3" fmla="*/ 2531444 w 2531444"/>
              <a:gd name="csY3" fmla="*/ 0 h 19731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31444" h="1973179">
                <a:moveTo>
                  <a:pt x="0" y="1973179"/>
                </a:moveTo>
                <a:cubicBezTo>
                  <a:pt x="274320" y="1931469"/>
                  <a:pt x="548640" y="1889760"/>
                  <a:pt x="866274" y="1694046"/>
                </a:cubicBezTo>
                <a:cubicBezTo>
                  <a:pt x="1183908" y="1498332"/>
                  <a:pt x="1628274" y="1081238"/>
                  <a:pt x="1905802" y="798897"/>
                </a:cubicBezTo>
                <a:cubicBezTo>
                  <a:pt x="2183330" y="516556"/>
                  <a:pt x="2357387" y="258278"/>
                  <a:pt x="2531444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7726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1ABEF77-1AA7-6DD2-E7A7-C583A5F2A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546241-0300-BEAF-5CAD-DECCCA77F65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69616FB-2ABE-41FC-C396-2B17894251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9113D70-2E03-D08B-CDA8-A1E17FABDA58}"/>
              </a:ext>
            </a:extLst>
          </p:cNvPr>
          <p:cNvSpPr txBox="1"/>
          <p:nvPr/>
        </p:nvSpPr>
        <p:spPr>
          <a:xfrm>
            <a:off x="1219200" y="1753588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spent a few lectures looking at how we can make various plots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are going to look at something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little more mathematical</a:t>
            </a:r>
            <a:endParaRPr lang="en-GB" sz="18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chemeClr val="accent1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can we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fit a curve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this data?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do this, we’re going to look at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linear model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78E41F1-F7AA-B3C4-F5B5-452E80312F3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2/13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70A156-EB65-78CA-2601-DEDE397DBF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E0B2A1-DCD5-2805-FDD9-352FC5626EE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1953" y="2676086"/>
            <a:ext cx="3346196" cy="249268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9090B95-9099-F825-E6C2-E7B5E7AA41D7}"/>
              </a:ext>
            </a:extLst>
          </p:cNvPr>
          <p:cNvSpPr/>
          <p:nvPr/>
        </p:nvSpPr>
        <p:spPr>
          <a:xfrm>
            <a:off x="8489482" y="2781701"/>
            <a:ext cx="2592968" cy="1973179"/>
          </a:xfrm>
          <a:custGeom>
            <a:avLst/>
            <a:gdLst>
              <a:gd name="csX0" fmla="*/ 0 w 2531444"/>
              <a:gd name="csY0" fmla="*/ 1973179 h 1973179"/>
              <a:gd name="csX1" fmla="*/ 866274 w 2531444"/>
              <a:gd name="csY1" fmla="*/ 1694046 h 1973179"/>
              <a:gd name="csX2" fmla="*/ 1905802 w 2531444"/>
              <a:gd name="csY2" fmla="*/ 798897 h 1973179"/>
              <a:gd name="csX3" fmla="*/ 2531444 w 2531444"/>
              <a:gd name="csY3" fmla="*/ 0 h 19731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31444" h="1973179">
                <a:moveTo>
                  <a:pt x="0" y="1973179"/>
                </a:moveTo>
                <a:cubicBezTo>
                  <a:pt x="274320" y="1931469"/>
                  <a:pt x="548640" y="1889760"/>
                  <a:pt x="866274" y="1694046"/>
                </a:cubicBezTo>
                <a:cubicBezTo>
                  <a:pt x="1183908" y="1498332"/>
                  <a:pt x="1628274" y="1081238"/>
                  <a:pt x="1905802" y="798897"/>
                </a:cubicBezTo>
                <a:cubicBezTo>
                  <a:pt x="2183330" y="516556"/>
                  <a:pt x="2357387" y="258278"/>
                  <a:pt x="2531444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958DDF-5C9A-DC7A-76C3-3FA05A86E052}"/>
              </a:ext>
            </a:extLst>
          </p:cNvPr>
          <p:cNvSpPr txBox="1"/>
          <p:nvPr/>
        </p:nvSpPr>
        <p:spPr>
          <a:xfrm>
            <a:off x="2355628" y="4967971"/>
            <a:ext cx="4860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Warning: Today we shall use some matrix algebra!</a:t>
            </a:r>
            <a:br>
              <a:rPr lang="en-GB" b="1" dirty="0">
                <a:solidFill>
                  <a:srgbClr val="FF0000"/>
                </a:solidFill>
              </a:rPr>
            </a:b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234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1845EDC-6835-5405-2243-4E54BA32E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80374D-09AF-B7F9-82EE-DF5281CE5D4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865661C-8118-5F8E-0DC1-700A400606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0EEBE02-7DBD-7C8E-928A-B279496A8E6D}"/>
              </a:ext>
            </a:extLst>
          </p:cNvPr>
          <p:cNvSpPr txBox="1"/>
          <p:nvPr/>
        </p:nvSpPr>
        <p:spPr>
          <a:xfrm>
            <a:off x="1219200" y="1753588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spent a few lectures looking at how we can make various plots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are going to look at something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little more mathematical</a:t>
            </a:r>
            <a:endParaRPr lang="en-GB" sz="18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chemeClr val="accent1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can we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fit a curve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this data?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do this, we’re going to look at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linear model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342D1A5-EC28-8C41-430B-CAEE3869DF6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2/13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0C5118-6FD6-751D-1C70-6E5A14BD399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80B072-E6EC-0564-940B-BEDDB50F3AC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1953" y="2676086"/>
            <a:ext cx="3346196" cy="249268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D9B7F45-6AFB-4557-F3D0-2E6CD74572D5}"/>
              </a:ext>
            </a:extLst>
          </p:cNvPr>
          <p:cNvSpPr/>
          <p:nvPr/>
        </p:nvSpPr>
        <p:spPr>
          <a:xfrm>
            <a:off x="8489482" y="2781701"/>
            <a:ext cx="2592968" cy="1973179"/>
          </a:xfrm>
          <a:custGeom>
            <a:avLst/>
            <a:gdLst>
              <a:gd name="csX0" fmla="*/ 0 w 2531444"/>
              <a:gd name="csY0" fmla="*/ 1973179 h 1973179"/>
              <a:gd name="csX1" fmla="*/ 866274 w 2531444"/>
              <a:gd name="csY1" fmla="*/ 1694046 h 1973179"/>
              <a:gd name="csX2" fmla="*/ 1905802 w 2531444"/>
              <a:gd name="csY2" fmla="*/ 798897 h 1973179"/>
              <a:gd name="csX3" fmla="*/ 2531444 w 2531444"/>
              <a:gd name="csY3" fmla="*/ 0 h 19731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31444" h="1973179">
                <a:moveTo>
                  <a:pt x="0" y="1973179"/>
                </a:moveTo>
                <a:cubicBezTo>
                  <a:pt x="274320" y="1931469"/>
                  <a:pt x="548640" y="1889760"/>
                  <a:pt x="866274" y="1694046"/>
                </a:cubicBezTo>
                <a:cubicBezTo>
                  <a:pt x="1183908" y="1498332"/>
                  <a:pt x="1628274" y="1081238"/>
                  <a:pt x="1905802" y="798897"/>
                </a:cubicBezTo>
                <a:cubicBezTo>
                  <a:pt x="2183330" y="516556"/>
                  <a:pt x="2357387" y="258278"/>
                  <a:pt x="2531444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3DA52B-FF2F-3DD6-E09E-A191C51F3A85}"/>
              </a:ext>
            </a:extLst>
          </p:cNvPr>
          <p:cNvSpPr txBox="1"/>
          <p:nvPr/>
        </p:nvSpPr>
        <p:spPr>
          <a:xfrm>
            <a:off x="2355628" y="4967971"/>
            <a:ext cx="48607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Warning: Today we shall use some matrix algebra!</a:t>
            </a:r>
            <a:br>
              <a:rPr lang="en-GB" b="1" dirty="0">
                <a:solidFill>
                  <a:srgbClr val="FF0000"/>
                </a:solidFill>
              </a:rPr>
            </a:br>
            <a:br>
              <a:rPr lang="en-GB" b="1" dirty="0">
                <a:solidFill>
                  <a:srgbClr val="FF0000"/>
                </a:solidFill>
              </a:rPr>
            </a:br>
            <a:r>
              <a:rPr lang="en-GB" b="1" dirty="0">
                <a:solidFill>
                  <a:srgbClr val="FF0000"/>
                </a:solidFill>
              </a:rPr>
              <a:t>If you aren’t sure about matrix operations, please ask me or one of the tutors during the session</a:t>
            </a:r>
          </a:p>
        </p:txBody>
      </p:sp>
    </p:spTree>
    <p:extLst>
      <p:ext uri="{BB962C8B-B14F-4D97-AF65-F5344CB8AC3E}">
        <p14:creationId xmlns:p14="http://schemas.microsoft.com/office/powerpoint/2010/main" val="3140149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8F407E0-72EA-0391-7755-672EAAE37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5F13FD4-9AFF-3DFA-E3CE-1A2F31CEAAD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E837F35-CCB1-3FED-F533-DFD06BF2C3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54E01AF-7445-50FF-B8F6-25C7DA4DBE6D}"/>
              </a:ext>
            </a:extLst>
          </p:cNvPr>
          <p:cNvSpPr txBox="1"/>
          <p:nvPr/>
        </p:nvSpPr>
        <p:spPr>
          <a:xfrm>
            <a:off x="1219200" y="1753588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spent a few lectures looking at how we can make various plots of data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are going to look at something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little more mathematical</a:t>
            </a:r>
            <a:endParaRPr lang="en-GB" sz="18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chemeClr val="accent1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can we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fit a curve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this data?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do this, we’re going to look at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linear model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24A5073-606D-D311-14DF-BD71354B89D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2/13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9AC143-9CD8-78D7-F146-CA2B6285652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6A7980-1789-5416-6917-4EA5948818E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1953" y="2676086"/>
            <a:ext cx="3346196" cy="249268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14E8257-2400-74C2-5D3D-337AAADEAC4B}"/>
              </a:ext>
            </a:extLst>
          </p:cNvPr>
          <p:cNvSpPr/>
          <p:nvPr/>
        </p:nvSpPr>
        <p:spPr>
          <a:xfrm>
            <a:off x="8489482" y="2781701"/>
            <a:ext cx="2592968" cy="1973179"/>
          </a:xfrm>
          <a:custGeom>
            <a:avLst/>
            <a:gdLst>
              <a:gd name="csX0" fmla="*/ 0 w 2531444"/>
              <a:gd name="csY0" fmla="*/ 1973179 h 1973179"/>
              <a:gd name="csX1" fmla="*/ 866274 w 2531444"/>
              <a:gd name="csY1" fmla="*/ 1694046 h 1973179"/>
              <a:gd name="csX2" fmla="*/ 1905802 w 2531444"/>
              <a:gd name="csY2" fmla="*/ 798897 h 1973179"/>
              <a:gd name="csX3" fmla="*/ 2531444 w 2531444"/>
              <a:gd name="csY3" fmla="*/ 0 h 19731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31444" h="1973179">
                <a:moveTo>
                  <a:pt x="0" y="1973179"/>
                </a:moveTo>
                <a:cubicBezTo>
                  <a:pt x="274320" y="1931469"/>
                  <a:pt x="548640" y="1889760"/>
                  <a:pt x="866274" y="1694046"/>
                </a:cubicBezTo>
                <a:cubicBezTo>
                  <a:pt x="1183908" y="1498332"/>
                  <a:pt x="1628274" y="1081238"/>
                  <a:pt x="1905802" y="798897"/>
                </a:cubicBezTo>
                <a:cubicBezTo>
                  <a:pt x="2183330" y="516556"/>
                  <a:pt x="2357387" y="258278"/>
                  <a:pt x="2531444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4104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92F1BD85-F068-30E1-8C4E-F229DC67C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2">
            <a:extLst>
              <a:ext uri="{FF2B5EF4-FFF2-40B4-BE49-F238E27FC236}">
                <a16:creationId xmlns:a16="http://schemas.microsoft.com/office/drawing/2014/main" id="{75852352-9721-5EFE-BE46-E4EAE58BA0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Curve Fitting: Introduction</a:t>
            </a:r>
            <a:endParaRPr dirty="0"/>
          </a:p>
        </p:txBody>
      </p:sp>
      <p:sp>
        <p:nvSpPr>
          <p:cNvPr id="710" name="Google Shape;710;p72">
            <a:extLst>
              <a:ext uri="{FF2B5EF4-FFF2-40B4-BE49-F238E27FC236}">
                <a16:creationId xmlns:a16="http://schemas.microsoft.com/office/drawing/2014/main" id="{EFBE872F-3981-0F7B-B847-9C8F07159D9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790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37AC5608-3ADF-71A7-C3B9-449E093B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2">
            <a:extLst>
              <a:ext uri="{FF2B5EF4-FFF2-40B4-BE49-F238E27FC236}">
                <a16:creationId xmlns:a16="http://schemas.microsoft.com/office/drawing/2014/main" id="{48F469F8-2C9E-1750-DF9C-3CE792BBA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Curve Fitting: Introduction</a:t>
            </a:r>
            <a:endParaRPr dirty="0"/>
          </a:p>
        </p:txBody>
      </p:sp>
      <p:sp>
        <p:nvSpPr>
          <p:cNvPr id="701" name="Google Shape;701;p72">
            <a:extLst>
              <a:ext uri="{FF2B5EF4-FFF2-40B4-BE49-F238E27FC236}">
                <a16:creationId xmlns:a16="http://schemas.microsoft.com/office/drawing/2014/main" id="{C086FEA3-C0A0-2EE8-6DC8-613D783F519F}"/>
              </a:ext>
            </a:extLst>
          </p:cNvPr>
          <p:cNvSpPr txBox="1"/>
          <p:nvPr/>
        </p:nvSpPr>
        <p:spPr>
          <a:xfrm>
            <a:off x="1015000" y="1672084"/>
            <a:ext cx="651000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72">
            <a:extLst>
              <a:ext uri="{FF2B5EF4-FFF2-40B4-BE49-F238E27FC236}">
                <a16:creationId xmlns:a16="http://schemas.microsoft.com/office/drawing/2014/main" id="{4258DBA8-C633-49F8-D9B3-BCA5A081CB6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15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2BCD95D3-B81F-CEF5-D21F-9D751479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2">
            <a:extLst>
              <a:ext uri="{FF2B5EF4-FFF2-40B4-BE49-F238E27FC236}">
                <a16:creationId xmlns:a16="http://schemas.microsoft.com/office/drawing/2014/main" id="{E36C86BF-C3F7-DD22-D9F4-B9DC8B562E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Curve Fitting: Introduction</a:t>
            </a:r>
            <a:endParaRPr dirty="0"/>
          </a:p>
        </p:txBody>
      </p:sp>
      <p:sp>
        <p:nvSpPr>
          <p:cNvPr id="701" name="Google Shape;701;p72">
            <a:extLst>
              <a:ext uri="{FF2B5EF4-FFF2-40B4-BE49-F238E27FC236}">
                <a16:creationId xmlns:a16="http://schemas.microsoft.com/office/drawing/2014/main" id="{CE5DD07C-2B4D-1B90-C386-DD86FD4CD849}"/>
              </a:ext>
            </a:extLst>
          </p:cNvPr>
          <p:cNvSpPr txBox="1"/>
          <p:nvPr/>
        </p:nvSpPr>
        <p:spPr>
          <a:xfrm>
            <a:off x="1015000" y="1672084"/>
            <a:ext cx="651000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is a generalisation of a line of best fit</a:t>
            </a:r>
            <a:b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72">
            <a:extLst>
              <a:ext uri="{FF2B5EF4-FFF2-40B4-BE49-F238E27FC236}">
                <a16:creationId xmlns:a16="http://schemas.microsoft.com/office/drawing/2014/main" id="{4A2F0353-807D-86B6-AA21-B44C5DAA8EA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090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2E1AE15B-A509-6C12-DED4-F4CC90F3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2">
            <a:extLst>
              <a:ext uri="{FF2B5EF4-FFF2-40B4-BE49-F238E27FC236}">
                <a16:creationId xmlns:a16="http://schemas.microsoft.com/office/drawing/2014/main" id="{68FAE819-8645-721F-6599-91FA0A16D1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Curve Fitting: Introduction</a:t>
            </a:r>
            <a:endParaRPr dirty="0"/>
          </a:p>
        </p:txBody>
      </p:sp>
      <p:sp>
        <p:nvSpPr>
          <p:cNvPr id="701" name="Google Shape;701;p72">
            <a:extLst>
              <a:ext uri="{FF2B5EF4-FFF2-40B4-BE49-F238E27FC236}">
                <a16:creationId xmlns:a16="http://schemas.microsoft.com/office/drawing/2014/main" id="{7D72E017-DAD8-27D0-BD29-40EB79A5A3D4}"/>
              </a:ext>
            </a:extLst>
          </p:cNvPr>
          <p:cNvSpPr txBox="1"/>
          <p:nvPr/>
        </p:nvSpPr>
        <p:spPr>
          <a:xfrm>
            <a:off x="1015000" y="1672084"/>
            <a:ext cx="651000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is a generalisation of a line of best fit</a:t>
            </a:r>
            <a:b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assesses how well a set of variables (columns of data) predict another.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72">
            <a:extLst>
              <a:ext uri="{FF2B5EF4-FFF2-40B4-BE49-F238E27FC236}">
                <a16:creationId xmlns:a16="http://schemas.microsoft.com/office/drawing/2014/main" id="{9A75C792-3414-4F71-10CB-6373DBDB88D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48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483F00EE-96B7-61A7-9845-55611FA01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ine with blue x marks&#10;&#10;Description automatically generated">
            <a:extLst>
              <a:ext uri="{FF2B5EF4-FFF2-40B4-BE49-F238E27FC236}">
                <a16:creationId xmlns:a16="http://schemas.microsoft.com/office/drawing/2014/main" id="{135C40B5-B83A-9FA4-7C07-87B3F269757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163" y="1914127"/>
            <a:ext cx="3303652" cy="3029746"/>
          </a:xfrm>
          <a:prstGeom prst="rect">
            <a:avLst/>
          </a:prstGeom>
        </p:spPr>
      </p:pic>
      <p:sp>
        <p:nvSpPr>
          <p:cNvPr id="700" name="Google Shape;700;p72">
            <a:extLst>
              <a:ext uri="{FF2B5EF4-FFF2-40B4-BE49-F238E27FC236}">
                <a16:creationId xmlns:a16="http://schemas.microsoft.com/office/drawing/2014/main" id="{C0B2B0A3-4A06-6F21-5C54-6E9DBBDDE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Curve Fitting: Introduction</a:t>
            </a:r>
            <a:endParaRPr dirty="0"/>
          </a:p>
        </p:txBody>
      </p:sp>
      <p:sp>
        <p:nvSpPr>
          <p:cNvPr id="701" name="Google Shape;701;p72">
            <a:extLst>
              <a:ext uri="{FF2B5EF4-FFF2-40B4-BE49-F238E27FC236}">
                <a16:creationId xmlns:a16="http://schemas.microsoft.com/office/drawing/2014/main" id="{CC80D0AB-1048-85A2-194C-0765D35E4D3A}"/>
              </a:ext>
            </a:extLst>
          </p:cNvPr>
          <p:cNvSpPr txBox="1"/>
          <p:nvPr/>
        </p:nvSpPr>
        <p:spPr>
          <a:xfrm>
            <a:off x="1015000" y="1672084"/>
            <a:ext cx="651000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is a generalisation of a line of best fit</a:t>
            </a:r>
            <a:b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assesses how well a set of variables (columns of data) predict another.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4" name="Google Shape;704;p72">
            <a:extLst>
              <a:ext uri="{FF2B5EF4-FFF2-40B4-BE49-F238E27FC236}">
                <a16:creationId xmlns:a16="http://schemas.microsoft.com/office/drawing/2014/main" id="{0687DF2A-D89F-EC95-C171-2D1B655AB91C}"/>
              </a:ext>
            </a:extLst>
          </p:cNvPr>
          <p:cNvGrpSpPr/>
          <p:nvPr/>
        </p:nvGrpSpPr>
        <p:grpSpPr>
          <a:xfrm>
            <a:off x="7359296" y="2058000"/>
            <a:ext cx="5114293" cy="3085973"/>
            <a:chOff x="7359296" y="2286600"/>
            <a:chExt cx="5114293" cy="3085973"/>
          </a:xfrm>
        </p:grpSpPr>
        <p:sp>
          <p:nvSpPr>
            <p:cNvPr id="708" name="Google Shape;708;p72">
              <a:extLst>
                <a:ext uri="{FF2B5EF4-FFF2-40B4-BE49-F238E27FC236}">
                  <a16:creationId xmlns:a16="http://schemas.microsoft.com/office/drawing/2014/main" id="{01D59F99-12C4-5341-921B-5840B93546D5}"/>
                </a:ext>
              </a:extLst>
            </p:cNvPr>
            <p:cNvSpPr txBox="1"/>
            <p:nvPr/>
          </p:nvSpPr>
          <p:spPr>
            <a:xfrm>
              <a:off x="9304989" y="4972373"/>
              <a:ext cx="3168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72">
              <a:extLst>
                <a:ext uri="{FF2B5EF4-FFF2-40B4-BE49-F238E27FC236}">
                  <a16:creationId xmlns:a16="http://schemas.microsoft.com/office/drawing/2014/main" id="{BD0CB7FC-50ED-622B-B46F-BB3E69347971}"/>
                </a:ext>
              </a:extLst>
            </p:cNvPr>
            <p:cNvSpPr txBox="1"/>
            <p:nvPr/>
          </p:nvSpPr>
          <p:spPr>
            <a:xfrm rot="16200000">
              <a:off x="6873896" y="2772000"/>
              <a:ext cx="137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0" name="Google Shape;710;p72">
            <a:extLst>
              <a:ext uri="{FF2B5EF4-FFF2-40B4-BE49-F238E27FC236}">
                <a16:creationId xmlns:a16="http://schemas.microsoft.com/office/drawing/2014/main" id="{24AC3267-ADAB-125B-4275-6D1BF405FA6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736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20E787F3-2089-D982-9938-A37F5B638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ine with blue x marks&#10;&#10;Description automatically generated">
            <a:extLst>
              <a:ext uri="{FF2B5EF4-FFF2-40B4-BE49-F238E27FC236}">
                <a16:creationId xmlns:a16="http://schemas.microsoft.com/office/drawing/2014/main" id="{6CCE2CF9-8608-2D6E-677C-9F4F69A77B7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163" y="1914127"/>
            <a:ext cx="3303652" cy="3029746"/>
          </a:xfrm>
          <a:prstGeom prst="rect">
            <a:avLst/>
          </a:prstGeom>
        </p:spPr>
      </p:pic>
      <p:sp>
        <p:nvSpPr>
          <p:cNvPr id="700" name="Google Shape;700;p72">
            <a:extLst>
              <a:ext uri="{FF2B5EF4-FFF2-40B4-BE49-F238E27FC236}">
                <a16:creationId xmlns:a16="http://schemas.microsoft.com/office/drawing/2014/main" id="{C007C6B2-40E2-61EA-F84F-53D19E2283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Curve Fitting: Introduction</a:t>
            </a:r>
            <a:endParaRPr dirty="0"/>
          </a:p>
        </p:txBody>
      </p:sp>
      <p:sp>
        <p:nvSpPr>
          <p:cNvPr id="701" name="Google Shape;701;p72">
            <a:extLst>
              <a:ext uri="{FF2B5EF4-FFF2-40B4-BE49-F238E27FC236}">
                <a16:creationId xmlns:a16="http://schemas.microsoft.com/office/drawing/2014/main" id="{F0E0D7CC-BFCD-7E97-54FC-CBAD756491FE}"/>
              </a:ext>
            </a:extLst>
          </p:cNvPr>
          <p:cNvSpPr txBox="1"/>
          <p:nvPr/>
        </p:nvSpPr>
        <p:spPr>
          <a:xfrm>
            <a:off x="1015000" y="1672084"/>
            <a:ext cx="651000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is a generalisation of a line of best fit</a:t>
            </a:r>
            <a:b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assesses how well a set of variables (columns of data) predict another.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does this minimising the sum of squared differences.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4" name="Google Shape;704;p72">
            <a:extLst>
              <a:ext uri="{FF2B5EF4-FFF2-40B4-BE49-F238E27FC236}">
                <a16:creationId xmlns:a16="http://schemas.microsoft.com/office/drawing/2014/main" id="{70A26A76-5F0D-38DA-402E-13D4507556D2}"/>
              </a:ext>
            </a:extLst>
          </p:cNvPr>
          <p:cNvGrpSpPr/>
          <p:nvPr/>
        </p:nvGrpSpPr>
        <p:grpSpPr>
          <a:xfrm>
            <a:off x="7359296" y="2058000"/>
            <a:ext cx="5114293" cy="3085973"/>
            <a:chOff x="7359296" y="2286600"/>
            <a:chExt cx="5114293" cy="3085973"/>
          </a:xfrm>
        </p:grpSpPr>
        <p:sp>
          <p:nvSpPr>
            <p:cNvPr id="708" name="Google Shape;708;p72">
              <a:extLst>
                <a:ext uri="{FF2B5EF4-FFF2-40B4-BE49-F238E27FC236}">
                  <a16:creationId xmlns:a16="http://schemas.microsoft.com/office/drawing/2014/main" id="{FF522C2A-1297-D8B4-CD0B-106DAC03B604}"/>
                </a:ext>
              </a:extLst>
            </p:cNvPr>
            <p:cNvSpPr txBox="1"/>
            <p:nvPr/>
          </p:nvSpPr>
          <p:spPr>
            <a:xfrm>
              <a:off x="9304989" y="4972373"/>
              <a:ext cx="3168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72">
              <a:extLst>
                <a:ext uri="{FF2B5EF4-FFF2-40B4-BE49-F238E27FC236}">
                  <a16:creationId xmlns:a16="http://schemas.microsoft.com/office/drawing/2014/main" id="{3E8E1BA2-4C96-6246-D310-D27F7753CD69}"/>
                </a:ext>
              </a:extLst>
            </p:cNvPr>
            <p:cNvSpPr txBox="1"/>
            <p:nvPr/>
          </p:nvSpPr>
          <p:spPr>
            <a:xfrm rot="16200000">
              <a:off x="6873896" y="2772000"/>
              <a:ext cx="137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0" name="Google Shape;710;p72">
            <a:extLst>
              <a:ext uri="{FF2B5EF4-FFF2-40B4-BE49-F238E27FC236}">
                <a16:creationId xmlns:a16="http://schemas.microsoft.com/office/drawing/2014/main" id="{18A3F4B9-828C-1259-2F57-6BBC2708EAB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78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8F624532-DBC1-E7D5-3C3F-D1DD540A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ine with blue x marks&#10;&#10;Description automatically generated">
            <a:extLst>
              <a:ext uri="{FF2B5EF4-FFF2-40B4-BE49-F238E27FC236}">
                <a16:creationId xmlns:a16="http://schemas.microsoft.com/office/drawing/2014/main" id="{16D7C3C1-6D9C-2449-5915-895446E66C1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163" y="1914127"/>
            <a:ext cx="3303652" cy="3029746"/>
          </a:xfrm>
          <a:prstGeom prst="rect">
            <a:avLst/>
          </a:prstGeom>
        </p:spPr>
      </p:pic>
      <p:sp>
        <p:nvSpPr>
          <p:cNvPr id="700" name="Google Shape;700;p72">
            <a:extLst>
              <a:ext uri="{FF2B5EF4-FFF2-40B4-BE49-F238E27FC236}">
                <a16:creationId xmlns:a16="http://schemas.microsoft.com/office/drawing/2014/main" id="{BD1EA1A9-CD6C-2DF1-C8EA-C9840F7896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Curve Fitting: Introduction</a:t>
            </a:r>
            <a:endParaRPr dirty="0"/>
          </a:p>
        </p:txBody>
      </p:sp>
      <p:sp>
        <p:nvSpPr>
          <p:cNvPr id="701" name="Google Shape;701;p72">
            <a:extLst>
              <a:ext uri="{FF2B5EF4-FFF2-40B4-BE49-F238E27FC236}">
                <a16:creationId xmlns:a16="http://schemas.microsoft.com/office/drawing/2014/main" id="{E115913B-576D-9A1B-D863-F7B2DC5015B7}"/>
              </a:ext>
            </a:extLst>
          </p:cNvPr>
          <p:cNvSpPr txBox="1"/>
          <p:nvPr/>
        </p:nvSpPr>
        <p:spPr>
          <a:xfrm>
            <a:off x="1015000" y="1672084"/>
            <a:ext cx="651000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is a generalisation of a line of best fit</a:t>
            </a:r>
            <a:b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assesses how well a set of variables (columns of data) predict another.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does this minimising the sum of squared differences.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standard linear model takes the form: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4" name="Google Shape;704;p72">
            <a:extLst>
              <a:ext uri="{FF2B5EF4-FFF2-40B4-BE49-F238E27FC236}">
                <a16:creationId xmlns:a16="http://schemas.microsoft.com/office/drawing/2014/main" id="{4B46412C-F6C2-89CA-C497-4F5D8CA176A0}"/>
              </a:ext>
            </a:extLst>
          </p:cNvPr>
          <p:cNvGrpSpPr/>
          <p:nvPr/>
        </p:nvGrpSpPr>
        <p:grpSpPr>
          <a:xfrm>
            <a:off x="7359296" y="2058000"/>
            <a:ext cx="5114293" cy="3085973"/>
            <a:chOff x="7359296" y="2286600"/>
            <a:chExt cx="5114293" cy="3085973"/>
          </a:xfrm>
        </p:grpSpPr>
        <p:sp>
          <p:nvSpPr>
            <p:cNvPr id="708" name="Google Shape;708;p72">
              <a:extLst>
                <a:ext uri="{FF2B5EF4-FFF2-40B4-BE49-F238E27FC236}">
                  <a16:creationId xmlns:a16="http://schemas.microsoft.com/office/drawing/2014/main" id="{37D42783-8E3B-ABAB-F493-CB54BF2B55D6}"/>
                </a:ext>
              </a:extLst>
            </p:cNvPr>
            <p:cNvSpPr txBox="1"/>
            <p:nvPr/>
          </p:nvSpPr>
          <p:spPr>
            <a:xfrm>
              <a:off x="9304989" y="4972373"/>
              <a:ext cx="3168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72">
              <a:extLst>
                <a:ext uri="{FF2B5EF4-FFF2-40B4-BE49-F238E27FC236}">
                  <a16:creationId xmlns:a16="http://schemas.microsoft.com/office/drawing/2014/main" id="{6A061292-BFEB-F0D0-CEA4-984CD73A897D}"/>
                </a:ext>
              </a:extLst>
            </p:cNvPr>
            <p:cNvSpPr txBox="1"/>
            <p:nvPr/>
          </p:nvSpPr>
          <p:spPr>
            <a:xfrm rot="16200000">
              <a:off x="6873896" y="2772000"/>
              <a:ext cx="137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0" name="Google Shape;710;p72">
            <a:extLst>
              <a:ext uri="{FF2B5EF4-FFF2-40B4-BE49-F238E27FC236}">
                <a16:creationId xmlns:a16="http://schemas.microsoft.com/office/drawing/2014/main" id="{08189A1C-CB14-1635-B46C-982D31DD870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789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780E8A79-7B12-C503-806B-F60C2A043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ine with blue x marks&#10;&#10;Description automatically generated">
            <a:extLst>
              <a:ext uri="{FF2B5EF4-FFF2-40B4-BE49-F238E27FC236}">
                <a16:creationId xmlns:a16="http://schemas.microsoft.com/office/drawing/2014/main" id="{CE5D0777-7C2D-4CF6-EA40-7D2263B1209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163" y="1914127"/>
            <a:ext cx="3303652" cy="3029746"/>
          </a:xfrm>
          <a:prstGeom prst="rect">
            <a:avLst/>
          </a:prstGeom>
        </p:spPr>
      </p:pic>
      <p:sp>
        <p:nvSpPr>
          <p:cNvPr id="700" name="Google Shape;700;p72">
            <a:extLst>
              <a:ext uri="{FF2B5EF4-FFF2-40B4-BE49-F238E27FC236}">
                <a16:creationId xmlns:a16="http://schemas.microsoft.com/office/drawing/2014/main" id="{06A99D01-18C1-B815-5D89-99A51E4A94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Curve Fitting: Introduction</a:t>
            </a:r>
            <a:endParaRPr dirty="0"/>
          </a:p>
        </p:txBody>
      </p:sp>
      <p:sp>
        <p:nvSpPr>
          <p:cNvPr id="701" name="Google Shape;701;p72">
            <a:extLst>
              <a:ext uri="{FF2B5EF4-FFF2-40B4-BE49-F238E27FC236}">
                <a16:creationId xmlns:a16="http://schemas.microsoft.com/office/drawing/2014/main" id="{A5CB4517-B4F3-A26C-A238-81BAD28B20B1}"/>
              </a:ext>
            </a:extLst>
          </p:cNvPr>
          <p:cNvSpPr txBox="1"/>
          <p:nvPr/>
        </p:nvSpPr>
        <p:spPr>
          <a:xfrm>
            <a:off x="1015000" y="1672084"/>
            <a:ext cx="651000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is a generalisation of a line of best fit</a:t>
            </a:r>
            <a:b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assesses how well a set of variables (columns of data) predict another.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does this minimising the sum of squared differences.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standard linear model takes the form: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2" name="Google Shape;702;p72">
            <a:extLst>
              <a:ext uri="{FF2B5EF4-FFF2-40B4-BE49-F238E27FC236}">
                <a16:creationId xmlns:a16="http://schemas.microsoft.com/office/drawing/2014/main" id="{7AAA379D-1747-0B3F-CFF2-350F8C4D68FE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89766" y="4395108"/>
            <a:ext cx="1462346" cy="43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4" name="Google Shape;704;p72">
            <a:extLst>
              <a:ext uri="{FF2B5EF4-FFF2-40B4-BE49-F238E27FC236}">
                <a16:creationId xmlns:a16="http://schemas.microsoft.com/office/drawing/2014/main" id="{80468CF4-5389-BE5E-8178-0F56562AEE26}"/>
              </a:ext>
            </a:extLst>
          </p:cNvPr>
          <p:cNvGrpSpPr/>
          <p:nvPr/>
        </p:nvGrpSpPr>
        <p:grpSpPr>
          <a:xfrm>
            <a:off x="7359296" y="2058000"/>
            <a:ext cx="5114293" cy="3085973"/>
            <a:chOff x="7359296" y="2286600"/>
            <a:chExt cx="5114293" cy="3085973"/>
          </a:xfrm>
        </p:grpSpPr>
        <p:sp>
          <p:nvSpPr>
            <p:cNvPr id="708" name="Google Shape;708;p72">
              <a:extLst>
                <a:ext uri="{FF2B5EF4-FFF2-40B4-BE49-F238E27FC236}">
                  <a16:creationId xmlns:a16="http://schemas.microsoft.com/office/drawing/2014/main" id="{B591EDEC-BDA5-6F38-6C93-2486D1EF5FB4}"/>
                </a:ext>
              </a:extLst>
            </p:cNvPr>
            <p:cNvSpPr txBox="1"/>
            <p:nvPr/>
          </p:nvSpPr>
          <p:spPr>
            <a:xfrm>
              <a:off x="9304989" y="4972373"/>
              <a:ext cx="3168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72">
              <a:extLst>
                <a:ext uri="{FF2B5EF4-FFF2-40B4-BE49-F238E27FC236}">
                  <a16:creationId xmlns:a16="http://schemas.microsoft.com/office/drawing/2014/main" id="{AAA123F3-096B-99FC-7212-D8D4DE6FBE19}"/>
                </a:ext>
              </a:extLst>
            </p:cNvPr>
            <p:cNvSpPr txBox="1"/>
            <p:nvPr/>
          </p:nvSpPr>
          <p:spPr>
            <a:xfrm rot="16200000">
              <a:off x="6873896" y="2772000"/>
              <a:ext cx="137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0" name="Google Shape;710;p72">
            <a:extLst>
              <a:ext uri="{FF2B5EF4-FFF2-40B4-BE49-F238E27FC236}">
                <a16:creationId xmlns:a16="http://schemas.microsoft.com/office/drawing/2014/main" id="{4EE3CF4F-4119-C00F-7D7F-BA3979114E6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971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69108CED-CFD2-17AE-B0F6-37A1B4D8A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ine with blue x marks&#10;&#10;Description automatically generated">
            <a:extLst>
              <a:ext uri="{FF2B5EF4-FFF2-40B4-BE49-F238E27FC236}">
                <a16:creationId xmlns:a16="http://schemas.microsoft.com/office/drawing/2014/main" id="{82E3E2DF-00BA-8E35-19D3-59F013934EF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163" y="1914127"/>
            <a:ext cx="3303652" cy="3029746"/>
          </a:xfrm>
          <a:prstGeom prst="rect">
            <a:avLst/>
          </a:prstGeom>
        </p:spPr>
      </p:pic>
      <p:sp>
        <p:nvSpPr>
          <p:cNvPr id="700" name="Google Shape;700;p72">
            <a:extLst>
              <a:ext uri="{FF2B5EF4-FFF2-40B4-BE49-F238E27FC236}">
                <a16:creationId xmlns:a16="http://schemas.microsoft.com/office/drawing/2014/main" id="{7C871112-3C68-23C2-E8D8-E3A37E65BC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Curve Fitting: Introduction</a:t>
            </a:r>
            <a:endParaRPr dirty="0"/>
          </a:p>
        </p:txBody>
      </p:sp>
      <p:sp>
        <p:nvSpPr>
          <p:cNvPr id="701" name="Google Shape;701;p72">
            <a:extLst>
              <a:ext uri="{FF2B5EF4-FFF2-40B4-BE49-F238E27FC236}">
                <a16:creationId xmlns:a16="http://schemas.microsoft.com/office/drawing/2014/main" id="{394D697E-32BC-6E25-E1D9-5AFD2E6ECD4A}"/>
              </a:ext>
            </a:extLst>
          </p:cNvPr>
          <p:cNvSpPr txBox="1"/>
          <p:nvPr/>
        </p:nvSpPr>
        <p:spPr>
          <a:xfrm>
            <a:off x="1015000" y="1672084"/>
            <a:ext cx="651000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is a generalisation of a line of best fit</a:t>
            </a:r>
            <a:b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assesses how well a set of variables (columns of data) predict another.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does this minimising the sum of squared differences.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standard linear model takes the form: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2" name="Google Shape;702;p72">
            <a:extLst>
              <a:ext uri="{FF2B5EF4-FFF2-40B4-BE49-F238E27FC236}">
                <a16:creationId xmlns:a16="http://schemas.microsoft.com/office/drawing/2014/main" id="{499697A2-6B4E-0CE3-6592-B940C397B299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89766" y="4395108"/>
            <a:ext cx="1462346" cy="43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4" name="Google Shape;704;p72">
            <a:extLst>
              <a:ext uri="{FF2B5EF4-FFF2-40B4-BE49-F238E27FC236}">
                <a16:creationId xmlns:a16="http://schemas.microsoft.com/office/drawing/2014/main" id="{E69CB621-297D-04AE-71AE-8938D2117795}"/>
              </a:ext>
            </a:extLst>
          </p:cNvPr>
          <p:cNvGrpSpPr/>
          <p:nvPr/>
        </p:nvGrpSpPr>
        <p:grpSpPr>
          <a:xfrm>
            <a:off x="7359296" y="2058000"/>
            <a:ext cx="5114293" cy="3085973"/>
            <a:chOff x="7359296" y="2286600"/>
            <a:chExt cx="5114293" cy="3085973"/>
          </a:xfrm>
        </p:grpSpPr>
        <p:sp>
          <p:nvSpPr>
            <p:cNvPr id="708" name="Google Shape;708;p72">
              <a:extLst>
                <a:ext uri="{FF2B5EF4-FFF2-40B4-BE49-F238E27FC236}">
                  <a16:creationId xmlns:a16="http://schemas.microsoft.com/office/drawing/2014/main" id="{07D29AEB-35F7-E2E0-CE7E-195CE7A61816}"/>
                </a:ext>
              </a:extLst>
            </p:cNvPr>
            <p:cNvSpPr txBox="1"/>
            <p:nvPr/>
          </p:nvSpPr>
          <p:spPr>
            <a:xfrm>
              <a:off x="9304989" y="4972373"/>
              <a:ext cx="3168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72">
              <a:extLst>
                <a:ext uri="{FF2B5EF4-FFF2-40B4-BE49-F238E27FC236}">
                  <a16:creationId xmlns:a16="http://schemas.microsoft.com/office/drawing/2014/main" id="{2B59BF43-8384-3077-569C-FF49FCA137B0}"/>
                </a:ext>
              </a:extLst>
            </p:cNvPr>
            <p:cNvSpPr txBox="1"/>
            <p:nvPr/>
          </p:nvSpPr>
          <p:spPr>
            <a:xfrm rot="16200000">
              <a:off x="6873896" y="2772000"/>
              <a:ext cx="137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0" name="Google Shape;710;p72">
            <a:extLst>
              <a:ext uri="{FF2B5EF4-FFF2-40B4-BE49-F238E27FC236}">
                <a16:creationId xmlns:a16="http://schemas.microsoft.com/office/drawing/2014/main" id="{D6D42077-35D8-EA54-3A6F-0A28C56E794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459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BE1DDC07-C086-5BD6-170A-646B76D0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ine with blue x marks&#10;&#10;Description automatically generated">
            <a:extLst>
              <a:ext uri="{FF2B5EF4-FFF2-40B4-BE49-F238E27FC236}">
                <a16:creationId xmlns:a16="http://schemas.microsoft.com/office/drawing/2014/main" id="{179362FF-547D-8F8A-F65F-746FAF037A4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163" y="1914127"/>
            <a:ext cx="3303652" cy="3029746"/>
          </a:xfrm>
          <a:prstGeom prst="rect">
            <a:avLst/>
          </a:prstGeom>
        </p:spPr>
      </p:pic>
      <p:sp>
        <p:nvSpPr>
          <p:cNvPr id="700" name="Google Shape;700;p72">
            <a:extLst>
              <a:ext uri="{FF2B5EF4-FFF2-40B4-BE49-F238E27FC236}">
                <a16:creationId xmlns:a16="http://schemas.microsoft.com/office/drawing/2014/main" id="{C1C4222F-1331-3930-E87B-C00762B474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Curve Fitting: Introduction</a:t>
            </a:r>
            <a:endParaRPr dirty="0"/>
          </a:p>
        </p:txBody>
      </p:sp>
      <p:sp>
        <p:nvSpPr>
          <p:cNvPr id="701" name="Google Shape;701;p72">
            <a:extLst>
              <a:ext uri="{FF2B5EF4-FFF2-40B4-BE49-F238E27FC236}">
                <a16:creationId xmlns:a16="http://schemas.microsoft.com/office/drawing/2014/main" id="{EB8D41EF-CA55-9F40-E4AE-80604EA138BC}"/>
              </a:ext>
            </a:extLst>
          </p:cNvPr>
          <p:cNvSpPr txBox="1"/>
          <p:nvPr/>
        </p:nvSpPr>
        <p:spPr>
          <a:xfrm>
            <a:off x="1015000" y="1672084"/>
            <a:ext cx="651000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is a generalisation of a line of best fit</a:t>
            </a:r>
            <a:b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assesses how well a set of variables (columns of data) predict another.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does this minimising the sum of squared differences.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standard linear model takes the form: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X is the (N x p) design matrix</a:t>
            </a:r>
          </a:p>
        </p:txBody>
      </p:sp>
      <p:pic>
        <p:nvPicPr>
          <p:cNvPr id="702" name="Google Shape;702;p72">
            <a:extLst>
              <a:ext uri="{FF2B5EF4-FFF2-40B4-BE49-F238E27FC236}">
                <a16:creationId xmlns:a16="http://schemas.microsoft.com/office/drawing/2014/main" id="{FAFD5478-747D-84B5-6119-65C933F39544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89766" y="4395108"/>
            <a:ext cx="1462346" cy="43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4" name="Google Shape;704;p72">
            <a:extLst>
              <a:ext uri="{FF2B5EF4-FFF2-40B4-BE49-F238E27FC236}">
                <a16:creationId xmlns:a16="http://schemas.microsoft.com/office/drawing/2014/main" id="{EE96D06F-4DF4-EFA2-6067-4BCDE84B22DC}"/>
              </a:ext>
            </a:extLst>
          </p:cNvPr>
          <p:cNvGrpSpPr/>
          <p:nvPr/>
        </p:nvGrpSpPr>
        <p:grpSpPr>
          <a:xfrm>
            <a:off x="7359296" y="2058000"/>
            <a:ext cx="5114293" cy="3085973"/>
            <a:chOff x="7359296" y="2286600"/>
            <a:chExt cx="5114293" cy="3085973"/>
          </a:xfrm>
        </p:grpSpPr>
        <p:sp>
          <p:nvSpPr>
            <p:cNvPr id="708" name="Google Shape;708;p72">
              <a:extLst>
                <a:ext uri="{FF2B5EF4-FFF2-40B4-BE49-F238E27FC236}">
                  <a16:creationId xmlns:a16="http://schemas.microsoft.com/office/drawing/2014/main" id="{EBBA036D-6F41-E759-08CD-AA73B89D62D4}"/>
                </a:ext>
              </a:extLst>
            </p:cNvPr>
            <p:cNvSpPr txBox="1"/>
            <p:nvPr/>
          </p:nvSpPr>
          <p:spPr>
            <a:xfrm>
              <a:off x="9304989" y="4972373"/>
              <a:ext cx="3168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72">
              <a:extLst>
                <a:ext uri="{FF2B5EF4-FFF2-40B4-BE49-F238E27FC236}">
                  <a16:creationId xmlns:a16="http://schemas.microsoft.com/office/drawing/2014/main" id="{F3B78B05-E573-7E4F-766D-B74542FA01E4}"/>
                </a:ext>
              </a:extLst>
            </p:cNvPr>
            <p:cNvSpPr txBox="1"/>
            <p:nvPr/>
          </p:nvSpPr>
          <p:spPr>
            <a:xfrm rot="16200000">
              <a:off x="6873896" y="2772000"/>
              <a:ext cx="137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0" name="Google Shape;710;p72">
            <a:extLst>
              <a:ext uri="{FF2B5EF4-FFF2-40B4-BE49-F238E27FC236}">
                <a16:creationId xmlns:a16="http://schemas.microsoft.com/office/drawing/2014/main" id="{C448A925-92D7-5C05-13E5-84031629FE2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136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F59651F7-F46C-FCC2-4442-965DB53DD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ine with blue x marks&#10;&#10;Description automatically generated">
            <a:extLst>
              <a:ext uri="{FF2B5EF4-FFF2-40B4-BE49-F238E27FC236}">
                <a16:creationId xmlns:a16="http://schemas.microsoft.com/office/drawing/2014/main" id="{E76FB7FB-9C38-EA83-EF88-1A8055DA2A1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163" y="1914127"/>
            <a:ext cx="3303652" cy="3029746"/>
          </a:xfrm>
          <a:prstGeom prst="rect">
            <a:avLst/>
          </a:prstGeom>
        </p:spPr>
      </p:pic>
      <p:sp>
        <p:nvSpPr>
          <p:cNvPr id="700" name="Google Shape;700;p72">
            <a:extLst>
              <a:ext uri="{FF2B5EF4-FFF2-40B4-BE49-F238E27FC236}">
                <a16:creationId xmlns:a16="http://schemas.microsoft.com/office/drawing/2014/main" id="{B956EBC4-A048-19AE-92D5-53579EA12A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Curve Fitting: Introduction</a:t>
            </a:r>
            <a:endParaRPr dirty="0"/>
          </a:p>
        </p:txBody>
      </p:sp>
      <p:sp>
        <p:nvSpPr>
          <p:cNvPr id="701" name="Google Shape;701;p72">
            <a:extLst>
              <a:ext uri="{FF2B5EF4-FFF2-40B4-BE49-F238E27FC236}">
                <a16:creationId xmlns:a16="http://schemas.microsoft.com/office/drawing/2014/main" id="{B5D23A5F-3204-A136-7A46-23388E610777}"/>
              </a:ext>
            </a:extLst>
          </p:cNvPr>
          <p:cNvSpPr txBox="1"/>
          <p:nvPr/>
        </p:nvSpPr>
        <p:spPr>
          <a:xfrm>
            <a:off x="1015000" y="1672084"/>
            <a:ext cx="651000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is a generalisation of a line of best fit</a:t>
            </a:r>
            <a:b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assesses how well a set of variables (columns of data) predict another.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does this minimising the sum of squared differences.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standard linear model takes the form: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X is the (N x p) design matrix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 is the (p x 1) vector of regression coefficients</a:t>
            </a:r>
          </a:p>
        </p:txBody>
      </p:sp>
      <p:pic>
        <p:nvPicPr>
          <p:cNvPr id="702" name="Google Shape;702;p72">
            <a:extLst>
              <a:ext uri="{FF2B5EF4-FFF2-40B4-BE49-F238E27FC236}">
                <a16:creationId xmlns:a16="http://schemas.microsoft.com/office/drawing/2014/main" id="{CAD44200-0ADE-4C3D-DD7A-880D5031208E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89766" y="4395108"/>
            <a:ext cx="1462346" cy="43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4" name="Google Shape;704;p72">
            <a:extLst>
              <a:ext uri="{FF2B5EF4-FFF2-40B4-BE49-F238E27FC236}">
                <a16:creationId xmlns:a16="http://schemas.microsoft.com/office/drawing/2014/main" id="{76EEE01D-F4F2-C859-0B69-63FAC4E36327}"/>
              </a:ext>
            </a:extLst>
          </p:cNvPr>
          <p:cNvGrpSpPr/>
          <p:nvPr/>
        </p:nvGrpSpPr>
        <p:grpSpPr>
          <a:xfrm>
            <a:off x="7359296" y="2058000"/>
            <a:ext cx="5114293" cy="3085973"/>
            <a:chOff x="7359296" y="2286600"/>
            <a:chExt cx="5114293" cy="3085973"/>
          </a:xfrm>
        </p:grpSpPr>
        <p:sp>
          <p:nvSpPr>
            <p:cNvPr id="708" name="Google Shape;708;p72">
              <a:extLst>
                <a:ext uri="{FF2B5EF4-FFF2-40B4-BE49-F238E27FC236}">
                  <a16:creationId xmlns:a16="http://schemas.microsoft.com/office/drawing/2014/main" id="{0B65341A-01EE-78DA-BCE7-3E507E62884B}"/>
                </a:ext>
              </a:extLst>
            </p:cNvPr>
            <p:cNvSpPr txBox="1"/>
            <p:nvPr/>
          </p:nvSpPr>
          <p:spPr>
            <a:xfrm>
              <a:off x="9304989" y="4972373"/>
              <a:ext cx="3168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72">
              <a:extLst>
                <a:ext uri="{FF2B5EF4-FFF2-40B4-BE49-F238E27FC236}">
                  <a16:creationId xmlns:a16="http://schemas.microsoft.com/office/drawing/2014/main" id="{77955373-46DF-6790-3E9C-FB140CDCBEFC}"/>
                </a:ext>
              </a:extLst>
            </p:cNvPr>
            <p:cNvSpPr txBox="1"/>
            <p:nvPr/>
          </p:nvSpPr>
          <p:spPr>
            <a:xfrm rot="16200000">
              <a:off x="6873896" y="2772000"/>
              <a:ext cx="137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0" name="Google Shape;710;p72">
            <a:extLst>
              <a:ext uri="{FF2B5EF4-FFF2-40B4-BE49-F238E27FC236}">
                <a16:creationId xmlns:a16="http://schemas.microsoft.com/office/drawing/2014/main" id="{9AD983D2-3EBC-5FBD-A1A2-79426E7A517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776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CE21FF28-E231-7CDB-8CE6-D4EEFF5B3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ine with blue x marks&#10;&#10;Description automatically generated">
            <a:extLst>
              <a:ext uri="{FF2B5EF4-FFF2-40B4-BE49-F238E27FC236}">
                <a16:creationId xmlns:a16="http://schemas.microsoft.com/office/drawing/2014/main" id="{42B57E2B-EFDD-C26C-43AB-3ADCF4BE596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163" y="1914127"/>
            <a:ext cx="3303652" cy="3029746"/>
          </a:xfrm>
          <a:prstGeom prst="rect">
            <a:avLst/>
          </a:prstGeom>
        </p:spPr>
      </p:pic>
      <p:sp>
        <p:nvSpPr>
          <p:cNvPr id="700" name="Google Shape;700;p72">
            <a:extLst>
              <a:ext uri="{FF2B5EF4-FFF2-40B4-BE49-F238E27FC236}">
                <a16:creationId xmlns:a16="http://schemas.microsoft.com/office/drawing/2014/main" id="{652FD9D5-1C1F-9FFA-D597-38F5CA8AA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Curve Fitting: Introduction</a:t>
            </a:r>
            <a:endParaRPr dirty="0"/>
          </a:p>
        </p:txBody>
      </p:sp>
      <p:sp>
        <p:nvSpPr>
          <p:cNvPr id="701" name="Google Shape;701;p72">
            <a:extLst>
              <a:ext uri="{FF2B5EF4-FFF2-40B4-BE49-F238E27FC236}">
                <a16:creationId xmlns:a16="http://schemas.microsoft.com/office/drawing/2014/main" id="{D0091601-FCD2-F567-B487-A5AFF7BC0D0A}"/>
              </a:ext>
            </a:extLst>
          </p:cNvPr>
          <p:cNvSpPr txBox="1"/>
          <p:nvPr/>
        </p:nvSpPr>
        <p:spPr>
          <a:xfrm>
            <a:off x="1015000" y="1672084"/>
            <a:ext cx="651000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is a generalisation of a line of best fit</a:t>
            </a:r>
            <a:b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assesses how well a set of variables (columns of data) predict another.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does this minimising the sum of squared differences.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standard linear model takes the form: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X is the (N x p) design matrix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 is the (p x 1) vector of regression coefficients</a:t>
            </a: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is the (N x 1) response vector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2" name="Google Shape;702;p72">
            <a:extLst>
              <a:ext uri="{FF2B5EF4-FFF2-40B4-BE49-F238E27FC236}">
                <a16:creationId xmlns:a16="http://schemas.microsoft.com/office/drawing/2014/main" id="{BAB18EA0-F670-8552-8CD3-F850BAD6E839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89766" y="4395108"/>
            <a:ext cx="1462346" cy="43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4" name="Google Shape;704;p72">
            <a:extLst>
              <a:ext uri="{FF2B5EF4-FFF2-40B4-BE49-F238E27FC236}">
                <a16:creationId xmlns:a16="http://schemas.microsoft.com/office/drawing/2014/main" id="{A268978E-EBEB-BE10-CF2C-FA99D35DBC25}"/>
              </a:ext>
            </a:extLst>
          </p:cNvPr>
          <p:cNvGrpSpPr/>
          <p:nvPr/>
        </p:nvGrpSpPr>
        <p:grpSpPr>
          <a:xfrm>
            <a:off x="7359296" y="2058000"/>
            <a:ext cx="5114293" cy="3085973"/>
            <a:chOff x="7359296" y="2286600"/>
            <a:chExt cx="5114293" cy="3085973"/>
          </a:xfrm>
        </p:grpSpPr>
        <p:sp>
          <p:nvSpPr>
            <p:cNvPr id="708" name="Google Shape;708;p72">
              <a:extLst>
                <a:ext uri="{FF2B5EF4-FFF2-40B4-BE49-F238E27FC236}">
                  <a16:creationId xmlns:a16="http://schemas.microsoft.com/office/drawing/2014/main" id="{1A78928E-B50C-8239-F6F6-621666063276}"/>
                </a:ext>
              </a:extLst>
            </p:cNvPr>
            <p:cNvSpPr txBox="1"/>
            <p:nvPr/>
          </p:nvSpPr>
          <p:spPr>
            <a:xfrm>
              <a:off x="9304989" y="4972373"/>
              <a:ext cx="3168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72">
              <a:extLst>
                <a:ext uri="{FF2B5EF4-FFF2-40B4-BE49-F238E27FC236}">
                  <a16:creationId xmlns:a16="http://schemas.microsoft.com/office/drawing/2014/main" id="{19D68222-1222-A481-8203-6BFDE0866B4A}"/>
                </a:ext>
              </a:extLst>
            </p:cNvPr>
            <p:cNvSpPr txBox="1"/>
            <p:nvPr/>
          </p:nvSpPr>
          <p:spPr>
            <a:xfrm rot="16200000">
              <a:off x="6873896" y="2772000"/>
              <a:ext cx="137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0" name="Google Shape;710;p72">
            <a:extLst>
              <a:ext uri="{FF2B5EF4-FFF2-40B4-BE49-F238E27FC236}">
                <a16:creationId xmlns:a16="http://schemas.microsoft.com/office/drawing/2014/main" id="{E9B3D566-AF56-E49B-EDC1-B0F693EFFAE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0382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6B29230D-444A-3B88-F1B1-10A481C9D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ine with blue x marks&#10;&#10;Description automatically generated">
            <a:extLst>
              <a:ext uri="{FF2B5EF4-FFF2-40B4-BE49-F238E27FC236}">
                <a16:creationId xmlns:a16="http://schemas.microsoft.com/office/drawing/2014/main" id="{432766DC-7214-DB5D-C053-B5B20A1629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163" y="1914127"/>
            <a:ext cx="3303652" cy="3029746"/>
          </a:xfrm>
          <a:prstGeom prst="rect">
            <a:avLst/>
          </a:prstGeom>
        </p:spPr>
      </p:pic>
      <p:sp>
        <p:nvSpPr>
          <p:cNvPr id="700" name="Google Shape;700;p72">
            <a:extLst>
              <a:ext uri="{FF2B5EF4-FFF2-40B4-BE49-F238E27FC236}">
                <a16:creationId xmlns:a16="http://schemas.microsoft.com/office/drawing/2014/main" id="{7033E772-9B21-53BF-3D6E-125111AF16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Curve Fitting: Introduction</a:t>
            </a:r>
            <a:endParaRPr dirty="0"/>
          </a:p>
        </p:txBody>
      </p:sp>
      <p:sp>
        <p:nvSpPr>
          <p:cNvPr id="701" name="Google Shape;701;p72">
            <a:extLst>
              <a:ext uri="{FF2B5EF4-FFF2-40B4-BE49-F238E27FC236}">
                <a16:creationId xmlns:a16="http://schemas.microsoft.com/office/drawing/2014/main" id="{F3DE2153-60D8-3ECC-8696-69BFC76F52C4}"/>
              </a:ext>
            </a:extLst>
          </p:cNvPr>
          <p:cNvSpPr txBox="1"/>
          <p:nvPr/>
        </p:nvSpPr>
        <p:spPr>
          <a:xfrm>
            <a:off x="1015000" y="1672084"/>
            <a:ext cx="651000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is a generalisation of a line of best fit</a:t>
            </a:r>
            <a:b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assesses how well a set of variables (columns of data) predict another.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does this minimising the sum of squared differences.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standard linear model takes the form: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X is the (N x p) design matrix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 is the (p x 1) vector of regression coefficients</a:t>
            </a: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is the (N x 1) response vector</a:t>
            </a:r>
          </a:p>
          <a:p>
            <a:pPr marL="1371600" lvl="2" indent="-330200">
              <a:lnSpc>
                <a:spcPct val="90000"/>
              </a:lnSpc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𝜖 is the (N x 1) error vector</a:t>
            </a: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2" name="Google Shape;702;p72">
            <a:extLst>
              <a:ext uri="{FF2B5EF4-FFF2-40B4-BE49-F238E27FC236}">
                <a16:creationId xmlns:a16="http://schemas.microsoft.com/office/drawing/2014/main" id="{D99BB49E-71E8-7229-E24B-9E7E405A0F0D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89766" y="4395108"/>
            <a:ext cx="1462346" cy="43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4" name="Google Shape;704;p72">
            <a:extLst>
              <a:ext uri="{FF2B5EF4-FFF2-40B4-BE49-F238E27FC236}">
                <a16:creationId xmlns:a16="http://schemas.microsoft.com/office/drawing/2014/main" id="{B4D83521-D2F3-14AD-3700-74E5A99C9B76}"/>
              </a:ext>
            </a:extLst>
          </p:cNvPr>
          <p:cNvGrpSpPr/>
          <p:nvPr/>
        </p:nvGrpSpPr>
        <p:grpSpPr>
          <a:xfrm>
            <a:off x="7359296" y="2058000"/>
            <a:ext cx="5114293" cy="3085973"/>
            <a:chOff x="7359296" y="2286600"/>
            <a:chExt cx="5114293" cy="3085973"/>
          </a:xfrm>
        </p:grpSpPr>
        <p:sp>
          <p:nvSpPr>
            <p:cNvPr id="708" name="Google Shape;708;p72">
              <a:extLst>
                <a:ext uri="{FF2B5EF4-FFF2-40B4-BE49-F238E27FC236}">
                  <a16:creationId xmlns:a16="http://schemas.microsoft.com/office/drawing/2014/main" id="{ED1F1855-9BBB-6136-DA7D-33A15760B8F0}"/>
                </a:ext>
              </a:extLst>
            </p:cNvPr>
            <p:cNvSpPr txBox="1"/>
            <p:nvPr/>
          </p:nvSpPr>
          <p:spPr>
            <a:xfrm>
              <a:off x="9304989" y="4972373"/>
              <a:ext cx="3168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72">
              <a:extLst>
                <a:ext uri="{FF2B5EF4-FFF2-40B4-BE49-F238E27FC236}">
                  <a16:creationId xmlns:a16="http://schemas.microsoft.com/office/drawing/2014/main" id="{F2DCA46E-7C45-E4A6-FD62-4F27E4F97E0E}"/>
                </a:ext>
              </a:extLst>
            </p:cNvPr>
            <p:cNvSpPr txBox="1"/>
            <p:nvPr/>
          </p:nvSpPr>
          <p:spPr>
            <a:xfrm rot="16200000">
              <a:off x="6873896" y="2772000"/>
              <a:ext cx="137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0" name="Google Shape;710;p72">
            <a:extLst>
              <a:ext uri="{FF2B5EF4-FFF2-40B4-BE49-F238E27FC236}">
                <a16:creationId xmlns:a16="http://schemas.microsoft.com/office/drawing/2014/main" id="{905D418C-52E5-EAFF-3BA6-BD429D3194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1006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FEE46CF0-E723-2AE1-258F-BE67C139C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ine with blue x marks&#10;&#10;Description automatically generated">
            <a:extLst>
              <a:ext uri="{FF2B5EF4-FFF2-40B4-BE49-F238E27FC236}">
                <a16:creationId xmlns:a16="http://schemas.microsoft.com/office/drawing/2014/main" id="{13C67F7C-5AF1-E04C-21AE-F07B9631936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163" y="1914127"/>
            <a:ext cx="3303652" cy="3029746"/>
          </a:xfrm>
          <a:prstGeom prst="rect">
            <a:avLst/>
          </a:prstGeom>
        </p:spPr>
      </p:pic>
      <p:sp>
        <p:nvSpPr>
          <p:cNvPr id="700" name="Google Shape;700;p72">
            <a:extLst>
              <a:ext uri="{FF2B5EF4-FFF2-40B4-BE49-F238E27FC236}">
                <a16:creationId xmlns:a16="http://schemas.microsoft.com/office/drawing/2014/main" id="{575199AD-51FB-2381-DEA8-B5D128939D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Curve Fitting: Introduction</a:t>
            </a:r>
            <a:endParaRPr dirty="0"/>
          </a:p>
        </p:txBody>
      </p:sp>
      <p:sp>
        <p:nvSpPr>
          <p:cNvPr id="701" name="Google Shape;701;p72">
            <a:extLst>
              <a:ext uri="{FF2B5EF4-FFF2-40B4-BE49-F238E27FC236}">
                <a16:creationId xmlns:a16="http://schemas.microsoft.com/office/drawing/2014/main" id="{5CCDE70E-DDDD-343C-CDC4-3B63425C66DF}"/>
              </a:ext>
            </a:extLst>
          </p:cNvPr>
          <p:cNvSpPr txBox="1"/>
          <p:nvPr/>
        </p:nvSpPr>
        <p:spPr>
          <a:xfrm>
            <a:off x="1015000" y="1672084"/>
            <a:ext cx="651000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is a generalisation of a line of best fit</a:t>
            </a:r>
            <a:b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assesses how well a set of variables (columns of data) predict another.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does this minimising the sum of squared differences.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standard linear model takes the form: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X is the (N x p) design matrix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 is the (p x 1) vector of regression coefficients</a:t>
            </a: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is the (N x 1) response vector</a:t>
            </a:r>
          </a:p>
          <a:p>
            <a:pPr marL="1371600" lvl="2" indent="-330200">
              <a:lnSpc>
                <a:spcPct val="90000"/>
              </a:lnSpc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𝜖 is the (N x 1) error vector</a:t>
            </a: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2" name="Google Shape;702;p72">
            <a:extLst>
              <a:ext uri="{FF2B5EF4-FFF2-40B4-BE49-F238E27FC236}">
                <a16:creationId xmlns:a16="http://schemas.microsoft.com/office/drawing/2014/main" id="{A34B64F8-0D22-5C0A-78B9-B0B9B6C7C207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89766" y="4395108"/>
            <a:ext cx="1462346" cy="43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4" name="Google Shape;704;p72">
            <a:extLst>
              <a:ext uri="{FF2B5EF4-FFF2-40B4-BE49-F238E27FC236}">
                <a16:creationId xmlns:a16="http://schemas.microsoft.com/office/drawing/2014/main" id="{279FAAD5-DC50-BDAC-47C9-9B62331F9148}"/>
              </a:ext>
            </a:extLst>
          </p:cNvPr>
          <p:cNvGrpSpPr/>
          <p:nvPr/>
        </p:nvGrpSpPr>
        <p:grpSpPr>
          <a:xfrm>
            <a:off x="7359296" y="2058000"/>
            <a:ext cx="5114293" cy="3085973"/>
            <a:chOff x="7359296" y="2286600"/>
            <a:chExt cx="5114293" cy="3085973"/>
          </a:xfrm>
        </p:grpSpPr>
        <p:sp>
          <p:nvSpPr>
            <p:cNvPr id="708" name="Google Shape;708;p72">
              <a:extLst>
                <a:ext uri="{FF2B5EF4-FFF2-40B4-BE49-F238E27FC236}">
                  <a16:creationId xmlns:a16="http://schemas.microsoft.com/office/drawing/2014/main" id="{7312A77B-7631-13B1-472D-A6785CE39FB8}"/>
                </a:ext>
              </a:extLst>
            </p:cNvPr>
            <p:cNvSpPr txBox="1"/>
            <p:nvPr/>
          </p:nvSpPr>
          <p:spPr>
            <a:xfrm>
              <a:off x="9304989" y="4972373"/>
              <a:ext cx="3168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72">
              <a:extLst>
                <a:ext uri="{FF2B5EF4-FFF2-40B4-BE49-F238E27FC236}">
                  <a16:creationId xmlns:a16="http://schemas.microsoft.com/office/drawing/2014/main" id="{5734416E-0E3C-215A-603D-13AE62AF9455}"/>
                </a:ext>
              </a:extLst>
            </p:cNvPr>
            <p:cNvSpPr txBox="1"/>
            <p:nvPr/>
          </p:nvSpPr>
          <p:spPr>
            <a:xfrm rot="16200000">
              <a:off x="6873896" y="2772000"/>
              <a:ext cx="137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0" name="Google Shape;710;p72">
            <a:extLst>
              <a:ext uri="{FF2B5EF4-FFF2-40B4-BE49-F238E27FC236}">
                <a16:creationId xmlns:a16="http://schemas.microsoft.com/office/drawing/2014/main" id="{67584D34-CF5A-77A3-C5EE-E0170ADFAD5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3/13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0C640-3933-BE7C-DE8F-5A37C07034C7}"/>
              </a:ext>
            </a:extLst>
          </p:cNvPr>
          <p:cNvSpPr txBox="1"/>
          <p:nvPr/>
        </p:nvSpPr>
        <p:spPr>
          <a:xfrm>
            <a:off x="6792875" y="5578622"/>
            <a:ext cx="4860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Let’s build some intuition for this!</a:t>
            </a:r>
          </a:p>
        </p:txBody>
      </p:sp>
    </p:spTree>
    <p:extLst>
      <p:ext uri="{BB962C8B-B14F-4D97-AF65-F5344CB8AC3E}">
        <p14:creationId xmlns:p14="http://schemas.microsoft.com/office/powerpoint/2010/main" val="484153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6DDD1A66-5331-E807-445B-91FB69677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ine with blue x marks&#10;&#10;Description automatically generated">
            <a:extLst>
              <a:ext uri="{FF2B5EF4-FFF2-40B4-BE49-F238E27FC236}">
                <a16:creationId xmlns:a16="http://schemas.microsoft.com/office/drawing/2014/main" id="{A297207A-89D9-B23D-7DA4-E8ABEAF587B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163" y="1914127"/>
            <a:ext cx="3303652" cy="3029746"/>
          </a:xfrm>
          <a:prstGeom prst="rect">
            <a:avLst/>
          </a:prstGeom>
        </p:spPr>
      </p:pic>
      <p:sp>
        <p:nvSpPr>
          <p:cNvPr id="700" name="Google Shape;700;p72">
            <a:extLst>
              <a:ext uri="{FF2B5EF4-FFF2-40B4-BE49-F238E27FC236}">
                <a16:creationId xmlns:a16="http://schemas.microsoft.com/office/drawing/2014/main" id="{14BDB1B5-5F6A-4C30-40FA-15B3EEE242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Curve Fitting: Introduction</a:t>
            </a:r>
            <a:endParaRPr dirty="0"/>
          </a:p>
        </p:txBody>
      </p:sp>
      <p:sp>
        <p:nvSpPr>
          <p:cNvPr id="701" name="Google Shape;701;p72">
            <a:extLst>
              <a:ext uri="{FF2B5EF4-FFF2-40B4-BE49-F238E27FC236}">
                <a16:creationId xmlns:a16="http://schemas.microsoft.com/office/drawing/2014/main" id="{BE25D895-6CB0-EE07-7E73-E7996E3A75C1}"/>
              </a:ext>
            </a:extLst>
          </p:cNvPr>
          <p:cNvSpPr txBox="1"/>
          <p:nvPr/>
        </p:nvSpPr>
        <p:spPr>
          <a:xfrm>
            <a:off x="1015000" y="1672084"/>
            <a:ext cx="6510000" cy="27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is a generalisation of a line of best fit</a:t>
            </a:r>
            <a:b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assesses how well a set of variables (columns of data) predict another.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does this minimising the sum of squared differences.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standard linear model takes the form: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X is the (N x p) design matrix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 is the (p x 1) vector of regression coefficients</a:t>
            </a: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is the (N x 1) response vector</a:t>
            </a:r>
          </a:p>
          <a:p>
            <a:pPr marL="1371600" lvl="2" indent="-330200">
              <a:lnSpc>
                <a:spcPct val="90000"/>
              </a:lnSpc>
              <a:buClr>
                <a:schemeClr val="accent1"/>
              </a:buClr>
              <a:buSzPts val="1600"/>
              <a:buFont typeface="Calibri"/>
              <a:buChar char="■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𝜖 is the (N x 1) error vector</a:t>
            </a: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■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2" name="Google Shape;702;p72">
            <a:extLst>
              <a:ext uri="{FF2B5EF4-FFF2-40B4-BE49-F238E27FC236}">
                <a16:creationId xmlns:a16="http://schemas.microsoft.com/office/drawing/2014/main" id="{05A67475-6529-139F-466E-71DDD90618E5}"/>
              </a:ext>
            </a:extLst>
          </p:cNvPr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89766" y="4395108"/>
            <a:ext cx="1462346" cy="43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4" name="Google Shape;704;p72">
            <a:extLst>
              <a:ext uri="{FF2B5EF4-FFF2-40B4-BE49-F238E27FC236}">
                <a16:creationId xmlns:a16="http://schemas.microsoft.com/office/drawing/2014/main" id="{6A3DC627-6E5E-74B7-F638-55B7AC80954B}"/>
              </a:ext>
            </a:extLst>
          </p:cNvPr>
          <p:cNvGrpSpPr/>
          <p:nvPr/>
        </p:nvGrpSpPr>
        <p:grpSpPr>
          <a:xfrm>
            <a:off x="7359296" y="2058000"/>
            <a:ext cx="5114293" cy="3085973"/>
            <a:chOff x="7359296" y="2286600"/>
            <a:chExt cx="5114293" cy="3085973"/>
          </a:xfrm>
        </p:grpSpPr>
        <p:sp>
          <p:nvSpPr>
            <p:cNvPr id="708" name="Google Shape;708;p72">
              <a:extLst>
                <a:ext uri="{FF2B5EF4-FFF2-40B4-BE49-F238E27FC236}">
                  <a16:creationId xmlns:a16="http://schemas.microsoft.com/office/drawing/2014/main" id="{3FE89E2D-C244-E193-554D-21E216E554B7}"/>
                </a:ext>
              </a:extLst>
            </p:cNvPr>
            <p:cNvSpPr txBox="1"/>
            <p:nvPr/>
          </p:nvSpPr>
          <p:spPr>
            <a:xfrm>
              <a:off x="9304989" y="4972373"/>
              <a:ext cx="3168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72">
              <a:extLst>
                <a:ext uri="{FF2B5EF4-FFF2-40B4-BE49-F238E27FC236}">
                  <a16:creationId xmlns:a16="http://schemas.microsoft.com/office/drawing/2014/main" id="{C71734AF-B8FB-6370-0EBB-C45A2A9D4E73}"/>
                </a:ext>
              </a:extLst>
            </p:cNvPr>
            <p:cNvSpPr txBox="1"/>
            <p:nvPr/>
          </p:nvSpPr>
          <p:spPr>
            <a:xfrm rot="16200000">
              <a:off x="6873896" y="2772000"/>
              <a:ext cx="137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0" name="Google Shape;710;p72">
            <a:extLst>
              <a:ext uri="{FF2B5EF4-FFF2-40B4-BE49-F238E27FC236}">
                <a16:creationId xmlns:a16="http://schemas.microsoft.com/office/drawing/2014/main" id="{3D7D747A-1964-94D1-FB6F-C0E0E48D706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293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716" name="Google Shape;716;p7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74"/>
          <p:cNvSpPr txBox="1"/>
          <p:nvPr/>
        </p:nvSpPr>
        <p:spPr>
          <a:xfrm rot="-629">
            <a:off x="1097275" y="1947383"/>
            <a:ext cx="81981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14CBA847-1D1A-2467-DEB2-37E272EFF8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16;p73">
            <a:extLst>
              <a:ext uri="{FF2B5EF4-FFF2-40B4-BE49-F238E27FC236}">
                <a16:creationId xmlns:a16="http://schemas.microsoft.com/office/drawing/2014/main" id="{6F63A679-5109-40D4-1B22-1B0B377FD5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75"/>
          <p:cNvSpPr txBox="1"/>
          <p:nvPr/>
        </p:nvSpPr>
        <p:spPr>
          <a:xfrm rot="-629">
            <a:off x="1097275" y="1947383"/>
            <a:ext cx="81981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some data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8ADEEC1F-716D-59D8-BD7A-E896B86DF9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16;p73">
            <a:extLst>
              <a:ext uri="{FF2B5EF4-FFF2-40B4-BE49-F238E27FC236}">
                <a16:creationId xmlns:a16="http://schemas.microsoft.com/office/drawing/2014/main" id="{27C637D7-4739-16AA-0A48-871B51F9FB1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7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125" y="4359877"/>
            <a:ext cx="4760704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76"/>
          <p:cNvSpPr txBox="1"/>
          <p:nvPr/>
        </p:nvSpPr>
        <p:spPr>
          <a:xfrm>
            <a:off x="3188650" y="57618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728;p75">
            <a:extLst>
              <a:ext uri="{FF2B5EF4-FFF2-40B4-BE49-F238E27FC236}">
                <a16:creationId xmlns:a16="http://schemas.microsoft.com/office/drawing/2014/main" id="{3314ADF7-E271-36C7-A76E-BDB938A56475}"/>
              </a:ext>
            </a:extLst>
          </p:cNvPr>
          <p:cNvSpPr txBox="1"/>
          <p:nvPr/>
        </p:nvSpPr>
        <p:spPr>
          <a:xfrm rot="-629">
            <a:off x="1097275" y="1947383"/>
            <a:ext cx="81981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some data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6514ED03-8C99-A731-DBA1-5C9DAD6B23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16;p73">
            <a:extLst>
              <a:ext uri="{FF2B5EF4-FFF2-40B4-BE49-F238E27FC236}">
                <a16:creationId xmlns:a16="http://schemas.microsoft.com/office/drawing/2014/main" id="{0F17EEE1-EF30-7B84-6E44-86115048F52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7"/>
          <p:cNvSpPr txBox="1"/>
          <p:nvPr/>
        </p:nvSpPr>
        <p:spPr>
          <a:xfrm rot="-629">
            <a:off x="1097275" y="1947383"/>
            <a:ext cx="81981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some data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■"/>
            </a:pPr>
            <a: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(e.g. average motivation of data science researchers over last 10 months, ranked out of 10)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5" name="Google Shape;745;p7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125" y="4359877"/>
            <a:ext cx="4760704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77"/>
          <p:cNvSpPr txBox="1"/>
          <p:nvPr/>
        </p:nvSpPr>
        <p:spPr>
          <a:xfrm>
            <a:off x="3188650" y="57618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9122B08D-C551-E345-812E-896EE830E0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16;p73">
            <a:extLst>
              <a:ext uri="{FF2B5EF4-FFF2-40B4-BE49-F238E27FC236}">
                <a16:creationId xmlns:a16="http://schemas.microsoft.com/office/drawing/2014/main" id="{B50712AE-6BE1-B580-B4B4-DA6529A9989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8"/>
          <p:cNvSpPr txBox="1"/>
          <p:nvPr/>
        </p:nvSpPr>
        <p:spPr>
          <a:xfrm rot="-629">
            <a:off x="1097275" y="1947383"/>
            <a:ext cx="81981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some data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■"/>
            </a:pPr>
            <a: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(e.g. average motivation of data science researchers over last 10 months, ranked out of 10)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we want to fit a horizontal trend.</a:t>
            </a:r>
            <a:endParaRPr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4" name="Google Shape;754;p7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125" y="4359877"/>
            <a:ext cx="4760704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78"/>
          <p:cNvSpPr txBox="1"/>
          <p:nvPr/>
        </p:nvSpPr>
        <p:spPr>
          <a:xfrm>
            <a:off x="3188650" y="57618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E94A4622-3117-7376-D7C6-8E088169F3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16;p73">
            <a:extLst>
              <a:ext uri="{FF2B5EF4-FFF2-40B4-BE49-F238E27FC236}">
                <a16:creationId xmlns:a16="http://schemas.microsoft.com/office/drawing/2014/main" id="{82CE6A81-32DE-4342-066A-A539D97909A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79"/>
          <p:cNvSpPr txBox="1"/>
          <p:nvPr/>
        </p:nvSpPr>
        <p:spPr>
          <a:xfrm rot="-629">
            <a:off x="1097275" y="1947383"/>
            <a:ext cx="81981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some data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■"/>
            </a:pPr>
            <a: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(e.g. average motivation of data science researchers over last 10 months, ranked out of 10)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we want to fit a horizontal trend.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3" name="Google Shape;763;p7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125" y="4359877"/>
            <a:ext cx="4760704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7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2625" y="4359875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79"/>
          <p:cNvSpPr txBox="1"/>
          <p:nvPr/>
        </p:nvSpPr>
        <p:spPr>
          <a:xfrm>
            <a:off x="3188650" y="57618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79"/>
          <p:cNvSpPr txBox="1"/>
          <p:nvPr/>
        </p:nvSpPr>
        <p:spPr>
          <a:xfrm>
            <a:off x="7903300" y="5761825"/>
            <a:ext cx="164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Horizontal Trend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6127B159-9A0C-EB73-33DA-6C3F5CE6CD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16;p73">
            <a:extLst>
              <a:ext uri="{FF2B5EF4-FFF2-40B4-BE49-F238E27FC236}">
                <a16:creationId xmlns:a16="http://schemas.microsoft.com/office/drawing/2014/main" id="{19F27DA6-CE11-CF4C-C49B-FE93996D15B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80"/>
          <p:cNvSpPr txBox="1"/>
          <p:nvPr/>
        </p:nvSpPr>
        <p:spPr>
          <a:xfrm rot="-629">
            <a:off x="1097275" y="1947383"/>
            <a:ext cx="81981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some data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■"/>
            </a:pPr>
            <a: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(e.g. average motivation of data science researchers over last 10 months, ranked out of 10)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we want to fit a horizontal trend.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■"/>
            </a:pPr>
            <a:r>
              <a:rPr lang="en-GB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(Draw a horizontal line of best fit.)</a:t>
            </a:r>
            <a:endParaRPr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4" name="Google Shape;774;p8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125" y="4359877"/>
            <a:ext cx="4760704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8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2625" y="4359875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80"/>
          <p:cNvSpPr txBox="1"/>
          <p:nvPr/>
        </p:nvSpPr>
        <p:spPr>
          <a:xfrm>
            <a:off x="3188650" y="57618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80"/>
          <p:cNvSpPr txBox="1"/>
          <p:nvPr/>
        </p:nvSpPr>
        <p:spPr>
          <a:xfrm>
            <a:off x="7903300" y="5761825"/>
            <a:ext cx="164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Horizontal Trend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80299C35-844A-1719-3FE8-FEC92677CB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16;p73">
            <a:extLst>
              <a:ext uri="{FF2B5EF4-FFF2-40B4-BE49-F238E27FC236}">
                <a16:creationId xmlns:a16="http://schemas.microsoft.com/office/drawing/2014/main" id="{2DA355B4-362E-1CE4-4E36-93A05C912A6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81"/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81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4228ED69-3D86-0647-9F14-87D5B33F06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1" name="Google Shape;791;p8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8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82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82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82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82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82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82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82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82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82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82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82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82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82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82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82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82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82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82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82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3" name="Google Shape;813;p82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84;p81">
            <a:extLst>
              <a:ext uri="{FF2B5EF4-FFF2-40B4-BE49-F238E27FC236}">
                <a16:creationId xmlns:a16="http://schemas.microsoft.com/office/drawing/2014/main" id="{564378B0-1988-1E24-57B5-5E5D49B6E010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52F7E165-A5ED-C1C3-C262-9F5E08219E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7427B402-5359-7501-4F7C-C0690C675BB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8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8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83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83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83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83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83"/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83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83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83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83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83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83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83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83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83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83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83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83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83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83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83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83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83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83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83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83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83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83"/>
          <p:cNvSpPr txBox="1"/>
          <p:nvPr/>
        </p:nvSpPr>
        <p:spPr>
          <a:xfrm>
            <a:off x="72358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83"/>
          <p:cNvSpPr txBox="1"/>
          <p:nvPr/>
        </p:nvSpPr>
        <p:spPr>
          <a:xfrm>
            <a:off x="7458873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83"/>
          <p:cNvSpPr txBox="1"/>
          <p:nvPr/>
        </p:nvSpPr>
        <p:spPr>
          <a:xfrm>
            <a:off x="7743848" y="3244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83"/>
          <p:cNvSpPr txBox="1"/>
          <p:nvPr/>
        </p:nvSpPr>
        <p:spPr>
          <a:xfrm>
            <a:off x="8007373" y="31914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83"/>
          <p:cNvSpPr txBox="1"/>
          <p:nvPr/>
        </p:nvSpPr>
        <p:spPr>
          <a:xfrm>
            <a:off x="83050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83"/>
          <p:cNvSpPr txBox="1"/>
          <p:nvPr/>
        </p:nvSpPr>
        <p:spPr>
          <a:xfrm>
            <a:off x="8609873" y="34819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83"/>
          <p:cNvSpPr txBox="1"/>
          <p:nvPr/>
        </p:nvSpPr>
        <p:spPr>
          <a:xfrm>
            <a:off x="8875673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83"/>
          <p:cNvSpPr txBox="1"/>
          <p:nvPr/>
        </p:nvSpPr>
        <p:spPr>
          <a:xfrm>
            <a:off x="91163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83"/>
          <p:cNvSpPr txBox="1"/>
          <p:nvPr/>
        </p:nvSpPr>
        <p:spPr>
          <a:xfrm>
            <a:off x="93783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83"/>
          <p:cNvSpPr txBox="1"/>
          <p:nvPr/>
        </p:nvSpPr>
        <p:spPr>
          <a:xfrm>
            <a:off x="9640298" y="25230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83"/>
          <p:cNvSpPr txBox="1"/>
          <p:nvPr/>
        </p:nvSpPr>
        <p:spPr>
          <a:xfrm>
            <a:off x="9843173" y="29705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83"/>
          <p:cNvSpPr txBox="1"/>
          <p:nvPr/>
        </p:nvSpPr>
        <p:spPr>
          <a:xfrm>
            <a:off x="101996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83"/>
          <p:cNvSpPr txBox="1"/>
          <p:nvPr/>
        </p:nvSpPr>
        <p:spPr>
          <a:xfrm>
            <a:off x="1045639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83"/>
          <p:cNvSpPr txBox="1"/>
          <p:nvPr/>
        </p:nvSpPr>
        <p:spPr>
          <a:xfrm>
            <a:off x="10736298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83"/>
          <p:cNvSpPr txBox="1"/>
          <p:nvPr/>
        </p:nvSpPr>
        <p:spPr>
          <a:xfrm>
            <a:off x="110581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3" name="Google Shape;863;p83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83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FD46DD80-7D3D-8A97-D3F4-947A083199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53BBFAB8-5332-4D18-B143-AAC041702F8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1" name="Google Shape;871;p8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8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8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8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84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84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4"/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84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84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84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84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84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84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84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84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84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84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84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84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84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84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84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84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84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84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84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84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84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84"/>
          <p:cNvSpPr txBox="1"/>
          <p:nvPr/>
        </p:nvSpPr>
        <p:spPr>
          <a:xfrm>
            <a:off x="72358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84"/>
          <p:cNvSpPr txBox="1"/>
          <p:nvPr/>
        </p:nvSpPr>
        <p:spPr>
          <a:xfrm>
            <a:off x="7458873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84"/>
          <p:cNvSpPr txBox="1"/>
          <p:nvPr/>
        </p:nvSpPr>
        <p:spPr>
          <a:xfrm>
            <a:off x="7743848" y="3244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84"/>
          <p:cNvSpPr txBox="1"/>
          <p:nvPr/>
        </p:nvSpPr>
        <p:spPr>
          <a:xfrm>
            <a:off x="8007373" y="31914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84"/>
          <p:cNvSpPr txBox="1"/>
          <p:nvPr/>
        </p:nvSpPr>
        <p:spPr>
          <a:xfrm>
            <a:off x="83050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84"/>
          <p:cNvSpPr txBox="1"/>
          <p:nvPr/>
        </p:nvSpPr>
        <p:spPr>
          <a:xfrm>
            <a:off x="8609873" y="34819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84"/>
          <p:cNvSpPr txBox="1"/>
          <p:nvPr/>
        </p:nvSpPr>
        <p:spPr>
          <a:xfrm>
            <a:off x="8875673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84"/>
          <p:cNvSpPr txBox="1"/>
          <p:nvPr/>
        </p:nvSpPr>
        <p:spPr>
          <a:xfrm>
            <a:off x="91163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84"/>
          <p:cNvSpPr txBox="1"/>
          <p:nvPr/>
        </p:nvSpPr>
        <p:spPr>
          <a:xfrm>
            <a:off x="93783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84"/>
          <p:cNvSpPr txBox="1"/>
          <p:nvPr/>
        </p:nvSpPr>
        <p:spPr>
          <a:xfrm>
            <a:off x="9640298" y="25230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84"/>
          <p:cNvSpPr txBox="1"/>
          <p:nvPr/>
        </p:nvSpPr>
        <p:spPr>
          <a:xfrm>
            <a:off x="9843173" y="29705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84"/>
          <p:cNvSpPr txBox="1"/>
          <p:nvPr/>
        </p:nvSpPr>
        <p:spPr>
          <a:xfrm>
            <a:off x="101996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84"/>
          <p:cNvSpPr txBox="1"/>
          <p:nvPr/>
        </p:nvSpPr>
        <p:spPr>
          <a:xfrm>
            <a:off x="1045639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84"/>
          <p:cNvSpPr txBox="1"/>
          <p:nvPr/>
        </p:nvSpPr>
        <p:spPr>
          <a:xfrm>
            <a:off x="10736298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84"/>
          <p:cNvSpPr txBox="1"/>
          <p:nvPr/>
        </p:nvSpPr>
        <p:spPr>
          <a:xfrm>
            <a:off x="110581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4" name="Google Shape;914;p84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4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3ACE1302-BD2F-1FE1-4213-E4F3DA3F65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0D820D17-031C-7A9B-9599-1B58B70C1A4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22;p8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5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5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5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85"/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85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85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85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85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85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85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85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85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85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85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85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85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85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85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85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85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85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85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85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85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85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85"/>
          <p:cNvSpPr txBox="1"/>
          <p:nvPr/>
        </p:nvSpPr>
        <p:spPr>
          <a:xfrm>
            <a:off x="72358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85"/>
          <p:cNvSpPr txBox="1"/>
          <p:nvPr/>
        </p:nvSpPr>
        <p:spPr>
          <a:xfrm>
            <a:off x="7458873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85"/>
          <p:cNvSpPr txBox="1"/>
          <p:nvPr/>
        </p:nvSpPr>
        <p:spPr>
          <a:xfrm>
            <a:off x="7743848" y="3244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85"/>
          <p:cNvSpPr txBox="1"/>
          <p:nvPr/>
        </p:nvSpPr>
        <p:spPr>
          <a:xfrm>
            <a:off x="8007373" y="31914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85"/>
          <p:cNvSpPr txBox="1"/>
          <p:nvPr/>
        </p:nvSpPr>
        <p:spPr>
          <a:xfrm>
            <a:off x="83050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85"/>
          <p:cNvSpPr txBox="1"/>
          <p:nvPr/>
        </p:nvSpPr>
        <p:spPr>
          <a:xfrm>
            <a:off x="8609873" y="34819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85"/>
          <p:cNvSpPr txBox="1"/>
          <p:nvPr/>
        </p:nvSpPr>
        <p:spPr>
          <a:xfrm>
            <a:off x="8875673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85"/>
          <p:cNvSpPr txBox="1"/>
          <p:nvPr/>
        </p:nvSpPr>
        <p:spPr>
          <a:xfrm>
            <a:off x="91163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85"/>
          <p:cNvSpPr txBox="1"/>
          <p:nvPr/>
        </p:nvSpPr>
        <p:spPr>
          <a:xfrm>
            <a:off x="93783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85"/>
          <p:cNvSpPr txBox="1"/>
          <p:nvPr/>
        </p:nvSpPr>
        <p:spPr>
          <a:xfrm>
            <a:off x="9640298" y="25230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85"/>
          <p:cNvSpPr txBox="1"/>
          <p:nvPr/>
        </p:nvSpPr>
        <p:spPr>
          <a:xfrm>
            <a:off x="9843173" y="29705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85"/>
          <p:cNvSpPr txBox="1"/>
          <p:nvPr/>
        </p:nvSpPr>
        <p:spPr>
          <a:xfrm>
            <a:off x="101996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85"/>
          <p:cNvSpPr txBox="1"/>
          <p:nvPr/>
        </p:nvSpPr>
        <p:spPr>
          <a:xfrm>
            <a:off x="1045639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85"/>
          <p:cNvSpPr txBox="1"/>
          <p:nvPr/>
        </p:nvSpPr>
        <p:spPr>
          <a:xfrm>
            <a:off x="10736298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85"/>
          <p:cNvSpPr txBox="1"/>
          <p:nvPr/>
        </p:nvSpPr>
        <p:spPr>
          <a:xfrm>
            <a:off x="110581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5" name="Google Shape;965;p85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85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F5DD735E-5DFA-74C6-131D-1C80BC38AE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331C52D0-A404-FAD4-3C78-B877EA9809B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3" name="Google Shape;973;p8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8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8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86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86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86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86"/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86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86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86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86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86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86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86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86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86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86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86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86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86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86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86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86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86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86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86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86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86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86"/>
          <p:cNvSpPr txBox="1"/>
          <p:nvPr/>
        </p:nvSpPr>
        <p:spPr>
          <a:xfrm>
            <a:off x="72358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86"/>
          <p:cNvSpPr txBox="1"/>
          <p:nvPr/>
        </p:nvSpPr>
        <p:spPr>
          <a:xfrm>
            <a:off x="7458873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86"/>
          <p:cNvSpPr txBox="1"/>
          <p:nvPr/>
        </p:nvSpPr>
        <p:spPr>
          <a:xfrm>
            <a:off x="7743848" y="3244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86"/>
          <p:cNvSpPr txBox="1"/>
          <p:nvPr/>
        </p:nvSpPr>
        <p:spPr>
          <a:xfrm>
            <a:off x="8007373" y="31914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86"/>
          <p:cNvSpPr txBox="1"/>
          <p:nvPr/>
        </p:nvSpPr>
        <p:spPr>
          <a:xfrm>
            <a:off x="83050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86"/>
          <p:cNvSpPr txBox="1"/>
          <p:nvPr/>
        </p:nvSpPr>
        <p:spPr>
          <a:xfrm>
            <a:off x="8609873" y="34819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86"/>
          <p:cNvSpPr txBox="1"/>
          <p:nvPr/>
        </p:nvSpPr>
        <p:spPr>
          <a:xfrm>
            <a:off x="8875673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86"/>
          <p:cNvSpPr txBox="1"/>
          <p:nvPr/>
        </p:nvSpPr>
        <p:spPr>
          <a:xfrm>
            <a:off x="91163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86"/>
          <p:cNvSpPr txBox="1"/>
          <p:nvPr/>
        </p:nvSpPr>
        <p:spPr>
          <a:xfrm>
            <a:off x="93783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86"/>
          <p:cNvSpPr txBox="1"/>
          <p:nvPr/>
        </p:nvSpPr>
        <p:spPr>
          <a:xfrm>
            <a:off x="9640298" y="25230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86"/>
          <p:cNvSpPr txBox="1"/>
          <p:nvPr/>
        </p:nvSpPr>
        <p:spPr>
          <a:xfrm>
            <a:off x="9843173" y="29705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86"/>
          <p:cNvSpPr txBox="1"/>
          <p:nvPr/>
        </p:nvSpPr>
        <p:spPr>
          <a:xfrm>
            <a:off x="101996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86"/>
          <p:cNvSpPr txBox="1"/>
          <p:nvPr/>
        </p:nvSpPr>
        <p:spPr>
          <a:xfrm>
            <a:off x="1045639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86"/>
          <p:cNvSpPr txBox="1"/>
          <p:nvPr/>
        </p:nvSpPr>
        <p:spPr>
          <a:xfrm>
            <a:off x="10736298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86"/>
          <p:cNvSpPr txBox="1"/>
          <p:nvPr/>
        </p:nvSpPr>
        <p:spPr>
          <a:xfrm>
            <a:off x="110581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6" name="Google Shape;1016;p86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86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40E2C72B-A87C-D2B1-9DF5-0D3C9002FF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45185784-6FED-2CFD-CD75-104DF19578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" name="Google Shape;1024;p8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8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8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8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87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87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87"/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87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87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87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87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87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87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87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87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87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87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87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87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87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87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87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87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87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87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87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87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87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87"/>
          <p:cNvSpPr txBox="1"/>
          <p:nvPr/>
        </p:nvSpPr>
        <p:spPr>
          <a:xfrm>
            <a:off x="72358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87"/>
          <p:cNvSpPr txBox="1"/>
          <p:nvPr/>
        </p:nvSpPr>
        <p:spPr>
          <a:xfrm>
            <a:off x="7458873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87"/>
          <p:cNvSpPr txBox="1"/>
          <p:nvPr/>
        </p:nvSpPr>
        <p:spPr>
          <a:xfrm>
            <a:off x="7743848" y="3244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87"/>
          <p:cNvSpPr txBox="1"/>
          <p:nvPr/>
        </p:nvSpPr>
        <p:spPr>
          <a:xfrm>
            <a:off x="8007373" y="31914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87"/>
          <p:cNvSpPr txBox="1"/>
          <p:nvPr/>
        </p:nvSpPr>
        <p:spPr>
          <a:xfrm>
            <a:off x="83050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87"/>
          <p:cNvSpPr txBox="1"/>
          <p:nvPr/>
        </p:nvSpPr>
        <p:spPr>
          <a:xfrm>
            <a:off x="8609873" y="34819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87"/>
          <p:cNvSpPr txBox="1"/>
          <p:nvPr/>
        </p:nvSpPr>
        <p:spPr>
          <a:xfrm>
            <a:off x="8875673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87"/>
          <p:cNvSpPr txBox="1"/>
          <p:nvPr/>
        </p:nvSpPr>
        <p:spPr>
          <a:xfrm>
            <a:off x="91163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87"/>
          <p:cNvSpPr txBox="1"/>
          <p:nvPr/>
        </p:nvSpPr>
        <p:spPr>
          <a:xfrm>
            <a:off x="93783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87"/>
          <p:cNvSpPr txBox="1"/>
          <p:nvPr/>
        </p:nvSpPr>
        <p:spPr>
          <a:xfrm>
            <a:off x="9640298" y="25230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87"/>
          <p:cNvSpPr txBox="1"/>
          <p:nvPr/>
        </p:nvSpPr>
        <p:spPr>
          <a:xfrm>
            <a:off x="9843173" y="29705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87"/>
          <p:cNvSpPr txBox="1"/>
          <p:nvPr/>
        </p:nvSpPr>
        <p:spPr>
          <a:xfrm>
            <a:off x="101996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87"/>
          <p:cNvSpPr txBox="1"/>
          <p:nvPr/>
        </p:nvSpPr>
        <p:spPr>
          <a:xfrm>
            <a:off x="1045639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87"/>
          <p:cNvSpPr txBox="1"/>
          <p:nvPr/>
        </p:nvSpPr>
        <p:spPr>
          <a:xfrm>
            <a:off x="10736298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87"/>
          <p:cNvSpPr txBox="1"/>
          <p:nvPr/>
        </p:nvSpPr>
        <p:spPr>
          <a:xfrm>
            <a:off x="110581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7" name="Google Shape;1067;p87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87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CC2C2488-006F-1BCF-0E4C-B2F84D7503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32AB0401-18D0-BBC6-54E0-69F4CB85D22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" name="Google Shape;1075;p8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8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8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8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88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88"/>
          <p:cNvSpPr txBox="1"/>
          <p:nvPr/>
        </p:nvSpPr>
        <p:spPr>
          <a:xfrm rot="-507">
            <a:off x="1097275" y="1947674"/>
            <a:ext cx="60978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88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88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88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88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88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88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88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88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88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88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88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88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88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88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88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88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88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88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88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88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88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88"/>
          <p:cNvSpPr txBox="1"/>
          <p:nvPr/>
        </p:nvSpPr>
        <p:spPr>
          <a:xfrm>
            <a:off x="72358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88"/>
          <p:cNvSpPr txBox="1"/>
          <p:nvPr/>
        </p:nvSpPr>
        <p:spPr>
          <a:xfrm>
            <a:off x="7458873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88"/>
          <p:cNvSpPr txBox="1"/>
          <p:nvPr/>
        </p:nvSpPr>
        <p:spPr>
          <a:xfrm>
            <a:off x="7743848" y="3244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88"/>
          <p:cNvSpPr txBox="1"/>
          <p:nvPr/>
        </p:nvSpPr>
        <p:spPr>
          <a:xfrm>
            <a:off x="8007373" y="31914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88"/>
          <p:cNvSpPr txBox="1"/>
          <p:nvPr/>
        </p:nvSpPr>
        <p:spPr>
          <a:xfrm>
            <a:off x="83050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88"/>
          <p:cNvSpPr txBox="1"/>
          <p:nvPr/>
        </p:nvSpPr>
        <p:spPr>
          <a:xfrm>
            <a:off x="8609873" y="34819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88"/>
          <p:cNvSpPr txBox="1"/>
          <p:nvPr/>
        </p:nvSpPr>
        <p:spPr>
          <a:xfrm>
            <a:off x="8875673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88"/>
          <p:cNvSpPr txBox="1"/>
          <p:nvPr/>
        </p:nvSpPr>
        <p:spPr>
          <a:xfrm>
            <a:off x="91163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88"/>
          <p:cNvSpPr txBox="1"/>
          <p:nvPr/>
        </p:nvSpPr>
        <p:spPr>
          <a:xfrm>
            <a:off x="93783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88"/>
          <p:cNvSpPr txBox="1"/>
          <p:nvPr/>
        </p:nvSpPr>
        <p:spPr>
          <a:xfrm>
            <a:off x="9640298" y="25230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88"/>
          <p:cNvSpPr txBox="1"/>
          <p:nvPr/>
        </p:nvSpPr>
        <p:spPr>
          <a:xfrm>
            <a:off x="9843173" y="29705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88"/>
          <p:cNvSpPr txBox="1"/>
          <p:nvPr/>
        </p:nvSpPr>
        <p:spPr>
          <a:xfrm>
            <a:off x="101996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88"/>
          <p:cNvSpPr txBox="1"/>
          <p:nvPr/>
        </p:nvSpPr>
        <p:spPr>
          <a:xfrm>
            <a:off x="1045639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88"/>
          <p:cNvSpPr txBox="1"/>
          <p:nvPr/>
        </p:nvSpPr>
        <p:spPr>
          <a:xfrm>
            <a:off x="10736298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88"/>
          <p:cNvSpPr txBox="1"/>
          <p:nvPr/>
        </p:nvSpPr>
        <p:spPr>
          <a:xfrm>
            <a:off x="110581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7" name="Google Shape;1117;p88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88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02300" y="2551200"/>
            <a:ext cx="4403750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88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91004C77-6812-DB11-8BF3-A21087D38B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0BE25B54-B358-02E9-692F-0CB593BF8C3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8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8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p8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8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89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89"/>
          <p:cNvSpPr txBox="1"/>
          <p:nvPr/>
        </p:nvSpPr>
        <p:spPr>
          <a:xfrm rot="-507">
            <a:off x="1097275" y="1947674"/>
            <a:ext cx="60978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89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89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89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89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89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89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89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89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89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89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89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89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89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89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89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89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89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89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89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89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89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89"/>
          <p:cNvSpPr txBox="1"/>
          <p:nvPr/>
        </p:nvSpPr>
        <p:spPr>
          <a:xfrm>
            <a:off x="72358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89"/>
          <p:cNvSpPr txBox="1"/>
          <p:nvPr/>
        </p:nvSpPr>
        <p:spPr>
          <a:xfrm>
            <a:off x="7458873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89"/>
          <p:cNvSpPr txBox="1"/>
          <p:nvPr/>
        </p:nvSpPr>
        <p:spPr>
          <a:xfrm>
            <a:off x="7743848" y="3244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89"/>
          <p:cNvSpPr txBox="1"/>
          <p:nvPr/>
        </p:nvSpPr>
        <p:spPr>
          <a:xfrm>
            <a:off x="8007373" y="31914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89"/>
          <p:cNvSpPr txBox="1"/>
          <p:nvPr/>
        </p:nvSpPr>
        <p:spPr>
          <a:xfrm>
            <a:off x="83050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89"/>
          <p:cNvSpPr txBox="1"/>
          <p:nvPr/>
        </p:nvSpPr>
        <p:spPr>
          <a:xfrm>
            <a:off x="8609873" y="34819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89"/>
          <p:cNvSpPr txBox="1"/>
          <p:nvPr/>
        </p:nvSpPr>
        <p:spPr>
          <a:xfrm>
            <a:off x="8875673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89"/>
          <p:cNvSpPr txBox="1"/>
          <p:nvPr/>
        </p:nvSpPr>
        <p:spPr>
          <a:xfrm>
            <a:off x="91163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89"/>
          <p:cNvSpPr txBox="1"/>
          <p:nvPr/>
        </p:nvSpPr>
        <p:spPr>
          <a:xfrm>
            <a:off x="93783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89"/>
          <p:cNvSpPr txBox="1"/>
          <p:nvPr/>
        </p:nvSpPr>
        <p:spPr>
          <a:xfrm>
            <a:off x="9640298" y="25230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89"/>
          <p:cNvSpPr txBox="1"/>
          <p:nvPr/>
        </p:nvSpPr>
        <p:spPr>
          <a:xfrm>
            <a:off x="9843173" y="29705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89"/>
          <p:cNvSpPr txBox="1"/>
          <p:nvPr/>
        </p:nvSpPr>
        <p:spPr>
          <a:xfrm>
            <a:off x="101996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89"/>
          <p:cNvSpPr txBox="1"/>
          <p:nvPr/>
        </p:nvSpPr>
        <p:spPr>
          <a:xfrm>
            <a:off x="1045639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89"/>
          <p:cNvSpPr txBox="1"/>
          <p:nvPr/>
        </p:nvSpPr>
        <p:spPr>
          <a:xfrm>
            <a:off x="10736298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89"/>
          <p:cNvSpPr txBox="1"/>
          <p:nvPr/>
        </p:nvSpPr>
        <p:spPr>
          <a:xfrm>
            <a:off x="110581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8" name="Google Shape;1168;p89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89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4425" y="2551200"/>
            <a:ext cx="4121623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89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713E0906-686F-7AFE-ABF1-83991D8AB4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1C8AC851-FC23-55E3-EF6F-E3B5A55F671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" name="Google Shape;1177;p9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9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9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9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90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90"/>
          <p:cNvSpPr txBox="1"/>
          <p:nvPr/>
        </p:nvSpPr>
        <p:spPr>
          <a:xfrm rot="-507">
            <a:off x="1097275" y="1947674"/>
            <a:ext cx="60978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90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90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90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90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90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90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90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90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90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90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90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90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90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90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90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90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90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90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90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90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90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90"/>
          <p:cNvSpPr txBox="1"/>
          <p:nvPr/>
        </p:nvSpPr>
        <p:spPr>
          <a:xfrm>
            <a:off x="72358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90"/>
          <p:cNvSpPr txBox="1"/>
          <p:nvPr/>
        </p:nvSpPr>
        <p:spPr>
          <a:xfrm>
            <a:off x="7458873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90"/>
          <p:cNvSpPr txBox="1"/>
          <p:nvPr/>
        </p:nvSpPr>
        <p:spPr>
          <a:xfrm>
            <a:off x="7743848" y="3244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90"/>
          <p:cNvSpPr txBox="1"/>
          <p:nvPr/>
        </p:nvSpPr>
        <p:spPr>
          <a:xfrm>
            <a:off x="8007373" y="31914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90"/>
          <p:cNvSpPr txBox="1"/>
          <p:nvPr/>
        </p:nvSpPr>
        <p:spPr>
          <a:xfrm>
            <a:off x="83050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90"/>
          <p:cNvSpPr txBox="1"/>
          <p:nvPr/>
        </p:nvSpPr>
        <p:spPr>
          <a:xfrm>
            <a:off x="8609873" y="34819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90"/>
          <p:cNvSpPr txBox="1"/>
          <p:nvPr/>
        </p:nvSpPr>
        <p:spPr>
          <a:xfrm>
            <a:off x="8875673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90"/>
          <p:cNvSpPr txBox="1"/>
          <p:nvPr/>
        </p:nvSpPr>
        <p:spPr>
          <a:xfrm>
            <a:off x="91163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90"/>
          <p:cNvSpPr txBox="1"/>
          <p:nvPr/>
        </p:nvSpPr>
        <p:spPr>
          <a:xfrm>
            <a:off x="93783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90"/>
          <p:cNvSpPr txBox="1"/>
          <p:nvPr/>
        </p:nvSpPr>
        <p:spPr>
          <a:xfrm>
            <a:off x="9640298" y="25230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90"/>
          <p:cNvSpPr txBox="1"/>
          <p:nvPr/>
        </p:nvSpPr>
        <p:spPr>
          <a:xfrm>
            <a:off x="9843173" y="29705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90"/>
          <p:cNvSpPr txBox="1"/>
          <p:nvPr/>
        </p:nvSpPr>
        <p:spPr>
          <a:xfrm>
            <a:off x="101996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90"/>
          <p:cNvSpPr txBox="1"/>
          <p:nvPr/>
        </p:nvSpPr>
        <p:spPr>
          <a:xfrm>
            <a:off x="1045639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90"/>
          <p:cNvSpPr txBox="1"/>
          <p:nvPr/>
        </p:nvSpPr>
        <p:spPr>
          <a:xfrm>
            <a:off x="10736298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90"/>
          <p:cNvSpPr txBox="1"/>
          <p:nvPr/>
        </p:nvSpPr>
        <p:spPr>
          <a:xfrm>
            <a:off x="110581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9" name="Google Shape;1219;p90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90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10550" y="2551200"/>
            <a:ext cx="3795501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90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A7F5C587-39E0-AF2E-B83B-D874B7939D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91A43437-A0AC-4478-BA99-E0AC62FF0E0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" name="Google Shape;1228;p91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9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9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9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91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91"/>
          <p:cNvSpPr txBox="1"/>
          <p:nvPr/>
        </p:nvSpPr>
        <p:spPr>
          <a:xfrm rot="-507">
            <a:off x="1097275" y="1947674"/>
            <a:ext cx="60978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91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91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91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91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91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91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91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91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91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91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91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91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91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91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91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91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91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91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91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91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91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91"/>
          <p:cNvSpPr txBox="1"/>
          <p:nvPr/>
        </p:nvSpPr>
        <p:spPr>
          <a:xfrm>
            <a:off x="72358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91"/>
          <p:cNvSpPr txBox="1"/>
          <p:nvPr/>
        </p:nvSpPr>
        <p:spPr>
          <a:xfrm>
            <a:off x="7458873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91"/>
          <p:cNvSpPr txBox="1"/>
          <p:nvPr/>
        </p:nvSpPr>
        <p:spPr>
          <a:xfrm>
            <a:off x="7743848" y="3244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91"/>
          <p:cNvSpPr txBox="1"/>
          <p:nvPr/>
        </p:nvSpPr>
        <p:spPr>
          <a:xfrm>
            <a:off x="8007373" y="31914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91"/>
          <p:cNvSpPr txBox="1"/>
          <p:nvPr/>
        </p:nvSpPr>
        <p:spPr>
          <a:xfrm>
            <a:off x="83050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91"/>
          <p:cNvSpPr txBox="1"/>
          <p:nvPr/>
        </p:nvSpPr>
        <p:spPr>
          <a:xfrm>
            <a:off x="8609873" y="34819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91"/>
          <p:cNvSpPr txBox="1"/>
          <p:nvPr/>
        </p:nvSpPr>
        <p:spPr>
          <a:xfrm>
            <a:off x="8875673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91"/>
          <p:cNvSpPr txBox="1"/>
          <p:nvPr/>
        </p:nvSpPr>
        <p:spPr>
          <a:xfrm>
            <a:off x="91163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91"/>
          <p:cNvSpPr txBox="1"/>
          <p:nvPr/>
        </p:nvSpPr>
        <p:spPr>
          <a:xfrm>
            <a:off x="93783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91"/>
          <p:cNvSpPr txBox="1"/>
          <p:nvPr/>
        </p:nvSpPr>
        <p:spPr>
          <a:xfrm>
            <a:off x="9640298" y="25230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91"/>
          <p:cNvSpPr txBox="1"/>
          <p:nvPr/>
        </p:nvSpPr>
        <p:spPr>
          <a:xfrm>
            <a:off x="9843173" y="29705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91"/>
          <p:cNvSpPr txBox="1"/>
          <p:nvPr/>
        </p:nvSpPr>
        <p:spPr>
          <a:xfrm>
            <a:off x="101996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91"/>
          <p:cNvSpPr txBox="1"/>
          <p:nvPr/>
        </p:nvSpPr>
        <p:spPr>
          <a:xfrm>
            <a:off x="1045639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91"/>
          <p:cNvSpPr txBox="1"/>
          <p:nvPr/>
        </p:nvSpPr>
        <p:spPr>
          <a:xfrm>
            <a:off x="10736298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91"/>
          <p:cNvSpPr txBox="1"/>
          <p:nvPr/>
        </p:nvSpPr>
        <p:spPr>
          <a:xfrm>
            <a:off x="110581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0" name="Google Shape;1270;p91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91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3D4EA702-28AD-B9CC-F0AB-8E64E579F7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9E0C51E3-E0E4-78AD-9EA6-0863A2B1FDA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8" name="Google Shape;1278;p9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9" name="Google Shape;1279;p9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92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92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92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3" name="Google Shape;1283;p92"/>
          <p:cNvSpPr txBox="1"/>
          <p:nvPr/>
        </p:nvSpPr>
        <p:spPr>
          <a:xfrm rot="-507">
            <a:off x="1097275" y="1947674"/>
            <a:ext cx="60978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92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92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92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92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92"/>
          <p:cNvSpPr txBox="1"/>
          <p:nvPr/>
        </p:nvSpPr>
        <p:spPr>
          <a:xfrm>
            <a:off x="72358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92"/>
          <p:cNvSpPr txBox="1"/>
          <p:nvPr/>
        </p:nvSpPr>
        <p:spPr>
          <a:xfrm>
            <a:off x="7458873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92"/>
          <p:cNvSpPr txBox="1"/>
          <p:nvPr/>
        </p:nvSpPr>
        <p:spPr>
          <a:xfrm>
            <a:off x="7743848" y="3244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92"/>
          <p:cNvSpPr txBox="1"/>
          <p:nvPr/>
        </p:nvSpPr>
        <p:spPr>
          <a:xfrm>
            <a:off x="8007373" y="31914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92"/>
          <p:cNvSpPr txBox="1"/>
          <p:nvPr/>
        </p:nvSpPr>
        <p:spPr>
          <a:xfrm>
            <a:off x="83050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92"/>
          <p:cNvSpPr txBox="1"/>
          <p:nvPr/>
        </p:nvSpPr>
        <p:spPr>
          <a:xfrm>
            <a:off x="8609873" y="34819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92"/>
          <p:cNvSpPr txBox="1"/>
          <p:nvPr/>
        </p:nvSpPr>
        <p:spPr>
          <a:xfrm>
            <a:off x="8875673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92"/>
          <p:cNvSpPr txBox="1"/>
          <p:nvPr/>
        </p:nvSpPr>
        <p:spPr>
          <a:xfrm>
            <a:off x="91163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92"/>
          <p:cNvSpPr txBox="1"/>
          <p:nvPr/>
        </p:nvSpPr>
        <p:spPr>
          <a:xfrm>
            <a:off x="93783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92"/>
          <p:cNvSpPr txBox="1"/>
          <p:nvPr/>
        </p:nvSpPr>
        <p:spPr>
          <a:xfrm>
            <a:off x="9640298" y="25230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92"/>
          <p:cNvSpPr txBox="1"/>
          <p:nvPr/>
        </p:nvSpPr>
        <p:spPr>
          <a:xfrm>
            <a:off x="9843173" y="29705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92"/>
          <p:cNvSpPr txBox="1"/>
          <p:nvPr/>
        </p:nvSpPr>
        <p:spPr>
          <a:xfrm>
            <a:off x="101996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92"/>
          <p:cNvSpPr txBox="1"/>
          <p:nvPr/>
        </p:nvSpPr>
        <p:spPr>
          <a:xfrm>
            <a:off x="1045639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92"/>
          <p:cNvSpPr txBox="1"/>
          <p:nvPr/>
        </p:nvSpPr>
        <p:spPr>
          <a:xfrm>
            <a:off x="10736298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92"/>
          <p:cNvSpPr txBox="1"/>
          <p:nvPr/>
        </p:nvSpPr>
        <p:spPr>
          <a:xfrm>
            <a:off x="110581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3" name="Google Shape;1303;p92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A9FCDB39-1462-A0F1-8B7F-016DCCBE6D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5758522B-6FC0-F070-6C6F-03A5D43F4CE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" name="Google Shape;1310;p9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1" name="Google Shape;1311;p9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p93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p93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p93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93"/>
          <p:cNvSpPr txBox="1"/>
          <p:nvPr/>
        </p:nvSpPr>
        <p:spPr>
          <a:xfrm rot="-507">
            <a:off x="1097275" y="1947674"/>
            <a:ext cx="6097800" cy="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93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93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93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93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93"/>
          <p:cNvSpPr txBox="1"/>
          <p:nvPr/>
        </p:nvSpPr>
        <p:spPr>
          <a:xfrm>
            <a:off x="72358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93"/>
          <p:cNvSpPr txBox="1"/>
          <p:nvPr/>
        </p:nvSpPr>
        <p:spPr>
          <a:xfrm>
            <a:off x="7458873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93"/>
          <p:cNvSpPr txBox="1"/>
          <p:nvPr/>
        </p:nvSpPr>
        <p:spPr>
          <a:xfrm>
            <a:off x="7743848" y="3244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93"/>
          <p:cNvSpPr txBox="1"/>
          <p:nvPr/>
        </p:nvSpPr>
        <p:spPr>
          <a:xfrm>
            <a:off x="8007373" y="31914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93"/>
          <p:cNvSpPr txBox="1"/>
          <p:nvPr/>
        </p:nvSpPr>
        <p:spPr>
          <a:xfrm>
            <a:off x="83050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93"/>
          <p:cNvSpPr txBox="1"/>
          <p:nvPr/>
        </p:nvSpPr>
        <p:spPr>
          <a:xfrm>
            <a:off x="8609873" y="34819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93"/>
          <p:cNvSpPr txBox="1"/>
          <p:nvPr/>
        </p:nvSpPr>
        <p:spPr>
          <a:xfrm>
            <a:off x="8875673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93"/>
          <p:cNvSpPr txBox="1"/>
          <p:nvPr/>
        </p:nvSpPr>
        <p:spPr>
          <a:xfrm>
            <a:off x="91163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93"/>
          <p:cNvSpPr txBox="1"/>
          <p:nvPr/>
        </p:nvSpPr>
        <p:spPr>
          <a:xfrm>
            <a:off x="93783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93"/>
          <p:cNvSpPr txBox="1"/>
          <p:nvPr/>
        </p:nvSpPr>
        <p:spPr>
          <a:xfrm>
            <a:off x="9640298" y="25230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93"/>
          <p:cNvSpPr txBox="1"/>
          <p:nvPr/>
        </p:nvSpPr>
        <p:spPr>
          <a:xfrm>
            <a:off x="9843173" y="29705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93"/>
          <p:cNvSpPr txBox="1"/>
          <p:nvPr/>
        </p:nvSpPr>
        <p:spPr>
          <a:xfrm>
            <a:off x="101996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93"/>
          <p:cNvSpPr txBox="1"/>
          <p:nvPr/>
        </p:nvSpPr>
        <p:spPr>
          <a:xfrm>
            <a:off x="1045639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93"/>
          <p:cNvSpPr txBox="1"/>
          <p:nvPr/>
        </p:nvSpPr>
        <p:spPr>
          <a:xfrm>
            <a:off x="10736298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93"/>
          <p:cNvSpPr txBox="1"/>
          <p:nvPr/>
        </p:nvSpPr>
        <p:spPr>
          <a:xfrm>
            <a:off x="110581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5" name="Google Shape;1335;p93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6" name="Google Shape;1336;p9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E4342394-E081-4054-2B6F-A2661BEA3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4A8C0AE6-5EEC-9C13-8F35-731E542F603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94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4" name="Google Shape;1344;p9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5" name="Google Shape;1345;p9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6" name="Google Shape;1346;p9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9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94"/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94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94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1" name="Google Shape;1351;p94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2" name="Google Shape;1352;p94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94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94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94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94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94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94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94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94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94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94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94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94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94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94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94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94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94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94"/>
          <p:cNvSpPr txBox="1"/>
          <p:nvPr/>
        </p:nvSpPr>
        <p:spPr>
          <a:xfrm>
            <a:off x="5284625" y="4612250"/>
            <a:ext cx="321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1" name="Google Shape;1371;p94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E2B2D373-DA79-BE24-88C8-9745B30902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00F29851-522E-1D33-1FDC-EDC331AC0F2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95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9" name="Google Shape;1379;p9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9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1" name="Google Shape;1381;p9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2" name="Google Shape;1382;p95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p95"/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95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95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6" name="Google Shape;1386;p95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95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95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95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95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95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95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95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95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95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95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95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95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95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95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95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95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95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95"/>
          <p:cNvSpPr txBox="1"/>
          <p:nvPr/>
        </p:nvSpPr>
        <p:spPr>
          <a:xfrm>
            <a:off x="5284625" y="4612250"/>
            <a:ext cx="3213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5" name="Google Shape;1405;p95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57075" y="2551200"/>
            <a:ext cx="4348976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F7F9CC42-5ADD-2D0A-0410-B444183202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24AD8204-9D30-BE1C-ED32-6538DD1A6BB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96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3" name="Google Shape;1413;p9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4" name="Google Shape;1414;p9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5" name="Google Shape;1415;p9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6" name="Google Shape;1416;p96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96"/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96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96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0" name="Google Shape;1420;p96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1" name="Google Shape;1421;p96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422" name="Google Shape;1422;p96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96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96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96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96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96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96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96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96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96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96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96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96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96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96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96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96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96"/>
          <p:cNvSpPr txBox="1"/>
          <p:nvPr/>
        </p:nvSpPr>
        <p:spPr>
          <a:xfrm>
            <a:off x="5284625" y="4612250"/>
            <a:ext cx="321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0" name="Google Shape;1440;p96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57075" y="2551200"/>
            <a:ext cx="4348976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F645AD50-2E26-9CB8-0F2C-85CEBF599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04B2F8D0-5492-0903-23D2-DA734550834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97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8" name="Google Shape;1448;p9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9" name="Google Shape;1449;p9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0" name="Google Shape;1450;p9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1" name="Google Shape;1451;p9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97"/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97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97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5" name="Google Shape;1455;p97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6" name="Google Shape;1456;p97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97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97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97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97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97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97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97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97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97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97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97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97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97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97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97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97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97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97"/>
          <p:cNvSpPr txBox="1"/>
          <p:nvPr/>
        </p:nvSpPr>
        <p:spPr>
          <a:xfrm>
            <a:off x="5284625" y="4612250"/>
            <a:ext cx="321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5" name="Google Shape;1475;p97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40250" y="2551200"/>
            <a:ext cx="4065800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6BC9252C-0480-BFD9-AF06-C6DC53902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C7AF804A-1174-E8D9-16DF-AA7D1841492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98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3" name="Google Shape;1483;p9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9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5" name="Google Shape;1485;p9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6" name="Google Shape;1486;p9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88" name="Google Shape;1488;p98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98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0" name="Google Shape;1490;p98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1" name="Google Shape;1491;p98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98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98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98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98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98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98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98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98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98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98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98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98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98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98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98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98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98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98"/>
          <p:cNvSpPr txBox="1"/>
          <p:nvPr/>
        </p:nvSpPr>
        <p:spPr>
          <a:xfrm>
            <a:off x="5284625" y="4612250"/>
            <a:ext cx="321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0" name="Google Shape;1510;p98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10550" y="2551200"/>
            <a:ext cx="3795501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452;p97">
            <a:extLst>
              <a:ext uri="{FF2B5EF4-FFF2-40B4-BE49-F238E27FC236}">
                <a16:creationId xmlns:a16="http://schemas.microsoft.com/office/drawing/2014/main" id="{3DD8C6B9-9877-525A-3A0A-FC4CAAC23224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9B401A96-4A30-B180-E8B1-0CBA519107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E85359AB-4FF3-A460-0CE7-C2187EAC70E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99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8" name="Google Shape;1518;p9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9" name="Google Shape;1519;p9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0" name="Google Shape;1520;p9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1" name="Google Shape;1521;p9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23" name="Google Shape;1523;p99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99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5" name="Google Shape;1525;p99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6" name="Google Shape;1526;p99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99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99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99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99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99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99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99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99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99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99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99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99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99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99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99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99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99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99"/>
          <p:cNvSpPr txBox="1"/>
          <p:nvPr/>
        </p:nvSpPr>
        <p:spPr>
          <a:xfrm>
            <a:off x="5284625" y="4612250"/>
            <a:ext cx="32139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52;p97">
            <a:extLst>
              <a:ext uri="{FF2B5EF4-FFF2-40B4-BE49-F238E27FC236}">
                <a16:creationId xmlns:a16="http://schemas.microsoft.com/office/drawing/2014/main" id="{673C5B5F-72BA-4112-15B2-D8623BAD42D7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4EF3549C-7B3F-D51A-2318-41E8CB7EFC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E1FB5F7A-44FB-9695-4F6E-CC20FED53E9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100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2" name="Google Shape;1552;p10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3" name="Google Shape;1553;p10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4" name="Google Shape;1554;p10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5" name="Google Shape;1555;p10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100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100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9" name="Google Shape;1559;p100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0" name="Google Shape;1560;p100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561" name="Google Shape;1561;p100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100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100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100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100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100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100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100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100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100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100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100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100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100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100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100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100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100"/>
          <p:cNvSpPr txBox="1"/>
          <p:nvPr/>
        </p:nvSpPr>
        <p:spPr>
          <a:xfrm>
            <a:off x="5284625" y="4612250"/>
            <a:ext cx="3213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52;p97">
            <a:extLst>
              <a:ext uri="{FF2B5EF4-FFF2-40B4-BE49-F238E27FC236}">
                <a16:creationId xmlns:a16="http://schemas.microsoft.com/office/drawing/2014/main" id="{D46529BE-ECC2-65C7-BC20-B828B4258100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279475CD-5027-23CC-C839-E61032D510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D8D3152A-0CB8-856F-5D99-8C195B831CF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01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6" name="Google Shape;1586;p101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7" name="Google Shape;1587;p10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8" name="Google Shape;1588;p10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9" name="Google Shape;1589;p10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0" name="Google Shape;1590;p101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92" name="Google Shape;1592;p101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101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4" name="Google Shape;1594;p101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p101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596" name="Google Shape;1596;p101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101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101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101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101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101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101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101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101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101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101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101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101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101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101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101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101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101"/>
          <p:cNvSpPr txBox="1"/>
          <p:nvPr/>
        </p:nvSpPr>
        <p:spPr>
          <a:xfrm>
            <a:off x="5284625" y="4612250"/>
            <a:ext cx="3213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52;p97">
            <a:extLst>
              <a:ext uri="{FF2B5EF4-FFF2-40B4-BE49-F238E27FC236}">
                <a16:creationId xmlns:a16="http://schemas.microsoft.com/office/drawing/2014/main" id="{74331884-926B-D63D-4D4F-CBF170F23641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22C3E26B-75C6-DC08-863E-5F2E6E0F69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3BAC6145-4AAE-1ECC-90A2-7033D2B794B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102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1" name="Google Shape;1621;p10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p10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p102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102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102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7" name="Google Shape;1627;p102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8" name="Google Shape;1628;p102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629" name="Google Shape;1629;p102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102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102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102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102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102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102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102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102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102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102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102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102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102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102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102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102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102"/>
          <p:cNvSpPr txBox="1"/>
          <p:nvPr/>
        </p:nvSpPr>
        <p:spPr>
          <a:xfrm>
            <a:off x="5284625" y="4612250"/>
            <a:ext cx="3213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52;p97">
            <a:extLst>
              <a:ext uri="{FF2B5EF4-FFF2-40B4-BE49-F238E27FC236}">
                <a16:creationId xmlns:a16="http://schemas.microsoft.com/office/drawing/2014/main" id="{C1F9F278-ABC8-159B-5A9E-ABC2C58EEB54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52A9851E-8747-48C1-083B-33DC835D6E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C1284828-65B6-BDC5-7E41-53EAC0B6E3B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03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4" name="Google Shape;1654;p10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5" name="Google Shape;1655;p10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6" name="Google Shape;1656;p103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7" name="Google Shape;1657;p103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8" name="Google Shape;1658;p103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9" name="Google Shape;1659;p103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1" name="Google Shape;1661;p103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103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3" name="Google Shape;1663;p103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4" name="Google Shape;1664;p103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103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103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103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103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103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103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103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103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103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103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103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103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103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103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103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103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103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103"/>
          <p:cNvSpPr txBox="1"/>
          <p:nvPr/>
        </p:nvSpPr>
        <p:spPr>
          <a:xfrm>
            <a:off x="5284625" y="4612250"/>
            <a:ext cx="3213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52;p97">
            <a:extLst>
              <a:ext uri="{FF2B5EF4-FFF2-40B4-BE49-F238E27FC236}">
                <a16:creationId xmlns:a16="http://schemas.microsoft.com/office/drawing/2014/main" id="{881DF7BE-C7B1-E1D0-BC42-FDEF870D1A3D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DC692D34-FFEB-9309-C504-77081FDCC7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DEF5FC43-BC93-77B6-3EBB-73AC3C4AA4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04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104"/>
          <p:cNvSpPr/>
          <p:nvPr/>
        </p:nvSpPr>
        <p:spPr>
          <a:xfrm>
            <a:off x="8651350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1" name="Google Shape;1691;p10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2" name="Google Shape;1692;p10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3" name="Google Shape;1693;p10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4" name="Google Shape;1694;p10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5" name="Google Shape;1695;p104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6" name="Google Shape;1696;p104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98" name="Google Shape;1698;p104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104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0" name="Google Shape;1700;p104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104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104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104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104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104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104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104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104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104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104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104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104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104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104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104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104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104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104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104"/>
          <p:cNvSpPr txBox="1"/>
          <p:nvPr/>
        </p:nvSpPr>
        <p:spPr>
          <a:xfrm>
            <a:off x="5284625" y="4612250"/>
            <a:ext cx="3213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52;p97">
            <a:extLst>
              <a:ext uri="{FF2B5EF4-FFF2-40B4-BE49-F238E27FC236}">
                <a16:creationId xmlns:a16="http://schemas.microsoft.com/office/drawing/2014/main" id="{79D629AB-318F-4688-5F10-B868ED0A16EE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6FC39CD2-B881-69D9-B634-3499182790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E43711CA-8061-46AC-7478-0A7D631E041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105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105"/>
          <p:cNvSpPr/>
          <p:nvPr/>
        </p:nvSpPr>
        <p:spPr>
          <a:xfrm>
            <a:off x="8651350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8" name="Google Shape;1728;p10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9" name="Google Shape;1729;p10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0" name="Google Shape;1730;p10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1" name="Google Shape;1731;p105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2" name="Google Shape;1732;p105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3" name="Google Shape;1733;p105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35" name="Google Shape;1735;p105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105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7" name="Google Shape;1737;p105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8" name="Google Shape;1738;p105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39" name="Google Shape;1739;p105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105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105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105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105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105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105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105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105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105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105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105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105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105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105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105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105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p105"/>
          <p:cNvSpPr txBox="1"/>
          <p:nvPr/>
        </p:nvSpPr>
        <p:spPr>
          <a:xfrm>
            <a:off x="5284625" y="4612250"/>
            <a:ext cx="3213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105"/>
          <p:cNvSpPr txBox="1"/>
          <p:nvPr/>
        </p:nvSpPr>
        <p:spPr>
          <a:xfrm>
            <a:off x="8713625" y="4612250"/>
            <a:ext cx="32139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52;p97">
            <a:extLst>
              <a:ext uri="{FF2B5EF4-FFF2-40B4-BE49-F238E27FC236}">
                <a16:creationId xmlns:a16="http://schemas.microsoft.com/office/drawing/2014/main" id="{02BB94AD-1679-3250-12AC-8433DAEC80FC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C1BB657D-420F-110D-B3FC-A6D2D360B8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31082C1A-8208-A7EB-464F-BEF299DA309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106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106"/>
          <p:cNvSpPr/>
          <p:nvPr/>
        </p:nvSpPr>
        <p:spPr>
          <a:xfrm>
            <a:off x="8651350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6" name="Google Shape;1766;p10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7" name="Google Shape;1767;p10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8" name="Google Shape;1768;p10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9" name="Google Shape;1769;p106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0" name="Google Shape;1770;p106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1" name="Google Shape;1771;p106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3" name="Google Shape;1773;p106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106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5" name="Google Shape;1775;p106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6" name="Google Shape;1776;p106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77" name="Google Shape;1777;p106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106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106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106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106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106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106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106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106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106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106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106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106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106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106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106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106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106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106"/>
          <p:cNvSpPr txBox="1"/>
          <p:nvPr/>
        </p:nvSpPr>
        <p:spPr>
          <a:xfrm>
            <a:off x="5284625" y="4612250"/>
            <a:ext cx="3213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106"/>
          <p:cNvSpPr txBox="1"/>
          <p:nvPr/>
        </p:nvSpPr>
        <p:spPr>
          <a:xfrm>
            <a:off x="8713625" y="4612250"/>
            <a:ext cx="3213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52;p97">
            <a:extLst>
              <a:ext uri="{FF2B5EF4-FFF2-40B4-BE49-F238E27FC236}">
                <a16:creationId xmlns:a16="http://schemas.microsoft.com/office/drawing/2014/main" id="{09E39256-BEDE-BB34-46D6-D84DE3CB259A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8A421143-EC96-C59F-57C1-55C908938F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26FE044C-AB3A-0275-F938-7CF8E0CC05A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07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107"/>
          <p:cNvSpPr/>
          <p:nvPr/>
        </p:nvSpPr>
        <p:spPr>
          <a:xfrm>
            <a:off x="8651350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5" name="Google Shape;1805;p10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6" name="Google Shape;1806;p10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7" name="Google Shape;1807;p10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8" name="Google Shape;1808;p10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9" name="Google Shape;1809;p107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0" name="Google Shape;1810;p107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2" name="Google Shape;1812;p107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107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4" name="Google Shape;1814;p107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5" name="Google Shape;1815;p107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816" name="Google Shape;1816;p107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107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107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107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07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07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07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07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107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107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107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7" name="Google Shape;1827;p107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107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107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107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107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107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107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107"/>
          <p:cNvSpPr txBox="1"/>
          <p:nvPr/>
        </p:nvSpPr>
        <p:spPr>
          <a:xfrm>
            <a:off x="5284625" y="4612250"/>
            <a:ext cx="3213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107"/>
          <p:cNvSpPr txBox="1"/>
          <p:nvPr/>
        </p:nvSpPr>
        <p:spPr>
          <a:xfrm>
            <a:off x="8713625" y="4612250"/>
            <a:ext cx="3213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52;p97">
            <a:extLst>
              <a:ext uri="{FF2B5EF4-FFF2-40B4-BE49-F238E27FC236}">
                <a16:creationId xmlns:a16="http://schemas.microsoft.com/office/drawing/2014/main" id="{58C5AE42-ABA2-F4A4-C92C-943076123781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8AD31F7F-3427-2C32-A89F-038F48007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44B870D2-1C90-0C80-7F7A-3632F2C88BC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108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108"/>
          <p:cNvSpPr/>
          <p:nvPr/>
        </p:nvSpPr>
        <p:spPr>
          <a:xfrm>
            <a:off x="8651350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4" name="Google Shape;1844;p10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5" name="Google Shape;1845;p10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6" name="Google Shape;1846;p10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10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" name="Google Shape;1848;p108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9" name="Google Shape;1849;p108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51" name="Google Shape;1851;p108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108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3" name="Google Shape;1853;p108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4" name="Google Shape;1854;p108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855" name="Google Shape;1855;p108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108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108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108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108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p108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108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08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108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108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108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108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108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108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108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108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108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p108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108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108"/>
          <p:cNvSpPr txBox="1"/>
          <p:nvPr/>
        </p:nvSpPr>
        <p:spPr>
          <a:xfrm>
            <a:off x="5284625" y="4612250"/>
            <a:ext cx="3213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108"/>
          <p:cNvSpPr txBox="1"/>
          <p:nvPr/>
        </p:nvSpPr>
        <p:spPr>
          <a:xfrm>
            <a:off x="8713625" y="4612250"/>
            <a:ext cx="321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52;p97">
            <a:extLst>
              <a:ext uri="{FF2B5EF4-FFF2-40B4-BE49-F238E27FC236}">
                <a16:creationId xmlns:a16="http://schemas.microsoft.com/office/drawing/2014/main" id="{813E58C4-587F-C0D8-8520-78C208C0018E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DB7BB772-46D0-E738-B6F6-6B04FF0BD9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5787FE2C-3056-1A24-6FA0-0234D655D5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09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109"/>
          <p:cNvSpPr/>
          <p:nvPr/>
        </p:nvSpPr>
        <p:spPr>
          <a:xfrm>
            <a:off x="8651350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4" name="Google Shape;1884;p10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5" name="Google Shape;1885;p10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6" name="Google Shape;1886;p10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7" name="Google Shape;1887;p10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8" name="Google Shape;1888;p109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9" name="Google Shape;1889;p109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91" name="Google Shape;1891;p109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109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3" name="Google Shape;1893;p109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4" name="Google Shape;1894;p109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895" name="Google Shape;1895;p109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109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109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109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109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109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109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109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109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09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109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109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p109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109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109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109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109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109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109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109"/>
          <p:cNvSpPr txBox="1"/>
          <p:nvPr/>
        </p:nvSpPr>
        <p:spPr>
          <a:xfrm>
            <a:off x="72358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109"/>
          <p:cNvSpPr txBox="1"/>
          <p:nvPr/>
        </p:nvSpPr>
        <p:spPr>
          <a:xfrm>
            <a:off x="5284625" y="4612250"/>
            <a:ext cx="3213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109"/>
          <p:cNvSpPr txBox="1"/>
          <p:nvPr/>
        </p:nvSpPr>
        <p:spPr>
          <a:xfrm>
            <a:off x="8713625" y="4612250"/>
            <a:ext cx="321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52;p97">
            <a:extLst>
              <a:ext uri="{FF2B5EF4-FFF2-40B4-BE49-F238E27FC236}">
                <a16:creationId xmlns:a16="http://schemas.microsoft.com/office/drawing/2014/main" id="{8D0C5FE7-3F2A-9CD3-380F-449830C4F335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98649C42-51CB-3A02-5625-9E9A587FD3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FF06A9AE-5706-3998-88B9-E8F3CD1B74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110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110"/>
          <p:cNvSpPr/>
          <p:nvPr/>
        </p:nvSpPr>
        <p:spPr>
          <a:xfrm>
            <a:off x="8651350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5" name="Google Shape;1925;p11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6" name="Google Shape;1926;p11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7" name="Google Shape;1927;p11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8" name="Google Shape;1928;p11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9" name="Google Shape;1929;p110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0" name="Google Shape;1930;p110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32" name="Google Shape;1932;p110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110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4" name="Google Shape;1934;p110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5" name="Google Shape;1935;p110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936" name="Google Shape;1936;p110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110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8" name="Google Shape;1938;p110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110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110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110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110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110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110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110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110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110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p110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110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0" name="Google Shape;1950;p110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p110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110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110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110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110"/>
          <p:cNvSpPr txBox="1"/>
          <p:nvPr/>
        </p:nvSpPr>
        <p:spPr>
          <a:xfrm>
            <a:off x="72358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110"/>
          <p:cNvSpPr txBox="1"/>
          <p:nvPr/>
        </p:nvSpPr>
        <p:spPr>
          <a:xfrm>
            <a:off x="7458873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110"/>
          <p:cNvSpPr txBox="1"/>
          <p:nvPr/>
        </p:nvSpPr>
        <p:spPr>
          <a:xfrm>
            <a:off x="7743848" y="3244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110"/>
          <p:cNvSpPr txBox="1"/>
          <p:nvPr/>
        </p:nvSpPr>
        <p:spPr>
          <a:xfrm>
            <a:off x="8007373" y="31914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110"/>
          <p:cNvSpPr txBox="1"/>
          <p:nvPr/>
        </p:nvSpPr>
        <p:spPr>
          <a:xfrm>
            <a:off x="83050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110"/>
          <p:cNvSpPr txBox="1"/>
          <p:nvPr/>
        </p:nvSpPr>
        <p:spPr>
          <a:xfrm>
            <a:off x="8609873" y="34819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110"/>
          <p:cNvSpPr txBox="1"/>
          <p:nvPr/>
        </p:nvSpPr>
        <p:spPr>
          <a:xfrm>
            <a:off x="8875673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110"/>
          <p:cNvSpPr txBox="1"/>
          <p:nvPr/>
        </p:nvSpPr>
        <p:spPr>
          <a:xfrm>
            <a:off x="91163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110"/>
          <p:cNvSpPr txBox="1"/>
          <p:nvPr/>
        </p:nvSpPr>
        <p:spPr>
          <a:xfrm>
            <a:off x="93783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p110"/>
          <p:cNvSpPr txBox="1"/>
          <p:nvPr/>
        </p:nvSpPr>
        <p:spPr>
          <a:xfrm>
            <a:off x="9640298" y="25230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110"/>
          <p:cNvSpPr txBox="1"/>
          <p:nvPr/>
        </p:nvSpPr>
        <p:spPr>
          <a:xfrm>
            <a:off x="9843173" y="29705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p110"/>
          <p:cNvSpPr txBox="1"/>
          <p:nvPr/>
        </p:nvSpPr>
        <p:spPr>
          <a:xfrm>
            <a:off x="101996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110"/>
          <p:cNvSpPr txBox="1"/>
          <p:nvPr/>
        </p:nvSpPr>
        <p:spPr>
          <a:xfrm>
            <a:off x="1045639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110"/>
          <p:cNvSpPr txBox="1"/>
          <p:nvPr/>
        </p:nvSpPr>
        <p:spPr>
          <a:xfrm>
            <a:off x="10736298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110"/>
          <p:cNvSpPr txBox="1"/>
          <p:nvPr/>
        </p:nvSpPr>
        <p:spPr>
          <a:xfrm>
            <a:off x="110581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p110"/>
          <p:cNvSpPr txBox="1"/>
          <p:nvPr/>
        </p:nvSpPr>
        <p:spPr>
          <a:xfrm>
            <a:off x="5284625" y="4612250"/>
            <a:ext cx="3213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1" name="Google Shape;1971;p110"/>
          <p:cNvSpPr txBox="1"/>
          <p:nvPr/>
        </p:nvSpPr>
        <p:spPr>
          <a:xfrm>
            <a:off x="8713625" y="4612250"/>
            <a:ext cx="32139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+1.3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+2.1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+2.0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+2.1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+2.0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52;p97">
            <a:extLst>
              <a:ext uri="{FF2B5EF4-FFF2-40B4-BE49-F238E27FC236}">
                <a16:creationId xmlns:a16="http://schemas.microsoft.com/office/drawing/2014/main" id="{7C79D681-AD4E-80E7-F7DE-BFAF81D3B207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35322BC2-4150-8EF9-E0DB-2D8AE98191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C1E958F8-6651-DB9F-EF68-B70C0D149B5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p111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111"/>
          <p:cNvSpPr/>
          <p:nvPr/>
        </p:nvSpPr>
        <p:spPr>
          <a:xfrm>
            <a:off x="8651350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0" name="Google Shape;1980;p111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1" name="Google Shape;1981;p11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2" name="Google Shape;1982;p11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3" name="Google Shape;1983;p11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4" name="Google Shape;1984;p111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5" name="Google Shape;1985;p111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87" name="Google Shape;1987;p111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111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9" name="Google Shape;1989;p111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0" name="Google Shape;1990;p111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991" name="Google Shape;1991;p111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111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3" name="Google Shape;1993;p111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111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111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p111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111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111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111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111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111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111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111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111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111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111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111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111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p111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111"/>
          <p:cNvSpPr txBox="1"/>
          <p:nvPr/>
        </p:nvSpPr>
        <p:spPr>
          <a:xfrm>
            <a:off x="72358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111"/>
          <p:cNvSpPr txBox="1"/>
          <p:nvPr/>
        </p:nvSpPr>
        <p:spPr>
          <a:xfrm>
            <a:off x="7458873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111"/>
          <p:cNvSpPr txBox="1"/>
          <p:nvPr/>
        </p:nvSpPr>
        <p:spPr>
          <a:xfrm>
            <a:off x="7743848" y="3244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111"/>
          <p:cNvSpPr txBox="1"/>
          <p:nvPr/>
        </p:nvSpPr>
        <p:spPr>
          <a:xfrm>
            <a:off x="8007373" y="31914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111"/>
          <p:cNvSpPr txBox="1"/>
          <p:nvPr/>
        </p:nvSpPr>
        <p:spPr>
          <a:xfrm>
            <a:off x="83050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111"/>
          <p:cNvSpPr txBox="1"/>
          <p:nvPr/>
        </p:nvSpPr>
        <p:spPr>
          <a:xfrm>
            <a:off x="8609873" y="34819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111"/>
          <p:cNvSpPr txBox="1"/>
          <p:nvPr/>
        </p:nvSpPr>
        <p:spPr>
          <a:xfrm>
            <a:off x="8875673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p111"/>
          <p:cNvSpPr txBox="1"/>
          <p:nvPr/>
        </p:nvSpPr>
        <p:spPr>
          <a:xfrm>
            <a:off x="91163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111"/>
          <p:cNvSpPr txBox="1"/>
          <p:nvPr/>
        </p:nvSpPr>
        <p:spPr>
          <a:xfrm>
            <a:off x="93783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111"/>
          <p:cNvSpPr txBox="1"/>
          <p:nvPr/>
        </p:nvSpPr>
        <p:spPr>
          <a:xfrm>
            <a:off x="9640298" y="25230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111"/>
          <p:cNvSpPr txBox="1"/>
          <p:nvPr/>
        </p:nvSpPr>
        <p:spPr>
          <a:xfrm>
            <a:off x="9843173" y="29705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111"/>
          <p:cNvSpPr txBox="1"/>
          <p:nvPr/>
        </p:nvSpPr>
        <p:spPr>
          <a:xfrm>
            <a:off x="101996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111"/>
          <p:cNvSpPr txBox="1"/>
          <p:nvPr/>
        </p:nvSpPr>
        <p:spPr>
          <a:xfrm>
            <a:off x="1045639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p111"/>
          <p:cNvSpPr txBox="1"/>
          <p:nvPr/>
        </p:nvSpPr>
        <p:spPr>
          <a:xfrm>
            <a:off x="10736298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111"/>
          <p:cNvSpPr txBox="1"/>
          <p:nvPr/>
        </p:nvSpPr>
        <p:spPr>
          <a:xfrm>
            <a:off x="110581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111"/>
          <p:cNvSpPr txBox="1"/>
          <p:nvPr/>
        </p:nvSpPr>
        <p:spPr>
          <a:xfrm>
            <a:off x="5284625" y="4612250"/>
            <a:ext cx="3213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111"/>
          <p:cNvSpPr txBox="1"/>
          <p:nvPr/>
        </p:nvSpPr>
        <p:spPr>
          <a:xfrm>
            <a:off x="8713625" y="4612250"/>
            <a:ext cx="3213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+1.3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+2.1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+2.0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+2.1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+2.0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25.84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52;p97">
            <a:extLst>
              <a:ext uri="{FF2B5EF4-FFF2-40B4-BE49-F238E27FC236}">
                <a16:creationId xmlns:a16="http://schemas.microsoft.com/office/drawing/2014/main" id="{5D450F6C-FC9E-4647-0B2F-91C8BB9F6CB1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6421CA13-2F9D-88E4-DAB9-85DAD65202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EB96391F-C65E-646A-7C14-6C9C92F9D7F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112"/>
          <p:cNvSpPr/>
          <p:nvPr/>
        </p:nvSpPr>
        <p:spPr>
          <a:xfrm>
            <a:off x="5246925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112"/>
          <p:cNvSpPr/>
          <p:nvPr/>
        </p:nvSpPr>
        <p:spPr>
          <a:xfrm>
            <a:off x="8651350" y="4619575"/>
            <a:ext cx="3213900" cy="153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5" name="Google Shape;2035;p11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6" name="Google Shape;2036;p11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7" name="Google Shape;2037;p112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8" name="Google Shape;2038;p112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47" y="2551208"/>
            <a:ext cx="4760673" cy="145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9" name="Google Shape;2039;p112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38" y="2551200"/>
            <a:ext cx="4760699" cy="145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112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198"/>
            <a:ext cx="4760704" cy="14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2" name="Google Shape;2042;p112"/>
          <p:cNvSpPr txBox="1"/>
          <p:nvPr/>
        </p:nvSpPr>
        <p:spPr>
          <a:xfrm>
            <a:off x="3036250" y="4009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3" name="Google Shape;2043;p112"/>
          <p:cNvSpPr txBox="1"/>
          <p:nvPr/>
        </p:nvSpPr>
        <p:spPr>
          <a:xfrm>
            <a:off x="8672150" y="4009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4" name="Google Shape;2044;p112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5" name="Google Shape;2045;p112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2046" name="Google Shape;2046;p112"/>
          <p:cNvSpPr txBox="1"/>
          <p:nvPr/>
        </p:nvSpPr>
        <p:spPr>
          <a:xfrm>
            <a:off x="11737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p112"/>
          <p:cNvSpPr txBox="1"/>
          <p:nvPr/>
        </p:nvSpPr>
        <p:spPr>
          <a:xfrm>
            <a:off x="1402300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112"/>
          <p:cNvSpPr txBox="1"/>
          <p:nvPr/>
        </p:nvSpPr>
        <p:spPr>
          <a:xfrm>
            <a:off x="168442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112"/>
          <p:cNvSpPr txBox="1"/>
          <p:nvPr/>
        </p:nvSpPr>
        <p:spPr>
          <a:xfrm>
            <a:off x="1943875" y="25230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p112"/>
          <p:cNvSpPr txBox="1"/>
          <p:nvPr/>
        </p:nvSpPr>
        <p:spPr>
          <a:xfrm>
            <a:off x="2225400" y="2892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112"/>
          <p:cNvSpPr txBox="1"/>
          <p:nvPr/>
        </p:nvSpPr>
        <p:spPr>
          <a:xfrm>
            <a:off x="2445975" y="3191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112"/>
          <p:cNvSpPr txBox="1"/>
          <p:nvPr/>
        </p:nvSpPr>
        <p:spPr>
          <a:xfrm>
            <a:off x="2743675" y="352730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112"/>
          <p:cNvSpPr txBox="1"/>
          <p:nvPr/>
        </p:nvSpPr>
        <p:spPr>
          <a:xfrm>
            <a:off x="3032150" y="34819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112"/>
          <p:cNvSpPr txBox="1"/>
          <p:nvPr/>
        </p:nvSpPr>
        <p:spPr>
          <a:xfrm>
            <a:off x="32771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112"/>
          <p:cNvSpPr txBox="1"/>
          <p:nvPr/>
        </p:nvSpPr>
        <p:spPr>
          <a:xfrm>
            <a:off x="3520200" y="27516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112"/>
          <p:cNvSpPr txBox="1"/>
          <p:nvPr/>
        </p:nvSpPr>
        <p:spPr>
          <a:xfrm>
            <a:off x="3808675" y="26754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112"/>
          <p:cNvSpPr txBox="1"/>
          <p:nvPr/>
        </p:nvSpPr>
        <p:spPr>
          <a:xfrm>
            <a:off x="4073036" y="24928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112"/>
          <p:cNvSpPr txBox="1"/>
          <p:nvPr/>
        </p:nvSpPr>
        <p:spPr>
          <a:xfrm>
            <a:off x="4374161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p112"/>
          <p:cNvSpPr txBox="1"/>
          <p:nvPr/>
        </p:nvSpPr>
        <p:spPr>
          <a:xfrm>
            <a:off x="4604348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p112"/>
          <p:cNvSpPr txBox="1"/>
          <p:nvPr/>
        </p:nvSpPr>
        <p:spPr>
          <a:xfrm>
            <a:off x="490914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112"/>
          <p:cNvSpPr txBox="1"/>
          <p:nvPr/>
        </p:nvSpPr>
        <p:spPr>
          <a:xfrm>
            <a:off x="5159823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112"/>
          <p:cNvSpPr txBox="1"/>
          <p:nvPr/>
        </p:nvSpPr>
        <p:spPr>
          <a:xfrm>
            <a:off x="5445398" y="27516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112"/>
          <p:cNvSpPr txBox="1"/>
          <p:nvPr/>
        </p:nvSpPr>
        <p:spPr>
          <a:xfrm>
            <a:off x="6727798" y="30447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112"/>
          <p:cNvSpPr txBox="1"/>
          <p:nvPr/>
        </p:nvSpPr>
        <p:spPr>
          <a:xfrm>
            <a:off x="6973848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112"/>
          <p:cNvSpPr txBox="1"/>
          <p:nvPr/>
        </p:nvSpPr>
        <p:spPr>
          <a:xfrm>
            <a:off x="72358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p112"/>
          <p:cNvSpPr txBox="1"/>
          <p:nvPr/>
        </p:nvSpPr>
        <p:spPr>
          <a:xfrm>
            <a:off x="7458873" y="28221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112"/>
          <p:cNvSpPr txBox="1"/>
          <p:nvPr/>
        </p:nvSpPr>
        <p:spPr>
          <a:xfrm>
            <a:off x="7743848" y="3244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112"/>
          <p:cNvSpPr txBox="1"/>
          <p:nvPr/>
        </p:nvSpPr>
        <p:spPr>
          <a:xfrm>
            <a:off x="8007373" y="31914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112"/>
          <p:cNvSpPr txBox="1"/>
          <p:nvPr/>
        </p:nvSpPr>
        <p:spPr>
          <a:xfrm>
            <a:off x="83050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112"/>
          <p:cNvSpPr txBox="1"/>
          <p:nvPr/>
        </p:nvSpPr>
        <p:spPr>
          <a:xfrm>
            <a:off x="8609873" y="34819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112"/>
          <p:cNvSpPr txBox="1"/>
          <p:nvPr/>
        </p:nvSpPr>
        <p:spPr>
          <a:xfrm>
            <a:off x="8875673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112"/>
          <p:cNvSpPr txBox="1"/>
          <p:nvPr/>
        </p:nvSpPr>
        <p:spPr>
          <a:xfrm>
            <a:off x="91163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112"/>
          <p:cNvSpPr txBox="1"/>
          <p:nvPr/>
        </p:nvSpPr>
        <p:spPr>
          <a:xfrm>
            <a:off x="9378323" y="28923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112"/>
          <p:cNvSpPr txBox="1"/>
          <p:nvPr/>
        </p:nvSpPr>
        <p:spPr>
          <a:xfrm>
            <a:off x="9640298" y="252305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112"/>
          <p:cNvSpPr txBox="1"/>
          <p:nvPr/>
        </p:nvSpPr>
        <p:spPr>
          <a:xfrm>
            <a:off x="9843173" y="29705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112"/>
          <p:cNvSpPr txBox="1"/>
          <p:nvPr/>
        </p:nvSpPr>
        <p:spPr>
          <a:xfrm>
            <a:off x="10199673" y="3527300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7" name="Google Shape;2077;p112"/>
          <p:cNvSpPr txBox="1"/>
          <p:nvPr/>
        </p:nvSpPr>
        <p:spPr>
          <a:xfrm>
            <a:off x="10456398" y="33975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112"/>
          <p:cNvSpPr txBox="1"/>
          <p:nvPr/>
        </p:nvSpPr>
        <p:spPr>
          <a:xfrm>
            <a:off x="10736298" y="342902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9" name="Google Shape;2079;p112"/>
          <p:cNvSpPr txBox="1"/>
          <p:nvPr/>
        </p:nvSpPr>
        <p:spPr>
          <a:xfrm>
            <a:off x="11058148" y="3028275"/>
            <a:ext cx="3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0" name="Google Shape;2080;p112"/>
          <p:cNvSpPr txBox="1"/>
          <p:nvPr/>
        </p:nvSpPr>
        <p:spPr>
          <a:xfrm>
            <a:off x="5284625" y="4612250"/>
            <a:ext cx="3213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+0.5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1" name="Google Shape;2081;p112"/>
          <p:cNvSpPr txBox="1"/>
          <p:nvPr/>
        </p:nvSpPr>
        <p:spPr>
          <a:xfrm>
            <a:off x="8713625" y="4612250"/>
            <a:ext cx="3213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Bad fit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+1.3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+2.1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+2.0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+0.7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+0.6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+2.1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+1.9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+2.0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+0.9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25.84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Google Shape;2082;p112"/>
          <p:cNvSpPr/>
          <p:nvPr/>
        </p:nvSpPr>
        <p:spPr>
          <a:xfrm>
            <a:off x="5340050" y="5782125"/>
            <a:ext cx="680400" cy="286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3" name="Google Shape;2083;p112"/>
          <p:cNvSpPr txBox="1"/>
          <p:nvPr/>
        </p:nvSpPr>
        <p:spPr>
          <a:xfrm>
            <a:off x="6150725" y="5689600"/>
            <a:ext cx="226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Smaller SS = Better Fit!</a:t>
            </a:r>
            <a:endParaRPr sz="16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52;p97">
            <a:extLst>
              <a:ext uri="{FF2B5EF4-FFF2-40B4-BE49-F238E27FC236}">
                <a16:creationId xmlns:a16="http://schemas.microsoft.com/office/drawing/2014/main" id="{2485C9D8-F0EE-5677-FE0D-192BDD638A81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how do we know?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line is closer!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does close mean though?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■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 of squares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0660EC86-3FF9-4946-039E-0246616D69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48F10B1A-8888-5077-A0BA-312B7E09CEA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p113"/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D96DF345-C321-673F-431E-59D3AA4640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20962EF8-375B-4D6B-4B99-7048E6D44D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114"/>
          <p:cNvSpPr/>
          <p:nvPr/>
        </p:nvSpPr>
        <p:spPr>
          <a:xfrm>
            <a:off x="215300" y="2455325"/>
            <a:ext cx="5667000" cy="35076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090;p113">
            <a:extLst>
              <a:ext uri="{FF2B5EF4-FFF2-40B4-BE49-F238E27FC236}">
                <a16:creationId xmlns:a16="http://schemas.microsoft.com/office/drawing/2014/main" id="{AE2F4245-84F3-427D-A661-4D478C99B091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BB605255-02E8-325D-9C98-79FDABB161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09147EA0-B28C-C30F-A6A3-62E9BC10B45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115"/>
          <p:cNvSpPr/>
          <p:nvPr/>
        </p:nvSpPr>
        <p:spPr>
          <a:xfrm>
            <a:off x="215300" y="2455325"/>
            <a:ext cx="5667000" cy="35076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115"/>
          <p:cNvSpPr txBox="1"/>
          <p:nvPr/>
        </p:nvSpPr>
        <p:spPr>
          <a:xfrm>
            <a:off x="3036250" y="5914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8" name="Google Shape;2108;p11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90;p113">
            <a:extLst>
              <a:ext uri="{FF2B5EF4-FFF2-40B4-BE49-F238E27FC236}">
                <a16:creationId xmlns:a16="http://schemas.microsoft.com/office/drawing/2014/main" id="{EA2CA949-28C0-645E-EAC7-4B120239DAB8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CEA5A885-38E4-9F88-4225-66D70DD9E0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A39310E5-E024-BBE4-309A-299FD988983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5" name="Google Shape;2115;p11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637" y="2551198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2116" name="Google Shape;2116;p116"/>
          <p:cNvSpPr/>
          <p:nvPr/>
        </p:nvSpPr>
        <p:spPr>
          <a:xfrm>
            <a:off x="215300" y="2455325"/>
            <a:ext cx="5667000" cy="35076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116"/>
          <p:cNvSpPr txBox="1"/>
          <p:nvPr/>
        </p:nvSpPr>
        <p:spPr>
          <a:xfrm>
            <a:off x="3036250" y="5914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090;p113">
            <a:extLst>
              <a:ext uri="{FF2B5EF4-FFF2-40B4-BE49-F238E27FC236}">
                <a16:creationId xmlns:a16="http://schemas.microsoft.com/office/drawing/2014/main" id="{4FBA7E4D-A787-41B8-B901-6D560B3704EF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C8ECB996-FA15-D547-44AF-CE3A86583E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BDCAABE8-9DF0-DE03-F8E9-44A7F5B7611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5" name="Google Shape;2125;p11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637" y="2551198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6" name="Google Shape;2126;p11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198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2127" name="Google Shape;2127;p117"/>
          <p:cNvSpPr/>
          <p:nvPr/>
        </p:nvSpPr>
        <p:spPr>
          <a:xfrm>
            <a:off x="5870425" y="2455325"/>
            <a:ext cx="5667000" cy="35076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117"/>
          <p:cNvSpPr/>
          <p:nvPr/>
        </p:nvSpPr>
        <p:spPr>
          <a:xfrm>
            <a:off x="215300" y="2455325"/>
            <a:ext cx="5667000" cy="35076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9" name="Google Shape;2129;p11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200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117"/>
          <p:cNvSpPr txBox="1"/>
          <p:nvPr/>
        </p:nvSpPr>
        <p:spPr>
          <a:xfrm>
            <a:off x="3036250" y="5914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117"/>
          <p:cNvSpPr txBox="1"/>
          <p:nvPr/>
        </p:nvSpPr>
        <p:spPr>
          <a:xfrm>
            <a:off x="8672150" y="5914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090;p113">
            <a:extLst>
              <a:ext uri="{FF2B5EF4-FFF2-40B4-BE49-F238E27FC236}">
                <a16:creationId xmlns:a16="http://schemas.microsoft.com/office/drawing/2014/main" id="{2696A0DD-EE22-9018-0712-381DF5924C5F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FA9C1819-146B-D9F7-CA9F-FCBE17F2F6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FF6954E6-4911-FA4F-4071-B798EC0CA06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9" name="Google Shape;2139;p11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637" y="2551198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0" name="Google Shape;2140;p11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198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2141" name="Google Shape;2141;p118"/>
          <p:cNvSpPr/>
          <p:nvPr/>
        </p:nvSpPr>
        <p:spPr>
          <a:xfrm>
            <a:off x="5870425" y="2455325"/>
            <a:ext cx="5667000" cy="35076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118"/>
          <p:cNvSpPr/>
          <p:nvPr/>
        </p:nvSpPr>
        <p:spPr>
          <a:xfrm>
            <a:off x="215300" y="2455325"/>
            <a:ext cx="5667000" cy="35076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4" name="Google Shape;2144;p118"/>
          <p:cNvSpPr txBox="1"/>
          <p:nvPr/>
        </p:nvSpPr>
        <p:spPr>
          <a:xfrm>
            <a:off x="3036250" y="5914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118"/>
          <p:cNvSpPr txBox="1"/>
          <p:nvPr/>
        </p:nvSpPr>
        <p:spPr>
          <a:xfrm>
            <a:off x="8672150" y="5914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090;p113">
            <a:extLst>
              <a:ext uri="{FF2B5EF4-FFF2-40B4-BE49-F238E27FC236}">
                <a16:creationId xmlns:a16="http://schemas.microsoft.com/office/drawing/2014/main" id="{7B24DC66-18AE-9396-282C-8C25FBD798CA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9F19D8D5-A8D2-DDC0-4F1F-925D221B6A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2F2B635B-D0AF-E1A1-052A-B2B4BA7B5C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2" name="Google Shape;2152;p11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637" y="2551198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3" name="Google Shape;2153;p11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198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2154" name="Google Shape;2154;p119"/>
          <p:cNvSpPr/>
          <p:nvPr/>
        </p:nvSpPr>
        <p:spPr>
          <a:xfrm>
            <a:off x="5870425" y="2455325"/>
            <a:ext cx="5667000" cy="35076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119"/>
          <p:cNvSpPr/>
          <p:nvPr/>
        </p:nvSpPr>
        <p:spPr>
          <a:xfrm>
            <a:off x="215300" y="2455325"/>
            <a:ext cx="5667000" cy="35076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7" name="Google Shape;2157;p11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4303800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2158" name="Google Shape;2158;p119"/>
          <p:cNvSpPr txBox="1"/>
          <p:nvPr/>
        </p:nvSpPr>
        <p:spPr>
          <a:xfrm>
            <a:off x="229800" y="4629450"/>
            <a:ext cx="2207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= 5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119"/>
          <p:cNvSpPr txBox="1"/>
          <p:nvPr/>
        </p:nvSpPr>
        <p:spPr>
          <a:xfrm>
            <a:off x="3036250" y="5914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0" name="Google Shape;2160;p119"/>
          <p:cNvSpPr txBox="1"/>
          <p:nvPr/>
        </p:nvSpPr>
        <p:spPr>
          <a:xfrm>
            <a:off x="8672150" y="5914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090;p113">
            <a:extLst>
              <a:ext uri="{FF2B5EF4-FFF2-40B4-BE49-F238E27FC236}">
                <a16:creationId xmlns:a16="http://schemas.microsoft.com/office/drawing/2014/main" id="{CE89FF5D-38DB-0CF8-BEA2-79CC42B5BA40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2552F33C-D96E-C557-25AB-65D3EB2C2B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0AF7439A-94A4-9B2D-3D91-34FD21BA775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7" name="Google Shape;2167;p12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637" y="2551198"/>
            <a:ext cx="4760726" cy="1450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8" name="Google Shape;2168;p12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2551198"/>
            <a:ext cx="4760726" cy="1450807"/>
          </a:xfrm>
          <a:prstGeom prst="rect">
            <a:avLst/>
          </a:prstGeom>
          <a:noFill/>
          <a:ln>
            <a:noFill/>
          </a:ln>
        </p:spPr>
      </p:pic>
      <p:sp>
        <p:nvSpPr>
          <p:cNvPr id="2169" name="Google Shape;2169;p120"/>
          <p:cNvSpPr/>
          <p:nvPr/>
        </p:nvSpPr>
        <p:spPr>
          <a:xfrm>
            <a:off x="5870425" y="2455325"/>
            <a:ext cx="5667000" cy="35076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0" name="Google Shape;2170;p120"/>
          <p:cNvSpPr/>
          <p:nvPr/>
        </p:nvSpPr>
        <p:spPr>
          <a:xfrm>
            <a:off x="215300" y="2455325"/>
            <a:ext cx="5667000" cy="35076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2" name="Google Shape;2172;p12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325" y="4303800"/>
            <a:ext cx="4760726" cy="1450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3" name="Google Shape;2173;p12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7925" y="4303800"/>
            <a:ext cx="4760726" cy="1450798"/>
          </a:xfrm>
          <a:prstGeom prst="rect">
            <a:avLst/>
          </a:prstGeom>
          <a:noFill/>
          <a:ln>
            <a:noFill/>
          </a:ln>
        </p:spPr>
      </p:pic>
      <p:sp>
        <p:nvSpPr>
          <p:cNvPr id="2174" name="Google Shape;2174;p120"/>
          <p:cNvSpPr txBox="1"/>
          <p:nvPr/>
        </p:nvSpPr>
        <p:spPr>
          <a:xfrm>
            <a:off x="229800" y="4629450"/>
            <a:ext cx="2207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= 5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120"/>
          <p:cNvSpPr txBox="1"/>
          <p:nvPr/>
        </p:nvSpPr>
        <p:spPr>
          <a:xfrm>
            <a:off x="5868600" y="4629450"/>
            <a:ext cx="1184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= 6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120"/>
          <p:cNvSpPr txBox="1"/>
          <p:nvPr/>
        </p:nvSpPr>
        <p:spPr>
          <a:xfrm>
            <a:off x="3036250" y="5914225"/>
            <a:ext cx="78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Good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120"/>
          <p:cNvSpPr txBox="1"/>
          <p:nvPr/>
        </p:nvSpPr>
        <p:spPr>
          <a:xfrm>
            <a:off x="8672150" y="5914225"/>
            <a:ext cx="11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Bad fit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090;p113">
            <a:extLst>
              <a:ext uri="{FF2B5EF4-FFF2-40B4-BE49-F238E27FC236}">
                <a16:creationId xmlns:a16="http://schemas.microsoft.com/office/drawing/2014/main" id="{BF5DC792-18BD-4C82-6D58-F5AF232E1619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40457AF5-E5C3-F394-7B16-73F0E8AC00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6A2CB725-030F-DECF-FA6C-2E2E5ACBE8F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90;p113">
            <a:extLst>
              <a:ext uri="{FF2B5EF4-FFF2-40B4-BE49-F238E27FC236}">
                <a16:creationId xmlns:a16="http://schemas.microsoft.com/office/drawing/2014/main" id="{8188787B-6070-27B1-509B-70DF57D9ED4E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AD14A626-EA60-F8E8-39F3-BD7A21F952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5B557F2C-E60C-D5D0-19E3-D7AE9FC88CA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2" name="Google Shape;2192;p12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2097550"/>
            <a:ext cx="3870074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90;p113">
            <a:extLst>
              <a:ext uri="{FF2B5EF4-FFF2-40B4-BE49-F238E27FC236}">
                <a16:creationId xmlns:a16="http://schemas.microsoft.com/office/drawing/2014/main" id="{BBA422F5-22DB-6854-1E7B-19CE84EE82B9}"/>
              </a:ext>
            </a:extLst>
          </p:cNvPr>
          <p:cNvSpPr txBox="1"/>
          <p:nvPr/>
        </p:nvSpPr>
        <p:spPr>
          <a:xfrm rot="-507">
            <a:off x="1097270" y="1947705"/>
            <a:ext cx="6097800" cy="9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D00C8236-B28A-4F3D-717A-46DF80C014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11C640E0-36BF-EEB1-A8C7-9EDDCF4D256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123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looking at the SS, we found the best value to scale the line of best fit by.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0" name="Google Shape;2200;p12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2097550"/>
            <a:ext cx="3870074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AFEA117A-AA1F-1B1A-0765-4B2B1E4B1A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725CD318-C75D-0B95-06B7-C441045D25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124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looking at the SS, we found the best value to scale the line of best fit by.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8" name="Google Shape;2208;p12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57" y="328882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209" name="Google Shape;2209;p124"/>
          <p:cNvSpPr txBox="1"/>
          <p:nvPr/>
        </p:nvSpPr>
        <p:spPr>
          <a:xfrm>
            <a:off x="6731000" y="3553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≈ 5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0" name="Google Shape;2210;p12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2097550"/>
            <a:ext cx="3870074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F3347897-8349-7858-94C1-4EF445C712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606F17DE-E442-C4A7-97A1-24A10629222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125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looking at the SS, we found the best value to scale the line of best fit by.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all that regression does!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8" name="Google Shape;2218;p12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57" y="328882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219" name="Google Shape;2219;p125"/>
          <p:cNvSpPr txBox="1"/>
          <p:nvPr/>
        </p:nvSpPr>
        <p:spPr>
          <a:xfrm>
            <a:off x="6731000" y="3553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≈ 5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0" name="Google Shape;2220;p12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2097550"/>
            <a:ext cx="3870074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9822B3AE-2FDE-BD14-527C-E5B1056137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37F32962-7E38-CD90-4692-E75BBAA2A7B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126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looking at the SS, we found the best value to scale the line of best fit by.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all that regression does!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Coefficients called 𝛽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8" name="Google Shape;2228;p12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57" y="328882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229" name="Google Shape;2229;p126"/>
          <p:cNvSpPr txBox="1"/>
          <p:nvPr/>
        </p:nvSpPr>
        <p:spPr>
          <a:xfrm>
            <a:off x="6731000" y="3553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≈ 5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0" name="Google Shape;2230;p12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2097550"/>
            <a:ext cx="3870074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4BE5A586-8F89-AE98-CE37-5944C6FF0D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74BC9568-6733-AE4A-1B7B-8AB2CE78A2B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127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looking at the SS, we found the best value to scale the line of best fit by.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all that regression does!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Coefficients called 𝛽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8" name="Google Shape;2238;p12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57" y="3288820"/>
            <a:ext cx="3870091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9" name="Google Shape;2239;p12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2097550"/>
            <a:ext cx="3870074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127"/>
          <p:cNvSpPr txBox="1"/>
          <p:nvPr/>
        </p:nvSpPr>
        <p:spPr>
          <a:xfrm>
            <a:off x="6731000" y="3553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≈ 𝛽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78C0814C-4099-0E24-6C8D-DDDEA770F1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3557A9FC-F414-3E4A-35E1-59F599EF78D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128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looking at the SS, we found the best value to scale the line of best fit by.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all that regression does!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Coefficients called 𝛽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Remaining noise called 𝛆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8" name="Google Shape;2248;p12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57" y="3288820"/>
            <a:ext cx="3870091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9" name="Google Shape;2249;p12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2097550"/>
            <a:ext cx="3870074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250" name="Google Shape;2250;p128"/>
          <p:cNvSpPr txBox="1"/>
          <p:nvPr/>
        </p:nvSpPr>
        <p:spPr>
          <a:xfrm>
            <a:off x="6731000" y="3553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≈ 𝛽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163C43B6-E688-F129-804C-A02F84AE9B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879BB201-7284-4BBF-6B86-01125B99BF0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129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looking at the SS, we found the best value to scale the line of best fit by.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all that regression does!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Coefficients called 𝛽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Remaining noise called 𝛆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8" name="Google Shape;2258;p12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57" y="3288820"/>
            <a:ext cx="3870091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9" name="Google Shape;2259;p12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20975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0" name="Google Shape;2260;p12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5" y="4584218"/>
            <a:ext cx="3870074" cy="1179388"/>
          </a:xfrm>
          <a:prstGeom prst="rect">
            <a:avLst/>
          </a:prstGeom>
          <a:noFill/>
          <a:ln>
            <a:noFill/>
          </a:ln>
        </p:spPr>
      </p:pic>
      <p:sp>
        <p:nvSpPr>
          <p:cNvPr id="2261" name="Google Shape;2261;p129"/>
          <p:cNvSpPr txBox="1"/>
          <p:nvPr/>
        </p:nvSpPr>
        <p:spPr>
          <a:xfrm>
            <a:off x="6867075" y="4772750"/>
            <a:ext cx="1658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+ 𝛆</a:t>
            </a:r>
            <a:endParaRPr sz="2500" b="1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2" name="Google Shape;2262;p129"/>
          <p:cNvSpPr txBox="1"/>
          <p:nvPr/>
        </p:nvSpPr>
        <p:spPr>
          <a:xfrm>
            <a:off x="6731000" y="3553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= 𝛽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384CC2B6-2A28-B423-413C-FBBFD81994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E6E48002-CEC6-3AA1-6439-949849B4AC8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6FBB8863-FF7C-7848-C3B2-4C5AEB3FF8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8672C8F7-253E-E19C-C791-DE561848BF0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p131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F24EA2F2-C21C-FFF2-AA3B-6654770DD4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A0494139-7E8A-10E4-66C9-5FCE218BC60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3" name="Google Shape;2283;p13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275;p131">
            <a:extLst>
              <a:ext uri="{FF2B5EF4-FFF2-40B4-BE49-F238E27FC236}">
                <a16:creationId xmlns:a16="http://schemas.microsoft.com/office/drawing/2014/main" id="{AFD34ADF-48D1-7131-9C7E-0079EC8D598B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8AE06285-126E-B673-BE86-590F3FBEFD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2C3F06F1-16FE-50AA-3338-86685DE1BF3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133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can we do better here?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1" name="Google Shape;2291;p13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D3A0645D-EC93-CA5E-AD10-25337F1783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AB78736D-12D7-2486-80A8-FBBA9D49D26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134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can we do better here?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data looks kind of seasonal…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9" name="Google Shape;2299;p13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D81B6341-FE26-4B9E-634E-68A268A9EA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50B2DB90-6022-546C-7A9B-5ED92B4762B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135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can we do better here?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data looks kind of seasonal…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Could we predict it with a sine wave?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7" name="Google Shape;2307;p13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A8F42AAB-5EDF-5C2A-AD05-1439454D18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D6EFC542-00F2-E3A3-D215-BA2E058AB25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p136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can we do better here?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data looks kind of seasonal…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Could we predict it with a sine wave?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5" name="Google Shape;2315;p13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6" name="Google Shape;2316;p13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9448A74E-3CAF-F98B-7EEC-D4B264DD4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91EE7610-2329-CC19-2A1D-9B5B8DBBA74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37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can we do better here?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data looks kind of seasonal…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Could we predict it with a sine wave?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looks a bit like: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04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■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4" name="Google Shape;2324;p13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5" name="Google Shape;2325;p13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61FFD7C5-74A7-E4AA-1FE0-4D1568C1D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DEC9126C-4FC4-210B-A56A-932E8194C58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138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can we do better here?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data looks kind of seasonal…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Could we predict it with a sine wave?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looks a bit like: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04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■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3" name="Google Shape;2333;p13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4" name="Google Shape;2334;p13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5" name="Google Shape;2335;p13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A0A6BC26-F917-4423-0CE0-92F2E004C0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B45E30BC-5804-4BDB-14C2-E10B4656653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p139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can we do better here?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data looks kind of seasonal…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Could we predict it with a sine wave?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looks a bit like: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04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■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3" name="Google Shape;2343;p13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4" name="Google Shape;2344;p13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5" name="Google Shape;2345;p13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346" name="Google Shape;2346;p139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5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7" name="Google Shape;2347;p139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p139"/>
          <p:cNvSpPr txBox="1"/>
          <p:nvPr/>
        </p:nvSpPr>
        <p:spPr>
          <a:xfrm>
            <a:off x="11326600" y="3256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9" name="Google Shape;2349;p139"/>
          <p:cNvSpPr txBox="1"/>
          <p:nvPr/>
        </p:nvSpPr>
        <p:spPr>
          <a:xfrm>
            <a:off x="11326600" y="2113272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≈ 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3AD66309-C409-B99C-3CFA-4F398DED87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951F0465-3B56-B6FC-E923-5016E56F464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140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can we do better here?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data looks kind of seasonal…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Could we predict it with a sine wave?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looks a bit like: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04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■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7" name="Google Shape;2357;p14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8" name="Google Shape;2358;p14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9" name="Google Shape;2359;p14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360" name="Google Shape;2360;p140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5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1" name="Google Shape;2361;p140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2" name="Google Shape;2362;p14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4" y="5273648"/>
            <a:ext cx="3870074" cy="1179382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140"/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4" name="Google Shape;2364;p140"/>
          <p:cNvSpPr txBox="1"/>
          <p:nvPr/>
        </p:nvSpPr>
        <p:spPr>
          <a:xfrm>
            <a:off x="11326600" y="3256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5" name="Google Shape;2365;p140"/>
          <p:cNvSpPr txBox="1"/>
          <p:nvPr/>
        </p:nvSpPr>
        <p:spPr>
          <a:xfrm>
            <a:off x="11326600" y="2113272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≈ 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650C1FFB-482E-3391-2618-F920E001A8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29FF7199-D2B3-3444-B78F-8F4BFE91571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141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just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5AB41E49-BABA-29F9-EE14-26E3FEB4C7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7FDC01EB-6246-4E69-2402-986F98480F0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" name="Google Shape;2379;p142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AB43F3CA-3B63-7395-8A86-CF54CE6BA6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7016E096-BB3F-9D7B-AEAC-EF2D1DDD055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7" name="Google Shape;2387;p14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06" cy="25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79;p142">
            <a:extLst>
              <a:ext uri="{FF2B5EF4-FFF2-40B4-BE49-F238E27FC236}">
                <a16:creationId xmlns:a16="http://schemas.microsoft.com/office/drawing/2014/main" id="{7EC0BE29-5024-532C-FBE0-97DCE45BB0FE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15;p73">
            <a:extLst>
              <a:ext uri="{FF2B5EF4-FFF2-40B4-BE49-F238E27FC236}">
                <a16:creationId xmlns:a16="http://schemas.microsoft.com/office/drawing/2014/main" id="{78281173-DF8A-3E6A-DD63-E12B6B8975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7" name="Google Shape;786;p81">
            <a:extLst>
              <a:ext uri="{FF2B5EF4-FFF2-40B4-BE49-F238E27FC236}">
                <a16:creationId xmlns:a16="http://schemas.microsoft.com/office/drawing/2014/main" id="{0B8C7A36-AEF2-F50D-56EF-F6425902364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5" name="Google Shape;2395;p14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06" cy="25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6" name="Google Shape;2396;p144"/>
          <p:cNvSpPr txBox="1"/>
          <p:nvPr/>
        </p:nvSpPr>
        <p:spPr>
          <a:xfrm>
            <a:off x="9134925" y="2086450"/>
            <a:ext cx="2222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Previous Sum of Squares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/>
          </a:p>
        </p:txBody>
      </p:sp>
      <p:sp>
        <p:nvSpPr>
          <p:cNvPr id="2397" name="Google Shape;2397;p144"/>
          <p:cNvSpPr/>
          <p:nvPr/>
        </p:nvSpPr>
        <p:spPr>
          <a:xfrm>
            <a:off x="9089575" y="2104575"/>
            <a:ext cx="2066100" cy="60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379;p142">
            <a:extLst>
              <a:ext uri="{FF2B5EF4-FFF2-40B4-BE49-F238E27FC236}">
                <a16:creationId xmlns:a16="http://schemas.microsoft.com/office/drawing/2014/main" id="{4413896F-102C-3927-459A-88FE481FA254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5B0357EB-F7B8-5E1A-D71B-695FBEDBD1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4488CF09-194F-A329-4972-1B6D1581FDE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5" name="Google Shape;2405;p14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06" cy="25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6" name="Google Shape;2406;p145"/>
          <p:cNvSpPr txBox="1"/>
          <p:nvPr/>
        </p:nvSpPr>
        <p:spPr>
          <a:xfrm>
            <a:off x="9134925" y="2086450"/>
            <a:ext cx="2222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Previous Sum of Squares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/>
          </a:p>
        </p:txBody>
      </p:sp>
      <p:sp>
        <p:nvSpPr>
          <p:cNvPr id="2407" name="Google Shape;2407;p145"/>
          <p:cNvSpPr/>
          <p:nvPr/>
        </p:nvSpPr>
        <p:spPr>
          <a:xfrm>
            <a:off x="9089575" y="2104575"/>
            <a:ext cx="2066100" cy="60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8" name="Google Shape;2408;p145"/>
          <p:cNvSpPr/>
          <p:nvPr/>
        </p:nvSpPr>
        <p:spPr>
          <a:xfrm>
            <a:off x="8895925" y="3578150"/>
            <a:ext cx="2340600" cy="145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379;p142">
            <a:extLst>
              <a:ext uri="{FF2B5EF4-FFF2-40B4-BE49-F238E27FC236}">
                <a16:creationId xmlns:a16="http://schemas.microsoft.com/office/drawing/2014/main" id="{3734B2D8-769D-1598-F06C-227924FDF1A7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15;p73">
            <a:extLst>
              <a:ext uri="{FF2B5EF4-FFF2-40B4-BE49-F238E27FC236}">
                <a16:creationId xmlns:a16="http://schemas.microsoft.com/office/drawing/2014/main" id="{CEA8B082-D068-9839-327D-0C6FCE090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7" name="Google Shape;786;p81">
            <a:extLst>
              <a:ext uri="{FF2B5EF4-FFF2-40B4-BE49-F238E27FC236}">
                <a16:creationId xmlns:a16="http://schemas.microsoft.com/office/drawing/2014/main" id="{3B5C1B28-5D0A-FF39-840D-914704F3F4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6" name="Google Shape;2416;p14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06" cy="25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7" name="Google Shape;2417;p146"/>
          <p:cNvSpPr txBox="1"/>
          <p:nvPr/>
        </p:nvSpPr>
        <p:spPr>
          <a:xfrm>
            <a:off x="9134925" y="2086450"/>
            <a:ext cx="2222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Previous Sum of Squares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/>
          </a:p>
        </p:txBody>
      </p:sp>
      <p:sp>
        <p:nvSpPr>
          <p:cNvPr id="2418" name="Google Shape;2418;p146"/>
          <p:cNvSpPr/>
          <p:nvPr/>
        </p:nvSpPr>
        <p:spPr>
          <a:xfrm>
            <a:off x="9089575" y="2104575"/>
            <a:ext cx="2066100" cy="60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9" name="Google Shape;2419;p146"/>
          <p:cNvSpPr/>
          <p:nvPr/>
        </p:nvSpPr>
        <p:spPr>
          <a:xfrm>
            <a:off x="8895925" y="3578150"/>
            <a:ext cx="2340600" cy="145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0" name="Google Shape;2420;p146"/>
          <p:cNvSpPr txBox="1"/>
          <p:nvPr/>
        </p:nvSpPr>
        <p:spPr>
          <a:xfrm>
            <a:off x="8895925" y="3526550"/>
            <a:ext cx="2453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New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379;p142">
            <a:extLst>
              <a:ext uri="{FF2B5EF4-FFF2-40B4-BE49-F238E27FC236}">
                <a16:creationId xmlns:a16="http://schemas.microsoft.com/office/drawing/2014/main" id="{050977C7-AD95-F26A-A971-078EC9C61504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B1280146-D175-F36E-9832-DC98976474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9D311900-A2FC-CB27-61B2-9486C496F3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p147"/>
          <p:cNvSpPr/>
          <p:nvPr/>
        </p:nvSpPr>
        <p:spPr>
          <a:xfrm>
            <a:off x="8895925" y="3578150"/>
            <a:ext cx="2340600" cy="145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9" name="Google Shape;2429;p147"/>
          <p:cNvSpPr txBox="1"/>
          <p:nvPr/>
        </p:nvSpPr>
        <p:spPr>
          <a:xfrm>
            <a:off x="9134925" y="2086450"/>
            <a:ext cx="2222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Previous Sum of Squares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/>
          </a:p>
        </p:txBody>
      </p:sp>
      <p:sp>
        <p:nvSpPr>
          <p:cNvPr id="2430" name="Google Shape;2430;p147"/>
          <p:cNvSpPr/>
          <p:nvPr/>
        </p:nvSpPr>
        <p:spPr>
          <a:xfrm>
            <a:off x="9089575" y="2104575"/>
            <a:ext cx="2066100" cy="60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1" name="Google Shape;2431;p14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06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2" name="Google Shape;2432;p14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23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3" name="Google Shape;2433;p14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60" y="3279875"/>
            <a:ext cx="8256767" cy="25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4" name="Google Shape;2434;p147"/>
          <p:cNvSpPr txBox="1"/>
          <p:nvPr/>
        </p:nvSpPr>
        <p:spPr>
          <a:xfrm>
            <a:off x="7776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5" name="Google Shape;2435;p147"/>
          <p:cNvSpPr txBox="1"/>
          <p:nvPr/>
        </p:nvSpPr>
        <p:spPr>
          <a:xfrm>
            <a:off x="1234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6" name="Google Shape;2436;p147"/>
          <p:cNvSpPr txBox="1"/>
          <p:nvPr/>
        </p:nvSpPr>
        <p:spPr>
          <a:xfrm>
            <a:off x="16920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147"/>
          <p:cNvSpPr txBox="1"/>
          <p:nvPr/>
        </p:nvSpPr>
        <p:spPr>
          <a:xfrm>
            <a:off x="22254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8" name="Google Shape;2438;p147"/>
          <p:cNvSpPr txBox="1"/>
          <p:nvPr/>
        </p:nvSpPr>
        <p:spPr>
          <a:xfrm>
            <a:off x="2682600" y="4035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9" name="Google Shape;2439;p147"/>
          <p:cNvSpPr txBox="1"/>
          <p:nvPr/>
        </p:nvSpPr>
        <p:spPr>
          <a:xfrm>
            <a:off x="3139800" y="4111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p147"/>
          <p:cNvSpPr txBox="1"/>
          <p:nvPr/>
        </p:nvSpPr>
        <p:spPr>
          <a:xfrm>
            <a:off x="3597000" y="4568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1" name="Google Shape;2441;p147"/>
          <p:cNvSpPr txBox="1"/>
          <p:nvPr/>
        </p:nvSpPr>
        <p:spPr>
          <a:xfrm>
            <a:off x="40542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2" name="Google Shape;2442;p147"/>
          <p:cNvSpPr txBox="1"/>
          <p:nvPr/>
        </p:nvSpPr>
        <p:spPr>
          <a:xfrm>
            <a:off x="4469400" y="3839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p147"/>
          <p:cNvSpPr txBox="1"/>
          <p:nvPr/>
        </p:nvSpPr>
        <p:spPr>
          <a:xfrm>
            <a:off x="4968600" y="35781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147"/>
          <p:cNvSpPr txBox="1"/>
          <p:nvPr/>
        </p:nvSpPr>
        <p:spPr>
          <a:xfrm>
            <a:off x="5425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147"/>
          <p:cNvSpPr txBox="1"/>
          <p:nvPr/>
        </p:nvSpPr>
        <p:spPr>
          <a:xfrm>
            <a:off x="5959200" y="3349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6" name="Google Shape;2446;p147"/>
          <p:cNvSpPr txBox="1"/>
          <p:nvPr/>
        </p:nvSpPr>
        <p:spPr>
          <a:xfrm>
            <a:off x="63744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147"/>
          <p:cNvSpPr txBox="1"/>
          <p:nvPr/>
        </p:nvSpPr>
        <p:spPr>
          <a:xfrm>
            <a:off x="69078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8" name="Google Shape;2448;p147"/>
          <p:cNvSpPr txBox="1"/>
          <p:nvPr/>
        </p:nvSpPr>
        <p:spPr>
          <a:xfrm>
            <a:off x="7288800" y="4492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9" name="Google Shape;2449;p147"/>
          <p:cNvSpPr txBox="1"/>
          <p:nvPr/>
        </p:nvSpPr>
        <p:spPr>
          <a:xfrm>
            <a:off x="77460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p147"/>
          <p:cNvSpPr txBox="1"/>
          <p:nvPr/>
        </p:nvSpPr>
        <p:spPr>
          <a:xfrm>
            <a:off x="82032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1" name="Google Shape;2451;p147"/>
          <p:cNvSpPr txBox="1"/>
          <p:nvPr/>
        </p:nvSpPr>
        <p:spPr>
          <a:xfrm>
            <a:off x="8895925" y="3526550"/>
            <a:ext cx="2453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New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2" name="Google Shape;2452;p147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801" y="3279875"/>
            <a:ext cx="7522125" cy="25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79;p142">
            <a:extLst>
              <a:ext uri="{FF2B5EF4-FFF2-40B4-BE49-F238E27FC236}">
                <a16:creationId xmlns:a16="http://schemas.microsoft.com/office/drawing/2014/main" id="{701C85CD-2AB3-B8A3-601D-FCCD2CF28D87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16D68E89-519B-A7C0-1C34-041712164B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69699A92-A6C8-9E5E-A70E-AD92A44E2F7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p148"/>
          <p:cNvSpPr/>
          <p:nvPr/>
        </p:nvSpPr>
        <p:spPr>
          <a:xfrm>
            <a:off x="8895925" y="3578150"/>
            <a:ext cx="2340600" cy="145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148"/>
          <p:cNvSpPr txBox="1"/>
          <p:nvPr/>
        </p:nvSpPr>
        <p:spPr>
          <a:xfrm>
            <a:off x="9134925" y="2086450"/>
            <a:ext cx="2222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Previous Sum of Squares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/>
          </a:p>
        </p:txBody>
      </p:sp>
      <p:sp>
        <p:nvSpPr>
          <p:cNvPr id="2462" name="Google Shape;2462;p148"/>
          <p:cNvSpPr/>
          <p:nvPr/>
        </p:nvSpPr>
        <p:spPr>
          <a:xfrm>
            <a:off x="9089575" y="2104575"/>
            <a:ext cx="2066100" cy="60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3" name="Google Shape;2463;p14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06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4" name="Google Shape;2464;p14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23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5" name="Google Shape;2465;p14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60" y="3279875"/>
            <a:ext cx="8256767" cy="25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6" name="Google Shape;2466;p148"/>
          <p:cNvSpPr txBox="1"/>
          <p:nvPr/>
        </p:nvSpPr>
        <p:spPr>
          <a:xfrm>
            <a:off x="7776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7" name="Google Shape;2467;p148"/>
          <p:cNvSpPr txBox="1"/>
          <p:nvPr/>
        </p:nvSpPr>
        <p:spPr>
          <a:xfrm>
            <a:off x="1234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8" name="Google Shape;2468;p148"/>
          <p:cNvSpPr txBox="1"/>
          <p:nvPr/>
        </p:nvSpPr>
        <p:spPr>
          <a:xfrm>
            <a:off x="16920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9" name="Google Shape;2469;p148"/>
          <p:cNvSpPr txBox="1"/>
          <p:nvPr/>
        </p:nvSpPr>
        <p:spPr>
          <a:xfrm>
            <a:off x="22254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0" name="Google Shape;2470;p148"/>
          <p:cNvSpPr txBox="1"/>
          <p:nvPr/>
        </p:nvSpPr>
        <p:spPr>
          <a:xfrm>
            <a:off x="2682600" y="4035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1" name="Google Shape;2471;p148"/>
          <p:cNvSpPr txBox="1"/>
          <p:nvPr/>
        </p:nvSpPr>
        <p:spPr>
          <a:xfrm>
            <a:off x="3139800" y="4111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148"/>
          <p:cNvSpPr txBox="1"/>
          <p:nvPr/>
        </p:nvSpPr>
        <p:spPr>
          <a:xfrm>
            <a:off x="3597000" y="4568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3" name="Google Shape;2473;p148"/>
          <p:cNvSpPr txBox="1"/>
          <p:nvPr/>
        </p:nvSpPr>
        <p:spPr>
          <a:xfrm>
            <a:off x="40542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4" name="Google Shape;2474;p148"/>
          <p:cNvSpPr txBox="1"/>
          <p:nvPr/>
        </p:nvSpPr>
        <p:spPr>
          <a:xfrm>
            <a:off x="4469400" y="3839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148"/>
          <p:cNvSpPr txBox="1"/>
          <p:nvPr/>
        </p:nvSpPr>
        <p:spPr>
          <a:xfrm>
            <a:off x="4968600" y="35781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6" name="Google Shape;2476;p148"/>
          <p:cNvSpPr txBox="1"/>
          <p:nvPr/>
        </p:nvSpPr>
        <p:spPr>
          <a:xfrm>
            <a:off x="5425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p148"/>
          <p:cNvSpPr txBox="1"/>
          <p:nvPr/>
        </p:nvSpPr>
        <p:spPr>
          <a:xfrm>
            <a:off x="5959200" y="3349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8" name="Google Shape;2478;p148"/>
          <p:cNvSpPr txBox="1"/>
          <p:nvPr/>
        </p:nvSpPr>
        <p:spPr>
          <a:xfrm>
            <a:off x="63744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148"/>
          <p:cNvSpPr txBox="1"/>
          <p:nvPr/>
        </p:nvSpPr>
        <p:spPr>
          <a:xfrm>
            <a:off x="69078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p148"/>
          <p:cNvSpPr txBox="1"/>
          <p:nvPr/>
        </p:nvSpPr>
        <p:spPr>
          <a:xfrm>
            <a:off x="7288800" y="4492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1" name="Google Shape;2481;p148"/>
          <p:cNvSpPr txBox="1"/>
          <p:nvPr/>
        </p:nvSpPr>
        <p:spPr>
          <a:xfrm>
            <a:off x="77460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2" name="Google Shape;2482;p148"/>
          <p:cNvSpPr txBox="1"/>
          <p:nvPr/>
        </p:nvSpPr>
        <p:spPr>
          <a:xfrm>
            <a:off x="82032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3" name="Google Shape;2483;p148"/>
          <p:cNvSpPr txBox="1"/>
          <p:nvPr/>
        </p:nvSpPr>
        <p:spPr>
          <a:xfrm>
            <a:off x="8895925" y="3526550"/>
            <a:ext cx="2453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New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4" name="Google Shape;2484;p148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92000" y="3279875"/>
            <a:ext cx="7064924" cy="25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79;p142">
            <a:extLst>
              <a:ext uri="{FF2B5EF4-FFF2-40B4-BE49-F238E27FC236}">
                <a16:creationId xmlns:a16="http://schemas.microsoft.com/office/drawing/2014/main" id="{627DDB9E-2CF7-D253-592E-2574AECFBD91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ADA8F191-4ECB-BF85-4F22-D3F31C8D67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7BE43DF8-6FE1-A086-0DA0-32F2E544C7F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1" name="Google Shape;2491;p149"/>
          <p:cNvSpPr/>
          <p:nvPr/>
        </p:nvSpPr>
        <p:spPr>
          <a:xfrm>
            <a:off x="8895925" y="3578150"/>
            <a:ext cx="2340600" cy="145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149"/>
          <p:cNvSpPr txBox="1"/>
          <p:nvPr/>
        </p:nvSpPr>
        <p:spPr>
          <a:xfrm>
            <a:off x="9134925" y="2086450"/>
            <a:ext cx="2222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Previous Sum of Squares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/>
          </a:p>
        </p:txBody>
      </p:sp>
      <p:sp>
        <p:nvSpPr>
          <p:cNvPr id="2494" name="Google Shape;2494;p149"/>
          <p:cNvSpPr/>
          <p:nvPr/>
        </p:nvSpPr>
        <p:spPr>
          <a:xfrm>
            <a:off x="9089575" y="2104575"/>
            <a:ext cx="2066100" cy="60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5" name="Google Shape;2495;p14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06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6" name="Google Shape;2496;p14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23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7" name="Google Shape;2497;p14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60" y="3279875"/>
            <a:ext cx="8256767" cy="25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8" name="Google Shape;2498;p149"/>
          <p:cNvSpPr txBox="1"/>
          <p:nvPr/>
        </p:nvSpPr>
        <p:spPr>
          <a:xfrm>
            <a:off x="7776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9" name="Google Shape;2499;p149"/>
          <p:cNvSpPr txBox="1"/>
          <p:nvPr/>
        </p:nvSpPr>
        <p:spPr>
          <a:xfrm>
            <a:off x="1234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0" name="Google Shape;2500;p149"/>
          <p:cNvSpPr txBox="1"/>
          <p:nvPr/>
        </p:nvSpPr>
        <p:spPr>
          <a:xfrm>
            <a:off x="16920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1" name="Google Shape;2501;p149"/>
          <p:cNvSpPr txBox="1"/>
          <p:nvPr/>
        </p:nvSpPr>
        <p:spPr>
          <a:xfrm>
            <a:off x="22254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2" name="Google Shape;2502;p149"/>
          <p:cNvSpPr txBox="1"/>
          <p:nvPr/>
        </p:nvSpPr>
        <p:spPr>
          <a:xfrm>
            <a:off x="2682600" y="4035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3" name="Google Shape;2503;p149"/>
          <p:cNvSpPr txBox="1"/>
          <p:nvPr/>
        </p:nvSpPr>
        <p:spPr>
          <a:xfrm>
            <a:off x="3139800" y="4111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4" name="Google Shape;2504;p149"/>
          <p:cNvSpPr txBox="1"/>
          <p:nvPr/>
        </p:nvSpPr>
        <p:spPr>
          <a:xfrm>
            <a:off x="3597000" y="4568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5" name="Google Shape;2505;p149"/>
          <p:cNvSpPr txBox="1"/>
          <p:nvPr/>
        </p:nvSpPr>
        <p:spPr>
          <a:xfrm>
            <a:off x="40542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6" name="Google Shape;2506;p149"/>
          <p:cNvSpPr txBox="1"/>
          <p:nvPr/>
        </p:nvSpPr>
        <p:spPr>
          <a:xfrm>
            <a:off x="4469400" y="3839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7" name="Google Shape;2507;p149"/>
          <p:cNvSpPr txBox="1"/>
          <p:nvPr/>
        </p:nvSpPr>
        <p:spPr>
          <a:xfrm>
            <a:off x="4968600" y="35781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8" name="Google Shape;2508;p149"/>
          <p:cNvSpPr txBox="1"/>
          <p:nvPr/>
        </p:nvSpPr>
        <p:spPr>
          <a:xfrm>
            <a:off x="5425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9" name="Google Shape;2509;p149"/>
          <p:cNvSpPr txBox="1"/>
          <p:nvPr/>
        </p:nvSpPr>
        <p:spPr>
          <a:xfrm>
            <a:off x="5959200" y="3349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0" name="Google Shape;2510;p149"/>
          <p:cNvSpPr txBox="1"/>
          <p:nvPr/>
        </p:nvSpPr>
        <p:spPr>
          <a:xfrm>
            <a:off x="63744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1" name="Google Shape;2511;p149"/>
          <p:cNvSpPr txBox="1"/>
          <p:nvPr/>
        </p:nvSpPr>
        <p:spPr>
          <a:xfrm>
            <a:off x="69078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2" name="Google Shape;2512;p149"/>
          <p:cNvSpPr txBox="1"/>
          <p:nvPr/>
        </p:nvSpPr>
        <p:spPr>
          <a:xfrm>
            <a:off x="7288800" y="4492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3" name="Google Shape;2513;p149"/>
          <p:cNvSpPr txBox="1"/>
          <p:nvPr/>
        </p:nvSpPr>
        <p:spPr>
          <a:xfrm>
            <a:off x="77460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4" name="Google Shape;2514;p149"/>
          <p:cNvSpPr txBox="1"/>
          <p:nvPr/>
        </p:nvSpPr>
        <p:spPr>
          <a:xfrm>
            <a:off x="82032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5" name="Google Shape;2515;p149"/>
          <p:cNvSpPr txBox="1"/>
          <p:nvPr/>
        </p:nvSpPr>
        <p:spPr>
          <a:xfrm>
            <a:off x="8895925" y="3526550"/>
            <a:ext cx="2453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New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6" name="Google Shape;2516;p149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07200" y="3279875"/>
            <a:ext cx="6649724" cy="25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79;p142">
            <a:extLst>
              <a:ext uri="{FF2B5EF4-FFF2-40B4-BE49-F238E27FC236}">
                <a16:creationId xmlns:a16="http://schemas.microsoft.com/office/drawing/2014/main" id="{BF313D28-6286-A20C-6062-62673B5AB08D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C96158EB-F954-348F-5827-8DAA7080F1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EDC03660-718F-6F18-67F9-388BA981928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150"/>
          <p:cNvSpPr/>
          <p:nvPr/>
        </p:nvSpPr>
        <p:spPr>
          <a:xfrm>
            <a:off x="8895925" y="3578150"/>
            <a:ext cx="2340600" cy="145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5" name="Google Shape;2525;p150"/>
          <p:cNvSpPr txBox="1"/>
          <p:nvPr/>
        </p:nvSpPr>
        <p:spPr>
          <a:xfrm>
            <a:off x="9134925" y="2086450"/>
            <a:ext cx="2222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Previous Sum of Squares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/>
          </a:p>
        </p:txBody>
      </p:sp>
      <p:sp>
        <p:nvSpPr>
          <p:cNvPr id="2526" name="Google Shape;2526;p150"/>
          <p:cNvSpPr/>
          <p:nvPr/>
        </p:nvSpPr>
        <p:spPr>
          <a:xfrm>
            <a:off x="9089575" y="2104575"/>
            <a:ext cx="2066100" cy="60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7" name="Google Shape;2527;p15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06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8" name="Google Shape;2528;p15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23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9" name="Google Shape;2529;p15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60" y="3279875"/>
            <a:ext cx="8256767" cy="25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0" name="Google Shape;2530;p150"/>
          <p:cNvSpPr txBox="1"/>
          <p:nvPr/>
        </p:nvSpPr>
        <p:spPr>
          <a:xfrm>
            <a:off x="7776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150"/>
          <p:cNvSpPr txBox="1"/>
          <p:nvPr/>
        </p:nvSpPr>
        <p:spPr>
          <a:xfrm>
            <a:off x="1234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150"/>
          <p:cNvSpPr txBox="1"/>
          <p:nvPr/>
        </p:nvSpPr>
        <p:spPr>
          <a:xfrm>
            <a:off x="16920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3" name="Google Shape;2533;p150"/>
          <p:cNvSpPr txBox="1"/>
          <p:nvPr/>
        </p:nvSpPr>
        <p:spPr>
          <a:xfrm>
            <a:off x="22254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4" name="Google Shape;2534;p150"/>
          <p:cNvSpPr txBox="1"/>
          <p:nvPr/>
        </p:nvSpPr>
        <p:spPr>
          <a:xfrm>
            <a:off x="2682600" y="4035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5" name="Google Shape;2535;p150"/>
          <p:cNvSpPr txBox="1"/>
          <p:nvPr/>
        </p:nvSpPr>
        <p:spPr>
          <a:xfrm>
            <a:off x="3139800" y="4111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6" name="Google Shape;2536;p150"/>
          <p:cNvSpPr txBox="1"/>
          <p:nvPr/>
        </p:nvSpPr>
        <p:spPr>
          <a:xfrm>
            <a:off x="3597000" y="4568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7" name="Google Shape;2537;p150"/>
          <p:cNvSpPr txBox="1"/>
          <p:nvPr/>
        </p:nvSpPr>
        <p:spPr>
          <a:xfrm>
            <a:off x="40542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150"/>
          <p:cNvSpPr txBox="1"/>
          <p:nvPr/>
        </p:nvSpPr>
        <p:spPr>
          <a:xfrm>
            <a:off x="4469400" y="3839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p150"/>
          <p:cNvSpPr txBox="1"/>
          <p:nvPr/>
        </p:nvSpPr>
        <p:spPr>
          <a:xfrm>
            <a:off x="4968600" y="35781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150"/>
          <p:cNvSpPr txBox="1"/>
          <p:nvPr/>
        </p:nvSpPr>
        <p:spPr>
          <a:xfrm>
            <a:off x="5425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1" name="Google Shape;2541;p150"/>
          <p:cNvSpPr txBox="1"/>
          <p:nvPr/>
        </p:nvSpPr>
        <p:spPr>
          <a:xfrm>
            <a:off x="5959200" y="3349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p150"/>
          <p:cNvSpPr txBox="1"/>
          <p:nvPr/>
        </p:nvSpPr>
        <p:spPr>
          <a:xfrm>
            <a:off x="63744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3" name="Google Shape;2543;p150"/>
          <p:cNvSpPr txBox="1"/>
          <p:nvPr/>
        </p:nvSpPr>
        <p:spPr>
          <a:xfrm>
            <a:off x="69078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4" name="Google Shape;2544;p150"/>
          <p:cNvSpPr txBox="1"/>
          <p:nvPr/>
        </p:nvSpPr>
        <p:spPr>
          <a:xfrm>
            <a:off x="7288800" y="4492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5" name="Google Shape;2545;p150"/>
          <p:cNvSpPr txBox="1"/>
          <p:nvPr/>
        </p:nvSpPr>
        <p:spPr>
          <a:xfrm>
            <a:off x="77460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150"/>
          <p:cNvSpPr txBox="1"/>
          <p:nvPr/>
        </p:nvSpPr>
        <p:spPr>
          <a:xfrm>
            <a:off x="82032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7" name="Google Shape;2547;p150"/>
          <p:cNvSpPr txBox="1"/>
          <p:nvPr/>
        </p:nvSpPr>
        <p:spPr>
          <a:xfrm>
            <a:off x="8895925" y="3526550"/>
            <a:ext cx="24534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New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379;p142">
            <a:extLst>
              <a:ext uri="{FF2B5EF4-FFF2-40B4-BE49-F238E27FC236}">
                <a16:creationId xmlns:a16="http://schemas.microsoft.com/office/drawing/2014/main" id="{F7569CCB-39A7-F78C-EFD5-23A11984728E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7164FACB-25ED-3F94-0FD0-9AA5877DAA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6B90500C-D0D9-992E-D9DE-71268876174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4" name="Google Shape;2554;p151"/>
          <p:cNvSpPr/>
          <p:nvPr/>
        </p:nvSpPr>
        <p:spPr>
          <a:xfrm>
            <a:off x="8895925" y="3578150"/>
            <a:ext cx="2340600" cy="145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6" name="Google Shape;2556;p151"/>
          <p:cNvSpPr txBox="1"/>
          <p:nvPr/>
        </p:nvSpPr>
        <p:spPr>
          <a:xfrm>
            <a:off x="9134925" y="2086450"/>
            <a:ext cx="2222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Previous Sum of Squares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/>
          </a:p>
        </p:txBody>
      </p:sp>
      <p:sp>
        <p:nvSpPr>
          <p:cNvPr id="2557" name="Google Shape;2557;p151"/>
          <p:cNvSpPr/>
          <p:nvPr/>
        </p:nvSpPr>
        <p:spPr>
          <a:xfrm>
            <a:off x="9089575" y="2104575"/>
            <a:ext cx="2066100" cy="60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8" name="Google Shape;2558;p151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06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9" name="Google Shape;2559;p15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23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0" name="Google Shape;2560;p15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60" y="3279875"/>
            <a:ext cx="8256767" cy="25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1" name="Google Shape;2561;p151"/>
          <p:cNvSpPr txBox="1"/>
          <p:nvPr/>
        </p:nvSpPr>
        <p:spPr>
          <a:xfrm>
            <a:off x="7776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2" name="Google Shape;2562;p151"/>
          <p:cNvSpPr txBox="1"/>
          <p:nvPr/>
        </p:nvSpPr>
        <p:spPr>
          <a:xfrm>
            <a:off x="1234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3" name="Google Shape;2563;p151"/>
          <p:cNvSpPr txBox="1"/>
          <p:nvPr/>
        </p:nvSpPr>
        <p:spPr>
          <a:xfrm>
            <a:off x="16920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4" name="Google Shape;2564;p151"/>
          <p:cNvSpPr txBox="1"/>
          <p:nvPr/>
        </p:nvSpPr>
        <p:spPr>
          <a:xfrm>
            <a:off x="22254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5" name="Google Shape;2565;p151"/>
          <p:cNvSpPr txBox="1"/>
          <p:nvPr/>
        </p:nvSpPr>
        <p:spPr>
          <a:xfrm>
            <a:off x="2682600" y="4035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6" name="Google Shape;2566;p151"/>
          <p:cNvSpPr txBox="1"/>
          <p:nvPr/>
        </p:nvSpPr>
        <p:spPr>
          <a:xfrm>
            <a:off x="3139800" y="4111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7" name="Google Shape;2567;p151"/>
          <p:cNvSpPr txBox="1"/>
          <p:nvPr/>
        </p:nvSpPr>
        <p:spPr>
          <a:xfrm>
            <a:off x="3597000" y="4568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8" name="Google Shape;2568;p151"/>
          <p:cNvSpPr txBox="1"/>
          <p:nvPr/>
        </p:nvSpPr>
        <p:spPr>
          <a:xfrm>
            <a:off x="40542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9" name="Google Shape;2569;p151"/>
          <p:cNvSpPr txBox="1"/>
          <p:nvPr/>
        </p:nvSpPr>
        <p:spPr>
          <a:xfrm>
            <a:off x="4469400" y="3839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0" name="Google Shape;2570;p151"/>
          <p:cNvSpPr txBox="1"/>
          <p:nvPr/>
        </p:nvSpPr>
        <p:spPr>
          <a:xfrm>
            <a:off x="4968600" y="35781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1" name="Google Shape;2571;p151"/>
          <p:cNvSpPr txBox="1"/>
          <p:nvPr/>
        </p:nvSpPr>
        <p:spPr>
          <a:xfrm>
            <a:off x="5425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2" name="Google Shape;2572;p151"/>
          <p:cNvSpPr txBox="1"/>
          <p:nvPr/>
        </p:nvSpPr>
        <p:spPr>
          <a:xfrm>
            <a:off x="5959200" y="3349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3" name="Google Shape;2573;p151"/>
          <p:cNvSpPr txBox="1"/>
          <p:nvPr/>
        </p:nvSpPr>
        <p:spPr>
          <a:xfrm>
            <a:off x="63744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4" name="Google Shape;2574;p151"/>
          <p:cNvSpPr txBox="1"/>
          <p:nvPr/>
        </p:nvSpPr>
        <p:spPr>
          <a:xfrm>
            <a:off x="69078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5" name="Google Shape;2575;p151"/>
          <p:cNvSpPr txBox="1"/>
          <p:nvPr/>
        </p:nvSpPr>
        <p:spPr>
          <a:xfrm>
            <a:off x="7288800" y="4492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6" name="Google Shape;2576;p151"/>
          <p:cNvSpPr txBox="1"/>
          <p:nvPr/>
        </p:nvSpPr>
        <p:spPr>
          <a:xfrm>
            <a:off x="77460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7" name="Google Shape;2577;p151"/>
          <p:cNvSpPr txBox="1"/>
          <p:nvPr/>
        </p:nvSpPr>
        <p:spPr>
          <a:xfrm>
            <a:off x="82032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8" name="Google Shape;2578;p151"/>
          <p:cNvSpPr txBox="1"/>
          <p:nvPr/>
        </p:nvSpPr>
        <p:spPr>
          <a:xfrm>
            <a:off x="8895925" y="3526550"/>
            <a:ext cx="24534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New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0.29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379;p142">
            <a:extLst>
              <a:ext uri="{FF2B5EF4-FFF2-40B4-BE49-F238E27FC236}">
                <a16:creationId xmlns:a16="http://schemas.microsoft.com/office/drawing/2014/main" id="{D15A095C-2C34-3B6E-8FF2-E8DD22008CDD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B0485800-9BDD-D359-DD0B-7882AAB959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9BD23352-2672-F4A6-0D4A-E29DF90F50C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Google Shape;2585;p152"/>
          <p:cNvSpPr/>
          <p:nvPr/>
        </p:nvSpPr>
        <p:spPr>
          <a:xfrm>
            <a:off x="8895925" y="3578150"/>
            <a:ext cx="2340600" cy="145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7" name="Google Shape;2587;p152"/>
          <p:cNvSpPr txBox="1"/>
          <p:nvPr/>
        </p:nvSpPr>
        <p:spPr>
          <a:xfrm>
            <a:off x="9134925" y="2086450"/>
            <a:ext cx="2222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Previous Sum of Squares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/>
          </a:p>
        </p:txBody>
      </p:sp>
      <p:sp>
        <p:nvSpPr>
          <p:cNvPr id="2588" name="Google Shape;2588;p152"/>
          <p:cNvSpPr/>
          <p:nvPr/>
        </p:nvSpPr>
        <p:spPr>
          <a:xfrm>
            <a:off x="9089575" y="2104575"/>
            <a:ext cx="2066100" cy="60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9" name="Google Shape;2589;p15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06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0" name="Google Shape;2590;p15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23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1" name="Google Shape;2591;p152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60" y="3279875"/>
            <a:ext cx="8256767" cy="25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2" name="Google Shape;2592;p152"/>
          <p:cNvSpPr txBox="1"/>
          <p:nvPr/>
        </p:nvSpPr>
        <p:spPr>
          <a:xfrm>
            <a:off x="7776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3" name="Google Shape;2593;p152"/>
          <p:cNvSpPr txBox="1"/>
          <p:nvPr/>
        </p:nvSpPr>
        <p:spPr>
          <a:xfrm>
            <a:off x="1234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4" name="Google Shape;2594;p152"/>
          <p:cNvSpPr txBox="1"/>
          <p:nvPr/>
        </p:nvSpPr>
        <p:spPr>
          <a:xfrm>
            <a:off x="16920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5" name="Google Shape;2595;p152"/>
          <p:cNvSpPr txBox="1"/>
          <p:nvPr/>
        </p:nvSpPr>
        <p:spPr>
          <a:xfrm>
            <a:off x="22254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6" name="Google Shape;2596;p152"/>
          <p:cNvSpPr txBox="1"/>
          <p:nvPr/>
        </p:nvSpPr>
        <p:spPr>
          <a:xfrm>
            <a:off x="2682600" y="4035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7" name="Google Shape;2597;p152"/>
          <p:cNvSpPr txBox="1"/>
          <p:nvPr/>
        </p:nvSpPr>
        <p:spPr>
          <a:xfrm>
            <a:off x="3139800" y="4111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8" name="Google Shape;2598;p152"/>
          <p:cNvSpPr txBox="1"/>
          <p:nvPr/>
        </p:nvSpPr>
        <p:spPr>
          <a:xfrm>
            <a:off x="3597000" y="4568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9" name="Google Shape;2599;p152"/>
          <p:cNvSpPr txBox="1"/>
          <p:nvPr/>
        </p:nvSpPr>
        <p:spPr>
          <a:xfrm>
            <a:off x="40542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0" name="Google Shape;2600;p152"/>
          <p:cNvSpPr txBox="1"/>
          <p:nvPr/>
        </p:nvSpPr>
        <p:spPr>
          <a:xfrm>
            <a:off x="4469400" y="3839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1" name="Google Shape;2601;p152"/>
          <p:cNvSpPr txBox="1"/>
          <p:nvPr/>
        </p:nvSpPr>
        <p:spPr>
          <a:xfrm>
            <a:off x="4968600" y="35781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2" name="Google Shape;2602;p152"/>
          <p:cNvSpPr txBox="1"/>
          <p:nvPr/>
        </p:nvSpPr>
        <p:spPr>
          <a:xfrm>
            <a:off x="5425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3" name="Google Shape;2603;p152"/>
          <p:cNvSpPr txBox="1"/>
          <p:nvPr/>
        </p:nvSpPr>
        <p:spPr>
          <a:xfrm>
            <a:off x="5959200" y="3349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4" name="Google Shape;2604;p152"/>
          <p:cNvSpPr txBox="1"/>
          <p:nvPr/>
        </p:nvSpPr>
        <p:spPr>
          <a:xfrm>
            <a:off x="63744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5" name="Google Shape;2605;p152"/>
          <p:cNvSpPr txBox="1"/>
          <p:nvPr/>
        </p:nvSpPr>
        <p:spPr>
          <a:xfrm>
            <a:off x="69078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6" name="Google Shape;2606;p152"/>
          <p:cNvSpPr txBox="1"/>
          <p:nvPr/>
        </p:nvSpPr>
        <p:spPr>
          <a:xfrm>
            <a:off x="7288800" y="4492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7" name="Google Shape;2607;p152"/>
          <p:cNvSpPr txBox="1"/>
          <p:nvPr/>
        </p:nvSpPr>
        <p:spPr>
          <a:xfrm>
            <a:off x="77460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8" name="Google Shape;2608;p152"/>
          <p:cNvSpPr txBox="1"/>
          <p:nvPr/>
        </p:nvSpPr>
        <p:spPr>
          <a:xfrm>
            <a:off x="82032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9" name="Google Shape;2609;p152"/>
          <p:cNvSpPr txBox="1"/>
          <p:nvPr/>
        </p:nvSpPr>
        <p:spPr>
          <a:xfrm>
            <a:off x="8895925" y="3526550"/>
            <a:ext cx="24534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New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0.29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0" name="Google Shape;2610;p152"/>
          <p:cNvSpPr/>
          <p:nvPr/>
        </p:nvSpPr>
        <p:spPr>
          <a:xfrm>
            <a:off x="8929363" y="4702700"/>
            <a:ext cx="680400" cy="286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1" name="Google Shape;2611;p152"/>
          <p:cNvSpPr txBox="1"/>
          <p:nvPr/>
        </p:nvSpPr>
        <p:spPr>
          <a:xfrm>
            <a:off x="9782175" y="4630550"/>
            <a:ext cx="226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Much Better</a:t>
            </a:r>
            <a:endParaRPr sz="16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379;p142">
            <a:extLst>
              <a:ext uri="{FF2B5EF4-FFF2-40B4-BE49-F238E27FC236}">
                <a16:creationId xmlns:a16="http://schemas.microsoft.com/office/drawing/2014/main" id="{1DC43A45-7AD7-1D3A-5A8A-B9B9268EF9B2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BF51CA0A-909B-7761-E9D7-9FDEAD754D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1EBAFBA8-4CDA-358B-1584-C5B336039C3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p153"/>
          <p:cNvSpPr/>
          <p:nvPr/>
        </p:nvSpPr>
        <p:spPr>
          <a:xfrm>
            <a:off x="8895925" y="3578150"/>
            <a:ext cx="2340600" cy="145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0" name="Google Shape;2620;p153"/>
          <p:cNvSpPr txBox="1"/>
          <p:nvPr/>
        </p:nvSpPr>
        <p:spPr>
          <a:xfrm>
            <a:off x="9134925" y="2086450"/>
            <a:ext cx="2222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Previous Sum of Squares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/>
          </a:p>
        </p:txBody>
      </p:sp>
      <p:sp>
        <p:nvSpPr>
          <p:cNvPr id="2621" name="Google Shape;2621;p153"/>
          <p:cNvSpPr/>
          <p:nvPr/>
        </p:nvSpPr>
        <p:spPr>
          <a:xfrm>
            <a:off x="9089575" y="2104575"/>
            <a:ext cx="2066100" cy="60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2" name="Google Shape;2622;p15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06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3" name="Google Shape;2623;p15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23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4" name="Google Shape;2624;p153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60" y="3279875"/>
            <a:ext cx="8256767" cy="25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5" name="Google Shape;2625;p153"/>
          <p:cNvSpPr txBox="1"/>
          <p:nvPr/>
        </p:nvSpPr>
        <p:spPr>
          <a:xfrm>
            <a:off x="7776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6" name="Google Shape;2626;p153"/>
          <p:cNvSpPr txBox="1"/>
          <p:nvPr/>
        </p:nvSpPr>
        <p:spPr>
          <a:xfrm>
            <a:off x="1234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7" name="Google Shape;2627;p153"/>
          <p:cNvSpPr txBox="1"/>
          <p:nvPr/>
        </p:nvSpPr>
        <p:spPr>
          <a:xfrm>
            <a:off x="16920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8" name="Google Shape;2628;p153"/>
          <p:cNvSpPr txBox="1"/>
          <p:nvPr/>
        </p:nvSpPr>
        <p:spPr>
          <a:xfrm>
            <a:off x="22254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9" name="Google Shape;2629;p153"/>
          <p:cNvSpPr txBox="1"/>
          <p:nvPr/>
        </p:nvSpPr>
        <p:spPr>
          <a:xfrm>
            <a:off x="2682600" y="4035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0" name="Google Shape;2630;p153"/>
          <p:cNvSpPr txBox="1"/>
          <p:nvPr/>
        </p:nvSpPr>
        <p:spPr>
          <a:xfrm>
            <a:off x="3139800" y="4111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1" name="Google Shape;2631;p153"/>
          <p:cNvSpPr txBox="1"/>
          <p:nvPr/>
        </p:nvSpPr>
        <p:spPr>
          <a:xfrm>
            <a:off x="3597000" y="4568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2" name="Google Shape;2632;p153"/>
          <p:cNvSpPr txBox="1"/>
          <p:nvPr/>
        </p:nvSpPr>
        <p:spPr>
          <a:xfrm>
            <a:off x="40542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3" name="Google Shape;2633;p153"/>
          <p:cNvSpPr txBox="1"/>
          <p:nvPr/>
        </p:nvSpPr>
        <p:spPr>
          <a:xfrm>
            <a:off x="4469400" y="3839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4" name="Google Shape;2634;p153"/>
          <p:cNvSpPr txBox="1"/>
          <p:nvPr/>
        </p:nvSpPr>
        <p:spPr>
          <a:xfrm>
            <a:off x="4968600" y="35781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5" name="Google Shape;2635;p153"/>
          <p:cNvSpPr txBox="1"/>
          <p:nvPr/>
        </p:nvSpPr>
        <p:spPr>
          <a:xfrm>
            <a:off x="5425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6" name="Google Shape;2636;p153"/>
          <p:cNvSpPr txBox="1"/>
          <p:nvPr/>
        </p:nvSpPr>
        <p:spPr>
          <a:xfrm>
            <a:off x="5959200" y="3349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7" name="Google Shape;2637;p153"/>
          <p:cNvSpPr txBox="1"/>
          <p:nvPr/>
        </p:nvSpPr>
        <p:spPr>
          <a:xfrm>
            <a:off x="63744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8" name="Google Shape;2638;p153"/>
          <p:cNvSpPr txBox="1"/>
          <p:nvPr/>
        </p:nvSpPr>
        <p:spPr>
          <a:xfrm>
            <a:off x="69078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9" name="Google Shape;2639;p153"/>
          <p:cNvSpPr txBox="1"/>
          <p:nvPr/>
        </p:nvSpPr>
        <p:spPr>
          <a:xfrm>
            <a:off x="7288800" y="4492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0" name="Google Shape;2640;p153"/>
          <p:cNvSpPr txBox="1"/>
          <p:nvPr/>
        </p:nvSpPr>
        <p:spPr>
          <a:xfrm>
            <a:off x="77460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1" name="Google Shape;2641;p153"/>
          <p:cNvSpPr txBox="1"/>
          <p:nvPr/>
        </p:nvSpPr>
        <p:spPr>
          <a:xfrm>
            <a:off x="82032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2" name="Google Shape;2642;p153"/>
          <p:cNvSpPr txBox="1"/>
          <p:nvPr/>
        </p:nvSpPr>
        <p:spPr>
          <a:xfrm>
            <a:off x="8895925" y="3526550"/>
            <a:ext cx="24534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New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0.29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3" name="Google Shape;2643;p153"/>
          <p:cNvSpPr/>
          <p:nvPr/>
        </p:nvSpPr>
        <p:spPr>
          <a:xfrm>
            <a:off x="8929363" y="4702700"/>
            <a:ext cx="680400" cy="286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4" name="Google Shape;2644;p153"/>
          <p:cNvSpPr txBox="1"/>
          <p:nvPr/>
        </p:nvSpPr>
        <p:spPr>
          <a:xfrm>
            <a:off x="9782175" y="4630550"/>
            <a:ext cx="226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Much Better</a:t>
            </a:r>
            <a:endParaRPr sz="16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379;p142">
            <a:extLst>
              <a:ext uri="{FF2B5EF4-FFF2-40B4-BE49-F238E27FC236}">
                <a16:creationId xmlns:a16="http://schemas.microsoft.com/office/drawing/2014/main" id="{F1A89D67-5846-09A5-94EA-E8346AC7A11B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074DB9D6-D9A7-87C3-D2D1-91DBD230A9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DA445430-522B-453C-FF4F-33CFB226AB9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1" name="Google Shape;2651;p154"/>
          <p:cNvSpPr/>
          <p:nvPr/>
        </p:nvSpPr>
        <p:spPr>
          <a:xfrm>
            <a:off x="8895925" y="3578150"/>
            <a:ext cx="2340600" cy="1450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3" name="Google Shape;2653;p154"/>
          <p:cNvSpPr txBox="1"/>
          <p:nvPr/>
        </p:nvSpPr>
        <p:spPr>
          <a:xfrm>
            <a:off x="9134925" y="2086450"/>
            <a:ext cx="2222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Previous Sum of Squares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6.58</a:t>
            </a:r>
            <a:endParaRPr/>
          </a:p>
        </p:txBody>
      </p:sp>
      <p:sp>
        <p:nvSpPr>
          <p:cNvPr id="2654" name="Google Shape;2654;p154"/>
          <p:cNvSpPr/>
          <p:nvPr/>
        </p:nvSpPr>
        <p:spPr>
          <a:xfrm>
            <a:off x="9089575" y="2104575"/>
            <a:ext cx="2066100" cy="603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5" name="Google Shape;2655;p15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06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6" name="Google Shape;2656;p15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25" y="3279875"/>
            <a:ext cx="8256823" cy="25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7" name="Google Shape;2657;p15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60" y="3279875"/>
            <a:ext cx="8256767" cy="25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8" name="Google Shape;2658;p154"/>
          <p:cNvSpPr txBox="1"/>
          <p:nvPr/>
        </p:nvSpPr>
        <p:spPr>
          <a:xfrm>
            <a:off x="7776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9" name="Google Shape;2659;p154"/>
          <p:cNvSpPr txBox="1"/>
          <p:nvPr/>
        </p:nvSpPr>
        <p:spPr>
          <a:xfrm>
            <a:off x="1234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0" name="Google Shape;2660;p154"/>
          <p:cNvSpPr txBox="1"/>
          <p:nvPr/>
        </p:nvSpPr>
        <p:spPr>
          <a:xfrm>
            <a:off x="16920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1" name="Google Shape;2661;p154"/>
          <p:cNvSpPr txBox="1"/>
          <p:nvPr/>
        </p:nvSpPr>
        <p:spPr>
          <a:xfrm>
            <a:off x="22254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2" name="Google Shape;2662;p154"/>
          <p:cNvSpPr txBox="1"/>
          <p:nvPr/>
        </p:nvSpPr>
        <p:spPr>
          <a:xfrm>
            <a:off x="2682600" y="4035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3" name="Google Shape;2663;p154"/>
          <p:cNvSpPr txBox="1"/>
          <p:nvPr/>
        </p:nvSpPr>
        <p:spPr>
          <a:xfrm>
            <a:off x="3139800" y="4111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4" name="Google Shape;2664;p154"/>
          <p:cNvSpPr txBox="1"/>
          <p:nvPr/>
        </p:nvSpPr>
        <p:spPr>
          <a:xfrm>
            <a:off x="3597000" y="4568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5" name="Google Shape;2665;p154"/>
          <p:cNvSpPr txBox="1"/>
          <p:nvPr/>
        </p:nvSpPr>
        <p:spPr>
          <a:xfrm>
            <a:off x="40542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6" name="Google Shape;2666;p154"/>
          <p:cNvSpPr txBox="1"/>
          <p:nvPr/>
        </p:nvSpPr>
        <p:spPr>
          <a:xfrm>
            <a:off x="4469400" y="3839425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7" name="Google Shape;2667;p154"/>
          <p:cNvSpPr txBox="1"/>
          <p:nvPr/>
        </p:nvSpPr>
        <p:spPr>
          <a:xfrm>
            <a:off x="4968600" y="35781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8" name="Google Shape;2668;p154"/>
          <p:cNvSpPr txBox="1"/>
          <p:nvPr/>
        </p:nvSpPr>
        <p:spPr>
          <a:xfrm>
            <a:off x="5425800" y="3425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9" name="Google Shape;2669;p154"/>
          <p:cNvSpPr txBox="1"/>
          <p:nvPr/>
        </p:nvSpPr>
        <p:spPr>
          <a:xfrm>
            <a:off x="5959200" y="3349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0" name="Google Shape;2670;p154"/>
          <p:cNvSpPr txBox="1"/>
          <p:nvPr/>
        </p:nvSpPr>
        <p:spPr>
          <a:xfrm>
            <a:off x="63744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1" name="Google Shape;2671;p154"/>
          <p:cNvSpPr txBox="1"/>
          <p:nvPr/>
        </p:nvSpPr>
        <p:spPr>
          <a:xfrm>
            <a:off x="69078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2" name="Google Shape;2672;p154"/>
          <p:cNvSpPr txBox="1"/>
          <p:nvPr/>
        </p:nvSpPr>
        <p:spPr>
          <a:xfrm>
            <a:off x="7288800" y="44925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3" name="Google Shape;2673;p154"/>
          <p:cNvSpPr txBox="1"/>
          <p:nvPr/>
        </p:nvSpPr>
        <p:spPr>
          <a:xfrm>
            <a:off x="7746000" y="44163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4" name="Google Shape;2674;p154"/>
          <p:cNvSpPr txBox="1"/>
          <p:nvPr/>
        </p:nvSpPr>
        <p:spPr>
          <a:xfrm>
            <a:off x="8203200" y="3806750"/>
            <a:ext cx="4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5" name="Google Shape;2675;p154"/>
          <p:cNvSpPr txBox="1"/>
          <p:nvPr/>
        </p:nvSpPr>
        <p:spPr>
          <a:xfrm>
            <a:off x="8895925" y="3526550"/>
            <a:ext cx="24534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New Sum of Squares:</a:t>
            </a: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+0.2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+0.1</a:t>
            </a:r>
            <a:r>
              <a:rPr lang="en-GB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 0.29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6" name="Google Shape;2676;p154"/>
          <p:cNvSpPr/>
          <p:nvPr/>
        </p:nvSpPr>
        <p:spPr>
          <a:xfrm>
            <a:off x="8929363" y="4702700"/>
            <a:ext cx="680400" cy="286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7" name="Google Shape;2677;p154"/>
          <p:cNvSpPr txBox="1"/>
          <p:nvPr/>
        </p:nvSpPr>
        <p:spPr>
          <a:xfrm>
            <a:off x="9782175" y="4630550"/>
            <a:ext cx="226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Much Better*</a:t>
            </a:r>
            <a:endParaRPr sz="16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0" name="Google Shape;2680;p154"/>
          <p:cNvSpPr txBox="1"/>
          <p:nvPr/>
        </p:nvSpPr>
        <p:spPr>
          <a:xfrm>
            <a:off x="777600" y="5773550"/>
            <a:ext cx="1041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*Note: This is a slight simplification… in general, to compare models we need to look at more than the sum of squares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379;p142">
            <a:extLst>
              <a:ext uri="{FF2B5EF4-FFF2-40B4-BE49-F238E27FC236}">
                <a16:creationId xmlns:a16="http://schemas.microsoft.com/office/drawing/2014/main" id="{C02A0624-E970-03BE-B285-05A9BA6998F8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0FB3C2FF-C6DC-29DF-62D7-33706357F6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EB60A1BB-914A-FE7E-05E4-B4AC6F3185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5" name="Google Shape;2685;p155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27C6DE99-4984-3841-E9DD-64DCEDFAB1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7D02EF41-503A-0AC5-8EE7-E30E581FFEA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p156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39771D71-CD55-2890-B91B-B71F2DB8E1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B306F9E7-7937-ECC4-5AD9-77A01DDD9C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p157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≈ 5 x line + 1 x sine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0" name="Google Shape;2700;p15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1" name="Google Shape;2701;p15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2" name="Google Shape;2702;p15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703" name="Google Shape;2703;p157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4" name="Google Shape;2704;p157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5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5" name="Google Shape;2705;p157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6" name="Google Shape;2706;p157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96E4E415-4971-9C17-129C-9BAEAD3E10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39359F42-3BE6-1409-EC72-0C6CE6DB1AA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p158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4" name="Google Shape;2714;p15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5" name="Google Shape;2715;p15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6" name="Google Shape;2716;p15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717" name="Google Shape;2717;p158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8" name="Google Shape;2718;p158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9" name="Google Shape;2719;p158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5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0" name="Google Shape;2720;p158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C77A96D0-A7B8-495F-A42D-BA0612517A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4D1D938E-4558-5140-8892-2D56BCA3B15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7" name="Google Shape;2727;p159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8" name="Google Shape;2728;p15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9" name="Google Shape;2729;p15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0" name="Google Shape;2730;p15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731" name="Google Shape;2731;p159"/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2" name="Google Shape;2732;p15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733" name="Google Shape;2733;p159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4" name="Google Shape;2734;p159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p159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6" name="Google Shape;2736;p159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5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53C195EA-C8E1-E37D-5C05-D6EB53E685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7AF7FC65-1827-4E78-E3D9-E374E961D5B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3" name="Google Shape;2743;p160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4" name="Google Shape;2744;p16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5" name="Google Shape;2745;p16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6" name="Google Shape;2746;p16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747" name="Google Shape;2747;p160"/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8" name="Google Shape;2748;p16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749" name="Google Shape;2749;p160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0" name="Google Shape;2750;p160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1" name="Google Shape;2751;p160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2" name="Google Shape;2752;p160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5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593BF64E-27D2-2B3A-C8FF-CB435C625C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EE9810EC-EDBA-1E67-35A1-AB3B686563C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9" name="Google Shape;2759;p161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0" name="Google Shape;2760;p161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1" name="Google Shape;2761;p161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2" name="Google Shape;2762;p161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3" name="Google Shape;2763;p16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4" name="Google Shape;2764;p16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765" name="Google Shape;2765;p161"/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6" name="Google Shape;2766;p16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767" name="Google Shape;2767;p161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8" name="Google Shape;2768;p161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AB50ECA0-2668-41CF-00A8-06D8FCB40B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BD0CC92D-E2AA-93AC-8771-C98CDC983D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p162"/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6" name="Google Shape;2776;p162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7" name="Google Shape;2777;p162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8" name="Google Shape;2778;p16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9" name="Google Shape;2779;p16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0" name="Google Shape;2780;p162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781" name="Google Shape;2781;p162"/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2" name="Google Shape;2782;p162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783" name="Google Shape;2783;p162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4" name="Google Shape;2784;p162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5" name="Google Shape;2785;p162"/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6" name="Google Shape;2786;p162"/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7" name="Google Shape;2787;p162"/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8" name="Google Shape;2788;p162"/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15;p73">
            <a:extLst>
              <a:ext uri="{FF2B5EF4-FFF2-40B4-BE49-F238E27FC236}">
                <a16:creationId xmlns:a16="http://schemas.microsoft.com/office/drawing/2014/main" id="{0CD19741-AD2C-BC5E-19A8-058B8DDC4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5" name="Google Shape;786;p81">
            <a:extLst>
              <a:ext uri="{FF2B5EF4-FFF2-40B4-BE49-F238E27FC236}">
                <a16:creationId xmlns:a16="http://schemas.microsoft.com/office/drawing/2014/main" id="{383DC2DA-8B0D-2B1B-78DA-8309FAFB9C2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163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7" name="Google Shape;2797;p163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8" name="Google Shape;2798;p16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9" name="Google Shape;2799;p16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0" name="Google Shape;2800;p163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801" name="Google Shape;2801;p163"/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2" name="Google Shape;2802;p163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803" name="Google Shape;2803;p163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4" name="Google Shape;2804;p163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5" name="Google Shape;2805;p163"/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6" name="Google Shape;2806;p163"/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7" name="Google Shape;2807;p163"/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8" name="Google Shape;2808;p163"/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9" name="Google Shape;2809;p163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0473" y="3753925"/>
            <a:ext cx="3581701" cy="25113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75;p162">
            <a:extLst>
              <a:ext uri="{FF2B5EF4-FFF2-40B4-BE49-F238E27FC236}">
                <a16:creationId xmlns:a16="http://schemas.microsoft.com/office/drawing/2014/main" id="{8A828E58-DB5E-99FD-7E61-3938B0087B68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B8B8A5FB-E95F-7137-6277-0DC856BC24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A11D0C9F-8634-8E31-D4F4-F958DBC648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Google Shape;2817;p164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164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9" name="Google Shape;2819;p16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0" name="Google Shape;2820;p16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1" name="Google Shape;2821;p16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822" name="Google Shape;2822;p164"/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3" name="Google Shape;2823;p16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824" name="Google Shape;2824;p164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5" name="Google Shape;2825;p164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6" name="Google Shape;2826;p164"/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7" name="Google Shape;2827;p164"/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164"/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9" name="Google Shape;2829;p164"/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0" name="Google Shape;2830;p164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177" y="3741948"/>
            <a:ext cx="3209426" cy="244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1" name="Google Shape;2831;p164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0484" y="3753925"/>
            <a:ext cx="3292790" cy="25113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75;p162">
            <a:extLst>
              <a:ext uri="{FF2B5EF4-FFF2-40B4-BE49-F238E27FC236}">
                <a16:creationId xmlns:a16="http://schemas.microsoft.com/office/drawing/2014/main" id="{6B38C243-38C7-F495-E3DE-0AB40FCD3491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65FC9927-F66B-343A-188F-D9B4E83C68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6096541C-0B87-2788-01FE-7A09219B6A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5">
          <a:extLst>
            <a:ext uri="{FF2B5EF4-FFF2-40B4-BE49-F238E27FC236}">
              <a16:creationId xmlns:a16="http://schemas.microsoft.com/office/drawing/2014/main" id="{A082AD9A-339B-19B5-F787-0CBD556EA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Google Shape;2817;p164">
            <a:extLst>
              <a:ext uri="{FF2B5EF4-FFF2-40B4-BE49-F238E27FC236}">
                <a16:creationId xmlns:a16="http://schemas.microsoft.com/office/drawing/2014/main" id="{A1524616-5C79-8B74-1D3D-F18AFCE0C44A}"/>
              </a:ext>
            </a:extLst>
          </p:cNvPr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164">
            <a:extLst>
              <a:ext uri="{FF2B5EF4-FFF2-40B4-BE49-F238E27FC236}">
                <a16:creationId xmlns:a16="http://schemas.microsoft.com/office/drawing/2014/main" id="{FFE52A4E-F758-39BC-49D6-C66D75009844}"/>
              </a:ext>
            </a:extLst>
          </p:cNvPr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9" name="Google Shape;2819;p164">
            <a:extLst>
              <a:ext uri="{FF2B5EF4-FFF2-40B4-BE49-F238E27FC236}">
                <a16:creationId xmlns:a16="http://schemas.microsoft.com/office/drawing/2014/main" id="{FC898E93-0693-5EF7-39E7-0CF06C1FE5A6}"/>
              </a:ext>
            </a:extLst>
          </p:cNvPr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0" name="Google Shape;2820;p164">
            <a:extLst>
              <a:ext uri="{FF2B5EF4-FFF2-40B4-BE49-F238E27FC236}">
                <a16:creationId xmlns:a16="http://schemas.microsoft.com/office/drawing/2014/main" id="{48F35C9D-ECD7-067D-EDA7-3E0501E97A59}"/>
              </a:ext>
            </a:extLst>
          </p:cNvPr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1" name="Google Shape;2821;p164">
            <a:extLst>
              <a:ext uri="{FF2B5EF4-FFF2-40B4-BE49-F238E27FC236}">
                <a16:creationId xmlns:a16="http://schemas.microsoft.com/office/drawing/2014/main" id="{A1F2F12C-038A-4685-6F20-5587A506B1AC}"/>
              </a:ext>
            </a:extLst>
          </p:cNvPr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822" name="Google Shape;2822;p164">
            <a:extLst>
              <a:ext uri="{FF2B5EF4-FFF2-40B4-BE49-F238E27FC236}">
                <a16:creationId xmlns:a16="http://schemas.microsoft.com/office/drawing/2014/main" id="{B8D7D795-9CFD-6338-9643-19437F87C1C1}"/>
              </a:ext>
            </a:extLst>
          </p:cNvPr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3" name="Google Shape;2823;p164">
            <a:extLst>
              <a:ext uri="{FF2B5EF4-FFF2-40B4-BE49-F238E27FC236}">
                <a16:creationId xmlns:a16="http://schemas.microsoft.com/office/drawing/2014/main" id="{D627ADE6-E90D-73FF-BE1F-702C5826C70C}"/>
              </a:ext>
            </a:extLst>
          </p:cNvPr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824" name="Google Shape;2824;p164">
            <a:extLst>
              <a:ext uri="{FF2B5EF4-FFF2-40B4-BE49-F238E27FC236}">
                <a16:creationId xmlns:a16="http://schemas.microsoft.com/office/drawing/2014/main" id="{0F380BEC-B255-B0B3-9F8B-78146D34579D}"/>
              </a:ext>
            </a:extLst>
          </p:cNvPr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5" name="Google Shape;2825;p164">
            <a:extLst>
              <a:ext uri="{FF2B5EF4-FFF2-40B4-BE49-F238E27FC236}">
                <a16:creationId xmlns:a16="http://schemas.microsoft.com/office/drawing/2014/main" id="{56BD681A-605F-F5C9-3766-22C463C63F5B}"/>
              </a:ext>
            </a:extLst>
          </p:cNvPr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6" name="Google Shape;2826;p164">
            <a:extLst>
              <a:ext uri="{FF2B5EF4-FFF2-40B4-BE49-F238E27FC236}">
                <a16:creationId xmlns:a16="http://schemas.microsoft.com/office/drawing/2014/main" id="{6D410DA6-2DB2-D0EA-FA72-4ED579E0D335}"/>
              </a:ext>
            </a:extLst>
          </p:cNvPr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7" name="Google Shape;2827;p164">
            <a:extLst>
              <a:ext uri="{FF2B5EF4-FFF2-40B4-BE49-F238E27FC236}">
                <a16:creationId xmlns:a16="http://schemas.microsoft.com/office/drawing/2014/main" id="{9CE2945A-052F-3579-8F79-CBBE332303F1}"/>
              </a:ext>
            </a:extLst>
          </p:cNvPr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164">
            <a:extLst>
              <a:ext uri="{FF2B5EF4-FFF2-40B4-BE49-F238E27FC236}">
                <a16:creationId xmlns:a16="http://schemas.microsoft.com/office/drawing/2014/main" id="{02E0EB1E-27C4-367C-8DA8-5DEB7E6C9D5B}"/>
              </a:ext>
            </a:extLst>
          </p:cNvPr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9" name="Google Shape;2829;p164">
            <a:extLst>
              <a:ext uri="{FF2B5EF4-FFF2-40B4-BE49-F238E27FC236}">
                <a16:creationId xmlns:a16="http://schemas.microsoft.com/office/drawing/2014/main" id="{60F72AAC-CECA-3139-357C-51EAA0BF8B57}"/>
              </a:ext>
            </a:extLst>
          </p:cNvPr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0" name="Google Shape;2830;p164">
            <a:extLst>
              <a:ext uri="{FF2B5EF4-FFF2-40B4-BE49-F238E27FC236}">
                <a16:creationId xmlns:a16="http://schemas.microsoft.com/office/drawing/2014/main" id="{B7A95855-ECDC-F300-9FF7-CBFDAB78FA50}"/>
              </a:ext>
            </a:extLst>
          </p:cNvPr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177" y="3741948"/>
            <a:ext cx="3209426" cy="244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1" name="Google Shape;2831;p164">
            <a:extLst>
              <a:ext uri="{FF2B5EF4-FFF2-40B4-BE49-F238E27FC236}">
                <a16:creationId xmlns:a16="http://schemas.microsoft.com/office/drawing/2014/main" id="{846CDBDD-BBB4-D1A3-0E69-5BC849369D58}"/>
              </a:ext>
            </a:extLst>
          </p:cNvPr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0484" y="3753925"/>
            <a:ext cx="3292790" cy="25113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248C99-3A37-709A-9173-36C9BB2A8302}"/>
              </a:ext>
            </a:extLst>
          </p:cNvPr>
          <p:cNvSpPr/>
          <p:nvPr/>
        </p:nvSpPr>
        <p:spPr>
          <a:xfrm>
            <a:off x="2740988" y="4094270"/>
            <a:ext cx="285135" cy="2033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45C5F9-4FE8-9CF1-74FE-F9104C5D17BF}"/>
              </a:ext>
            </a:extLst>
          </p:cNvPr>
          <p:cNvSpPr/>
          <p:nvPr/>
        </p:nvSpPr>
        <p:spPr>
          <a:xfrm>
            <a:off x="2955024" y="4074329"/>
            <a:ext cx="290058" cy="1169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FA7748-C214-B2B0-CFF6-AEB728889DD5}"/>
              </a:ext>
            </a:extLst>
          </p:cNvPr>
          <p:cNvSpPr txBox="1"/>
          <p:nvPr/>
        </p:nvSpPr>
        <p:spPr>
          <a:xfrm>
            <a:off x="2776019" y="4069521"/>
            <a:ext cx="237566" cy="2285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endParaRPr lang="en-GB" sz="750" dirty="0">
              <a:solidFill>
                <a:schemeClr val="tx1"/>
              </a:solidFill>
            </a:endParaRPr>
          </a:p>
          <a:p>
            <a:endParaRPr lang="en-GB" sz="750" dirty="0"/>
          </a:p>
        </p:txBody>
      </p:sp>
      <p:sp>
        <p:nvSpPr>
          <p:cNvPr id="3" name="Google Shape;2775;p162">
            <a:extLst>
              <a:ext uri="{FF2B5EF4-FFF2-40B4-BE49-F238E27FC236}">
                <a16:creationId xmlns:a16="http://schemas.microsoft.com/office/drawing/2014/main" id="{04B066AE-4ABC-3E43-9C26-9F4DD1D320B4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15;p73">
            <a:extLst>
              <a:ext uri="{FF2B5EF4-FFF2-40B4-BE49-F238E27FC236}">
                <a16:creationId xmlns:a16="http://schemas.microsoft.com/office/drawing/2014/main" id="{CEF4D9F2-F127-0C64-5C40-77B15A49B7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8" name="Google Shape;786;p81">
            <a:extLst>
              <a:ext uri="{FF2B5EF4-FFF2-40B4-BE49-F238E27FC236}">
                <a16:creationId xmlns:a16="http://schemas.microsoft.com/office/drawing/2014/main" id="{B5288262-8411-EF38-0A18-045571D61BB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53735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5">
          <a:extLst>
            <a:ext uri="{FF2B5EF4-FFF2-40B4-BE49-F238E27FC236}">
              <a16:creationId xmlns:a16="http://schemas.microsoft.com/office/drawing/2014/main" id="{D77DA7ED-996A-AC4C-7E5A-891646BB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Google Shape;2817;p164">
            <a:extLst>
              <a:ext uri="{FF2B5EF4-FFF2-40B4-BE49-F238E27FC236}">
                <a16:creationId xmlns:a16="http://schemas.microsoft.com/office/drawing/2014/main" id="{60DAED35-2FC6-4287-5C7B-4EE0EBDF82F7}"/>
              </a:ext>
            </a:extLst>
          </p:cNvPr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164">
            <a:extLst>
              <a:ext uri="{FF2B5EF4-FFF2-40B4-BE49-F238E27FC236}">
                <a16:creationId xmlns:a16="http://schemas.microsoft.com/office/drawing/2014/main" id="{A6F18ADA-2642-7B31-510D-C773BA345A0B}"/>
              </a:ext>
            </a:extLst>
          </p:cNvPr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9" name="Google Shape;2819;p164">
            <a:extLst>
              <a:ext uri="{FF2B5EF4-FFF2-40B4-BE49-F238E27FC236}">
                <a16:creationId xmlns:a16="http://schemas.microsoft.com/office/drawing/2014/main" id="{73FBEB01-126E-E12D-0410-3FB5E38A43AC}"/>
              </a:ext>
            </a:extLst>
          </p:cNvPr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0" name="Google Shape;2820;p164">
            <a:extLst>
              <a:ext uri="{FF2B5EF4-FFF2-40B4-BE49-F238E27FC236}">
                <a16:creationId xmlns:a16="http://schemas.microsoft.com/office/drawing/2014/main" id="{360840C5-4563-8C52-0BDD-3EC40A8ED52F}"/>
              </a:ext>
            </a:extLst>
          </p:cNvPr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1" name="Google Shape;2821;p164">
            <a:extLst>
              <a:ext uri="{FF2B5EF4-FFF2-40B4-BE49-F238E27FC236}">
                <a16:creationId xmlns:a16="http://schemas.microsoft.com/office/drawing/2014/main" id="{3CD1F6D1-A0DE-EBDB-9022-F7567D6FEFB1}"/>
              </a:ext>
            </a:extLst>
          </p:cNvPr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822" name="Google Shape;2822;p164">
            <a:extLst>
              <a:ext uri="{FF2B5EF4-FFF2-40B4-BE49-F238E27FC236}">
                <a16:creationId xmlns:a16="http://schemas.microsoft.com/office/drawing/2014/main" id="{04BA9C8D-07AF-8412-9636-E4DBFE3319DB}"/>
              </a:ext>
            </a:extLst>
          </p:cNvPr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3" name="Google Shape;2823;p164">
            <a:extLst>
              <a:ext uri="{FF2B5EF4-FFF2-40B4-BE49-F238E27FC236}">
                <a16:creationId xmlns:a16="http://schemas.microsoft.com/office/drawing/2014/main" id="{1B88A781-5300-BEDD-FDB6-03149EF51796}"/>
              </a:ext>
            </a:extLst>
          </p:cNvPr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824" name="Google Shape;2824;p164">
            <a:extLst>
              <a:ext uri="{FF2B5EF4-FFF2-40B4-BE49-F238E27FC236}">
                <a16:creationId xmlns:a16="http://schemas.microsoft.com/office/drawing/2014/main" id="{E5E73B0E-434D-7A97-3BC8-C3F30C18101F}"/>
              </a:ext>
            </a:extLst>
          </p:cNvPr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5" name="Google Shape;2825;p164">
            <a:extLst>
              <a:ext uri="{FF2B5EF4-FFF2-40B4-BE49-F238E27FC236}">
                <a16:creationId xmlns:a16="http://schemas.microsoft.com/office/drawing/2014/main" id="{10DC0773-DCA6-645D-B8AE-21726E225558}"/>
              </a:ext>
            </a:extLst>
          </p:cNvPr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6" name="Google Shape;2826;p164">
            <a:extLst>
              <a:ext uri="{FF2B5EF4-FFF2-40B4-BE49-F238E27FC236}">
                <a16:creationId xmlns:a16="http://schemas.microsoft.com/office/drawing/2014/main" id="{0DAA59C5-0FC8-E82C-EA9E-4847B53CDA4C}"/>
              </a:ext>
            </a:extLst>
          </p:cNvPr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7" name="Google Shape;2827;p164">
            <a:extLst>
              <a:ext uri="{FF2B5EF4-FFF2-40B4-BE49-F238E27FC236}">
                <a16:creationId xmlns:a16="http://schemas.microsoft.com/office/drawing/2014/main" id="{4778B2D2-B650-3309-593D-048487A79CCC}"/>
              </a:ext>
            </a:extLst>
          </p:cNvPr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164">
            <a:extLst>
              <a:ext uri="{FF2B5EF4-FFF2-40B4-BE49-F238E27FC236}">
                <a16:creationId xmlns:a16="http://schemas.microsoft.com/office/drawing/2014/main" id="{4054AE6D-1F44-50A9-41EB-6EDA2CCC6A44}"/>
              </a:ext>
            </a:extLst>
          </p:cNvPr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9" name="Google Shape;2829;p164">
            <a:extLst>
              <a:ext uri="{FF2B5EF4-FFF2-40B4-BE49-F238E27FC236}">
                <a16:creationId xmlns:a16="http://schemas.microsoft.com/office/drawing/2014/main" id="{52B60D78-DED0-F3C1-33CD-0C74CE180166}"/>
              </a:ext>
            </a:extLst>
          </p:cNvPr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0" name="Google Shape;2830;p164">
            <a:extLst>
              <a:ext uri="{FF2B5EF4-FFF2-40B4-BE49-F238E27FC236}">
                <a16:creationId xmlns:a16="http://schemas.microsoft.com/office/drawing/2014/main" id="{56F43167-E7EA-ACE3-1BB7-6DAE0FC82B00}"/>
              </a:ext>
            </a:extLst>
          </p:cNvPr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177" y="3741948"/>
            <a:ext cx="3209426" cy="244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1" name="Google Shape;2831;p164">
            <a:extLst>
              <a:ext uri="{FF2B5EF4-FFF2-40B4-BE49-F238E27FC236}">
                <a16:creationId xmlns:a16="http://schemas.microsoft.com/office/drawing/2014/main" id="{D98C59B6-0E59-6F6D-7AE7-DE63DBC7CDF3}"/>
              </a:ext>
            </a:extLst>
          </p:cNvPr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0484" y="3753925"/>
            <a:ext cx="3292790" cy="25113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20EED9-A626-937B-BDA4-531CED8F6988}"/>
              </a:ext>
            </a:extLst>
          </p:cNvPr>
          <p:cNvSpPr/>
          <p:nvPr/>
        </p:nvSpPr>
        <p:spPr>
          <a:xfrm>
            <a:off x="2740988" y="4094270"/>
            <a:ext cx="285135" cy="2033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38E58E-287A-BD2A-7C05-8BC185744542}"/>
              </a:ext>
            </a:extLst>
          </p:cNvPr>
          <p:cNvSpPr/>
          <p:nvPr/>
        </p:nvSpPr>
        <p:spPr>
          <a:xfrm>
            <a:off x="3131322" y="4094269"/>
            <a:ext cx="290058" cy="2033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CFB158-26E9-842A-08ED-ED11074BE44F}"/>
              </a:ext>
            </a:extLst>
          </p:cNvPr>
          <p:cNvSpPr/>
          <p:nvPr/>
        </p:nvSpPr>
        <p:spPr>
          <a:xfrm>
            <a:off x="2955024" y="4074329"/>
            <a:ext cx="290058" cy="1169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0DC70-ECCF-52A1-CC3D-48391FAB9288}"/>
              </a:ext>
            </a:extLst>
          </p:cNvPr>
          <p:cNvSpPr/>
          <p:nvPr/>
        </p:nvSpPr>
        <p:spPr>
          <a:xfrm>
            <a:off x="3131278" y="4103084"/>
            <a:ext cx="316628" cy="19941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8EE4D0-6F56-678B-1489-25CE4814175D}"/>
              </a:ext>
            </a:extLst>
          </p:cNvPr>
          <p:cNvSpPr txBox="1"/>
          <p:nvPr/>
        </p:nvSpPr>
        <p:spPr>
          <a:xfrm>
            <a:off x="3111077" y="4074601"/>
            <a:ext cx="349776" cy="2169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50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-0.7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-1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-0.7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-0.7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-0.7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-1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-0.7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0</a:t>
            </a:r>
          </a:p>
          <a:p>
            <a:endParaRPr lang="en-GB" sz="7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AEAA8F-BB15-9CD5-52CC-AF9D39AFBE82}"/>
              </a:ext>
            </a:extLst>
          </p:cNvPr>
          <p:cNvSpPr txBox="1"/>
          <p:nvPr/>
        </p:nvSpPr>
        <p:spPr>
          <a:xfrm>
            <a:off x="2776019" y="4069521"/>
            <a:ext cx="237566" cy="2285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endParaRPr lang="en-GB" sz="750" dirty="0">
              <a:solidFill>
                <a:schemeClr val="tx1"/>
              </a:solidFill>
            </a:endParaRPr>
          </a:p>
          <a:p>
            <a:endParaRPr lang="en-GB" sz="750" dirty="0"/>
          </a:p>
        </p:txBody>
      </p:sp>
      <p:sp>
        <p:nvSpPr>
          <p:cNvPr id="5" name="Google Shape;2775;p162">
            <a:extLst>
              <a:ext uri="{FF2B5EF4-FFF2-40B4-BE49-F238E27FC236}">
                <a16:creationId xmlns:a16="http://schemas.microsoft.com/office/drawing/2014/main" id="{12AED125-F0FC-08F7-E7C3-1BC26EAB2D4B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715;p73">
            <a:extLst>
              <a:ext uri="{FF2B5EF4-FFF2-40B4-BE49-F238E27FC236}">
                <a16:creationId xmlns:a16="http://schemas.microsoft.com/office/drawing/2014/main" id="{92BC5264-3804-0073-1215-F81FEFDEC3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12" name="Google Shape;786;p81">
            <a:extLst>
              <a:ext uri="{FF2B5EF4-FFF2-40B4-BE49-F238E27FC236}">
                <a16:creationId xmlns:a16="http://schemas.microsoft.com/office/drawing/2014/main" id="{7E32FB97-BBE3-3004-2585-B6496DB5914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31450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5">
          <a:extLst>
            <a:ext uri="{FF2B5EF4-FFF2-40B4-BE49-F238E27FC236}">
              <a16:creationId xmlns:a16="http://schemas.microsoft.com/office/drawing/2014/main" id="{08C57A3F-8F9D-94FA-A14A-50B8816F8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Google Shape;2817;p164">
            <a:extLst>
              <a:ext uri="{FF2B5EF4-FFF2-40B4-BE49-F238E27FC236}">
                <a16:creationId xmlns:a16="http://schemas.microsoft.com/office/drawing/2014/main" id="{1A526434-9B16-892B-9B17-FA22758871A6}"/>
              </a:ext>
            </a:extLst>
          </p:cNvPr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164">
            <a:extLst>
              <a:ext uri="{FF2B5EF4-FFF2-40B4-BE49-F238E27FC236}">
                <a16:creationId xmlns:a16="http://schemas.microsoft.com/office/drawing/2014/main" id="{E582F690-10A2-CB2A-CE5D-E0614CE4E18C}"/>
              </a:ext>
            </a:extLst>
          </p:cNvPr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9" name="Google Shape;2819;p164">
            <a:extLst>
              <a:ext uri="{FF2B5EF4-FFF2-40B4-BE49-F238E27FC236}">
                <a16:creationId xmlns:a16="http://schemas.microsoft.com/office/drawing/2014/main" id="{E9F4DAE2-03FE-24E2-01A2-FC9CC00718BC}"/>
              </a:ext>
            </a:extLst>
          </p:cNvPr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0" name="Google Shape;2820;p164">
            <a:extLst>
              <a:ext uri="{FF2B5EF4-FFF2-40B4-BE49-F238E27FC236}">
                <a16:creationId xmlns:a16="http://schemas.microsoft.com/office/drawing/2014/main" id="{FCB3DF0C-9D3F-4939-A403-DB97CAD78CEE}"/>
              </a:ext>
            </a:extLst>
          </p:cNvPr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1" name="Google Shape;2821;p164">
            <a:extLst>
              <a:ext uri="{FF2B5EF4-FFF2-40B4-BE49-F238E27FC236}">
                <a16:creationId xmlns:a16="http://schemas.microsoft.com/office/drawing/2014/main" id="{A642E7D2-DFF8-BEFF-5F28-AFDBF7E604AF}"/>
              </a:ext>
            </a:extLst>
          </p:cNvPr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822" name="Google Shape;2822;p164">
            <a:extLst>
              <a:ext uri="{FF2B5EF4-FFF2-40B4-BE49-F238E27FC236}">
                <a16:creationId xmlns:a16="http://schemas.microsoft.com/office/drawing/2014/main" id="{B3997852-88A5-FDCF-6548-3E21791241D6}"/>
              </a:ext>
            </a:extLst>
          </p:cNvPr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3" name="Google Shape;2823;p164">
            <a:extLst>
              <a:ext uri="{FF2B5EF4-FFF2-40B4-BE49-F238E27FC236}">
                <a16:creationId xmlns:a16="http://schemas.microsoft.com/office/drawing/2014/main" id="{2747728E-B32C-6989-E346-C81F6A748B2E}"/>
              </a:ext>
            </a:extLst>
          </p:cNvPr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824" name="Google Shape;2824;p164">
            <a:extLst>
              <a:ext uri="{FF2B5EF4-FFF2-40B4-BE49-F238E27FC236}">
                <a16:creationId xmlns:a16="http://schemas.microsoft.com/office/drawing/2014/main" id="{E3D7A778-D197-F06B-687A-F77BC0095B37}"/>
              </a:ext>
            </a:extLst>
          </p:cNvPr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5" name="Google Shape;2825;p164">
            <a:extLst>
              <a:ext uri="{FF2B5EF4-FFF2-40B4-BE49-F238E27FC236}">
                <a16:creationId xmlns:a16="http://schemas.microsoft.com/office/drawing/2014/main" id="{6A8AE80C-8D3A-852F-00C3-31F9B189E713}"/>
              </a:ext>
            </a:extLst>
          </p:cNvPr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6" name="Google Shape;2826;p164">
            <a:extLst>
              <a:ext uri="{FF2B5EF4-FFF2-40B4-BE49-F238E27FC236}">
                <a16:creationId xmlns:a16="http://schemas.microsoft.com/office/drawing/2014/main" id="{A04FFF3E-6C79-E1A0-4A2F-ED346D1C85FB}"/>
              </a:ext>
            </a:extLst>
          </p:cNvPr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7" name="Google Shape;2827;p164">
            <a:extLst>
              <a:ext uri="{FF2B5EF4-FFF2-40B4-BE49-F238E27FC236}">
                <a16:creationId xmlns:a16="http://schemas.microsoft.com/office/drawing/2014/main" id="{51BEE567-5BDE-E1FE-0BE4-1C9C88B756A6}"/>
              </a:ext>
            </a:extLst>
          </p:cNvPr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164">
            <a:extLst>
              <a:ext uri="{FF2B5EF4-FFF2-40B4-BE49-F238E27FC236}">
                <a16:creationId xmlns:a16="http://schemas.microsoft.com/office/drawing/2014/main" id="{4F7D393B-ED60-56DC-C267-05705FE7AD83}"/>
              </a:ext>
            </a:extLst>
          </p:cNvPr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9" name="Google Shape;2829;p164">
            <a:extLst>
              <a:ext uri="{FF2B5EF4-FFF2-40B4-BE49-F238E27FC236}">
                <a16:creationId xmlns:a16="http://schemas.microsoft.com/office/drawing/2014/main" id="{CA005035-F572-5069-24D5-EDE82FA64490}"/>
              </a:ext>
            </a:extLst>
          </p:cNvPr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0" name="Google Shape;2830;p164">
            <a:extLst>
              <a:ext uri="{FF2B5EF4-FFF2-40B4-BE49-F238E27FC236}">
                <a16:creationId xmlns:a16="http://schemas.microsoft.com/office/drawing/2014/main" id="{ECB71A7B-C373-5854-C50D-08012037B46A}"/>
              </a:ext>
            </a:extLst>
          </p:cNvPr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177" y="3741948"/>
            <a:ext cx="3209426" cy="244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1" name="Google Shape;2831;p164">
            <a:extLst>
              <a:ext uri="{FF2B5EF4-FFF2-40B4-BE49-F238E27FC236}">
                <a16:creationId xmlns:a16="http://schemas.microsoft.com/office/drawing/2014/main" id="{861B69A7-9DF8-42A1-1DC6-D86DF6CC6F06}"/>
              </a:ext>
            </a:extLst>
          </p:cNvPr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0484" y="3753925"/>
            <a:ext cx="3292790" cy="25113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6E6A590-0BFE-0CD8-FFA4-05097CA3B47F}"/>
              </a:ext>
            </a:extLst>
          </p:cNvPr>
          <p:cNvSpPr/>
          <p:nvPr/>
        </p:nvSpPr>
        <p:spPr>
          <a:xfrm>
            <a:off x="2740988" y="4094270"/>
            <a:ext cx="285135" cy="2033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526BC3-5703-F5BD-AF4A-82432C870A32}"/>
              </a:ext>
            </a:extLst>
          </p:cNvPr>
          <p:cNvSpPr/>
          <p:nvPr/>
        </p:nvSpPr>
        <p:spPr>
          <a:xfrm>
            <a:off x="3131322" y="4094269"/>
            <a:ext cx="290058" cy="20334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AFBFE8-CACF-C33F-620C-F07E05893B01}"/>
              </a:ext>
            </a:extLst>
          </p:cNvPr>
          <p:cNvSpPr/>
          <p:nvPr/>
        </p:nvSpPr>
        <p:spPr>
          <a:xfrm>
            <a:off x="2955024" y="4074329"/>
            <a:ext cx="290058" cy="1169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69604C-D80E-A712-FE7E-21D79C1D2F26}"/>
              </a:ext>
            </a:extLst>
          </p:cNvPr>
          <p:cNvSpPr/>
          <p:nvPr/>
        </p:nvSpPr>
        <p:spPr>
          <a:xfrm>
            <a:off x="1815703" y="4094269"/>
            <a:ext cx="355680" cy="19941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DFC117-2976-9FCC-6D3B-9118C58CD028}"/>
              </a:ext>
            </a:extLst>
          </p:cNvPr>
          <p:cNvSpPr/>
          <p:nvPr/>
        </p:nvSpPr>
        <p:spPr>
          <a:xfrm>
            <a:off x="3131278" y="4103084"/>
            <a:ext cx="316628" cy="19941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97EE68-02EC-63FA-5F77-C5E728915D25}"/>
              </a:ext>
            </a:extLst>
          </p:cNvPr>
          <p:cNvSpPr txBox="1"/>
          <p:nvPr/>
        </p:nvSpPr>
        <p:spPr>
          <a:xfrm>
            <a:off x="3111077" y="4074601"/>
            <a:ext cx="349776" cy="2169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50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-0.7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-1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-0.7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-0.7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-0.7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-1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-0.7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0</a:t>
            </a:r>
          </a:p>
          <a:p>
            <a:endParaRPr lang="en-GB" sz="7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8F307-590D-EA41-0AB5-95D69E465266}"/>
              </a:ext>
            </a:extLst>
          </p:cNvPr>
          <p:cNvSpPr txBox="1"/>
          <p:nvPr/>
        </p:nvSpPr>
        <p:spPr>
          <a:xfrm>
            <a:off x="2776019" y="4069521"/>
            <a:ext cx="237566" cy="2285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1</a:t>
            </a:r>
          </a:p>
          <a:p>
            <a:pPr algn="ctr"/>
            <a:endParaRPr lang="en-GB" sz="750" dirty="0">
              <a:solidFill>
                <a:schemeClr val="tx1"/>
              </a:solidFill>
            </a:endParaRPr>
          </a:p>
          <a:p>
            <a:endParaRPr lang="en-GB" sz="7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44A04F-D2A0-7D41-BCB3-495206746CA5}"/>
              </a:ext>
            </a:extLst>
          </p:cNvPr>
          <p:cNvSpPr txBox="1"/>
          <p:nvPr/>
        </p:nvSpPr>
        <p:spPr>
          <a:xfrm>
            <a:off x="1857107" y="4074601"/>
            <a:ext cx="317716" cy="2054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50" dirty="0">
                <a:solidFill>
                  <a:schemeClr val="tx1"/>
                </a:solidFill>
              </a:rPr>
              <a:t>5.1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6.0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5.6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5.9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4.8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4.9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4.0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4.1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5.1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5.0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5.2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6.0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5.0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3.9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4.1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4.5</a:t>
            </a:r>
          </a:p>
          <a:p>
            <a:pPr algn="ctr"/>
            <a:r>
              <a:rPr lang="en-GB" sz="750" dirty="0">
                <a:solidFill>
                  <a:schemeClr val="tx1"/>
                </a:solidFill>
              </a:rPr>
              <a:t>5.2</a:t>
            </a:r>
          </a:p>
        </p:txBody>
      </p:sp>
      <p:sp>
        <p:nvSpPr>
          <p:cNvPr id="6" name="Google Shape;2775;p162">
            <a:extLst>
              <a:ext uri="{FF2B5EF4-FFF2-40B4-BE49-F238E27FC236}">
                <a16:creationId xmlns:a16="http://schemas.microsoft.com/office/drawing/2014/main" id="{23400F2D-6DEB-6963-5B7F-BE170695B665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715;p73">
            <a:extLst>
              <a:ext uri="{FF2B5EF4-FFF2-40B4-BE49-F238E27FC236}">
                <a16:creationId xmlns:a16="http://schemas.microsoft.com/office/drawing/2014/main" id="{4CD51ACF-3E18-3A5F-2879-FA5E2C5023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14" name="Google Shape;786;p81">
            <a:extLst>
              <a:ext uri="{FF2B5EF4-FFF2-40B4-BE49-F238E27FC236}">
                <a16:creationId xmlns:a16="http://schemas.microsoft.com/office/drawing/2014/main" id="{C08CF3D5-6FD0-17EE-F394-FBB5416B698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95636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5">
          <a:extLst>
            <a:ext uri="{FF2B5EF4-FFF2-40B4-BE49-F238E27FC236}">
              <a16:creationId xmlns:a16="http://schemas.microsoft.com/office/drawing/2014/main" id="{BE97A1C7-84CC-6E19-CD21-D3CCF7624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Google Shape;2817;p164">
            <a:extLst>
              <a:ext uri="{FF2B5EF4-FFF2-40B4-BE49-F238E27FC236}">
                <a16:creationId xmlns:a16="http://schemas.microsoft.com/office/drawing/2014/main" id="{48776854-9018-9DA6-CE2E-60ADBF45A865}"/>
              </a:ext>
            </a:extLst>
          </p:cNvPr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164">
            <a:extLst>
              <a:ext uri="{FF2B5EF4-FFF2-40B4-BE49-F238E27FC236}">
                <a16:creationId xmlns:a16="http://schemas.microsoft.com/office/drawing/2014/main" id="{620F390A-BF53-AB44-765E-98AE216435B7}"/>
              </a:ext>
            </a:extLst>
          </p:cNvPr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9" name="Google Shape;2819;p164">
            <a:extLst>
              <a:ext uri="{FF2B5EF4-FFF2-40B4-BE49-F238E27FC236}">
                <a16:creationId xmlns:a16="http://schemas.microsoft.com/office/drawing/2014/main" id="{D5944D4E-6925-7CB4-6D9B-BE56C79E051B}"/>
              </a:ext>
            </a:extLst>
          </p:cNvPr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0" name="Google Shape;2820;p164">
            <a:extLst>
              <a:ext uri="{FF2B5EF4-FFF2-40B4-BE49-F238E27FC236}">
                <a16:creationId xmlns:a16="http://schemas.microsoft.com/office/drawing/2014/main" id="{C366354F-DED2-5B98-DB84-73ABB50D3B5A}"/>
              </a:ext>
            </a:extLst>
          </p:cNvPr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1" name="Google Shape;2821;p164">
            <a:extLst>
              <a:ext uri="{FF2B5EF4-FFF2-40B4-BE49-F238E27FC236}">
                <a16:creationId xmlns:a16="http://schemas.microsoft.com/office/drawing/2014/main" id="{66471117-7950-3E45-3ABB-760143495AA9}"/>
              </a:ext>
            </a:extLst>
          </p:cNvPr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822" name="Google Shape;2822;p164">
            <a:extLst>
              <a:ext uri="{FF2B5EF4-FFF2-40B4-BE49-F238E27FC236}">
                <a16:creationId xmlns:a16="http://schemas.microsoft.com/office/drawing/2014/main" id="{8F87AAC2-4198-92DD-EF74-B1A3D10DF952}"/>
              </a:ext>
            </a:extLst>
          </p:cNvPr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3" name="Google Shape;2823;p164">
            <a:extLst>
              <a:ext uri="{FF2B5EF4-FFF2-40B4-BE49-F238E27FC236}">
                <a16:creationId xmlns:a16="http://schemas.microsoft.com/office/drawing/2014/main" id="{61637DFB-5C5C-B12E-D9BA-4E03AD3E0FDC}"/>
              </a:ext>
            </a:extLst>
          </p:cNvPr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824" name="Google Shape;2824;p164">
            <a:extLst>
              <a:ext uri="{FF2B5EF4-FFF2-40B4-BE49-F238E27FC236}">
                <a16:creationId xmlns:a16="http://schemas.microsoft.com/office/drawing/2014/main" id="{A8416B8D-0593-729F-AB5E-7596966E3CB7}"/>
              </a:ext>
            </a:extLst>
          </p:cNvPr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5" name="Google Shape;2825;p164">
            <a:extLst>
              <a:ext uri="{FF2B5EF4-FFF2-40B4-BE49-F238E27FC236}">
                <a16:creationId xmlns:a16="http://schemas.microsoft.com/office/drawing/2014/main" id="{13B8EFAF-42AD-D49D-7D79-CE1BA820310E}"/>
              </a:ext>
            </a:extLst>
          </p:cNvPr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6" name="Google Shape;2826;p164">
            <a:extLst>
              <a:ext uri="{FF2B5EF4-FFF2-40B4-BE49-F238E27FC236}">
                <a16:creationId xmlns:a16="http://schemas.microsoft.com/office/drawing/2014/main" id="{1F035AA6-88A1-64EA-F2C8-EA8467F1A58B}"/>
              </a:ext>
            </a:extLst>
          </p:cNvPr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7" name="Google Shape;2827;p164">
            <a:extLst>
              <a:ext uri="{FF2B5EF4-FFF2-40B4-BE49-F238E27FC236}">
                <a16:creationId xmlns:a16="http://schemas.microsoft.com/office/drawing/2014/main" id="{4F851380-0CFA-7A21-6044-44F612800720}"/>
              </a:ext>
            </a:extLst>
          </p:cNvPr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164">
            <a:extLst>
              <a:ext uri="{FF2B5EF4-FFF2-40B4-BE49-F238E27FC236}">
                <a16:creationId xmlns:a16="http://schemas.microsoft.com/office/drawing/2014/main" id="{EA05F4BF-E87B-08A0-7A0E-9F0FD93384EE}"/>
              </a:ext>
            </a:extLst>
          </p:cNvPr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9" name="Google Shape;2829;p164">
            <a:extLst>
              <a:ext uri="{FF2B5EF4-FFF2-40B4-BE49-F238E27FC236}">
                <a16:creationId xmlns:a16="http://schemas.microsoft.com/office/drawing/2014/main" id="{18E6F8CB-2A3F-8F91-CFB8-FB29DB966082}"/>
              </a:ext>
            </a:extLst>
          </p:cNvPr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0" name="Google Shape;2830;p164">
            <a:extLst>
              <a:ext uri="{FF2B5EF4-FFF2-40B4-BE49-F238E27FC236}">
                <a16:creationId xmlns:a16="http://schemas.microsoft.com/office/drawing/2014/main" id="{1C083C8A-FB1C-E5EB-4922-B825810EA918}"/>
              </a:ext>
            </a:extLst>
          </p:cNvPr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177" y="3741948"/>
            <a:ext cx="3209426" cy="244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1" name="Google Shape;2831;p164">
            <a:extLst>
              <a:ext uri="{FF2B5EF4-FFF2-40B4-BE49-F238E27FC236}">
                <a16:creationId xmlns:a16="http://schemas.microsoft.com/office/drawing/2014/main" id="{22D2FB8B-D748-6227-AC64-698EDBDB36E1}"/>
              </a:ext>
            </a:extLst>
          </p:cNvPr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0484" y="3753925"/>
            <a:ext cx="3292790" cy="25113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75;p162">
            <a:extLst>
              <a:ext uri="{FF2B5EF4-FFF2-40B4-BE49-F238E27FC236}">
                <a16:creationId xmlns:a16="http://schemas.microsoft.com/office/drawing/2014/main" id="{A1806252-A0A9-64DC-96BF-05A860A91DBD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4D74E06B-F60E-2E24-CDEA-386935412D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2EBDE327-D3C8-2A1A-E475-861B2B3EE84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72987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9" name="Google Shape;2839;p165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0" name="Google Shape;2840;p165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1" name="Google Shape;2841;p16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2" name="Google Shape;2842;p16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3" name="Google Shape;2843;p16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844" name="Google Shape;2844;p165"/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5" name="Google Shape;2845;p165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846" name="Google Shape;2846;p165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7" name="Google Shape;2847;p165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8" name="Google Shape;2848;p165"/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9" name="Google Shape;2849;p165"/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0" name="Google Shape;2850;p165"/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1" name="Google Shape;2851;p165"/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2" name="Google Shape;2852;p165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177" y="3741948"/>
            <a:ext cx="3209426" cy="24477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75;p162">
            <a:extLst>
              <a:ext uri="{FF2B5EF4-FFF2-40B4-BE49-F238E27FC236}">
                <a16:creationId xmlns:a16="http://schemas.microsoft.com/office/drawing/2014/main" id="{13EB1349-A6DF-3440-5A71-1EB1F1A58967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92188414-25C7-9DD7-0948-E26575007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5F092DBA-9CCC-3BBF-3D69-4B94136BDE2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Google Shape;2860;p166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1" name="Google Shape;2861;p166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2" name="Google Shape;2862;p16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3" name="Google Shape;2863;p16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4" name="Google Shape;2864;p16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865" name="Google Shape;2865;p166"/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6" name="Google Shape;2866;p166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867" name="Google Shape;2867;p166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8" name="Google Shape;2868;p166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9" name="Google Shape;2869;p166"/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0" name="Google Shape;2870;p166"/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1" name="Google Shape;2871;p166"/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2" name="Google Shape;2872;p166"/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3" name="Google Shape;2873;p166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177" y="3741948"/>
            <a:ext cx="3209426" cy="24477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4" name="Google Shape;2874;p166"/>
          <p:cNvCxnSpPr/>
          <p:nvPr/>
        </p:nvCxnSpPr>
        <p:spPr>
          <a:xfrm>
            <a:off x="1661725" y="4064850"/>
            <a:ext cx="0" cy="193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2875" name="Google Shape;2875;p166"/>
          <p:cNvCxnSpPr/>
          <p:nvPr/>
        </p:nvCxnSpPr>
        <p:spPr>
          <a:xfrm rot="10800000">
            <a:off x="1832350" y="3901875"/>
            <a:ext cx="41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2876" name="Google Shape;2876;p166"/>
          <p:cNvSpPr txBox="1"/>
          <p:nvPr/>
        </p:nvSpPr>
        <p:spPr>
          <a:xfrm>
            <a:off x="1880550" y="3597100"/>
            <a:ext cx="30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7" name="Google Shape;2877;p166"/>
          <p:cNvSpPr txBox="1"/>
          <p:nvPr/>
        </p:nvSpPr>
        <p:spPr>
          <a:xfrm>
            <a:off x="1377150" y="4054300"/>
            <a:ext cx="27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775;p162">
            <a:extLst>
              <a:ext uri="{FF2B5EF4-FFF2-40B4-BE49-F238E27FC236}">
                <a16:creationId xmlns:a16="http://schemas.microsoft.com/office/drawing/2014/main" id="{04F30927-B365-B4E8-D959-C777071029D3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57C59CC0-0097-7E9B-09AB-A35375D192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59E48E86-FFAD-C2EF-3A9C-89B1A6D0D31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p167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6" name="Google Shape;2886;p167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7" name="Google Shape;2887;p16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8" name="Google Shape;2888;p16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9" name="Google Shape;2889;p16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890" name="Google Shape;2890;p167"/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1" name="Google Shape;2891;p16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892" name="Google Shape;2892;p167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3" name="Google Shape;2893;p167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4" name="Google Shape;2894;p167"/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5" name="Google Shape;2895;p167"/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6" name="Google Shape;2896;p167"/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p167"/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8" name="Google Shape;2898;p167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177" y="3741948"/>
            <a:ext cx="3209426" cy="24477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75;p162">
            <a:extLst>
              <a:ext uri="{FF2B5EF4-FFF2-40B4-BE49-F238E27FC236}">
                <a16:creationId xmlns:a16="http://schemas.microsoft.com/office/drawing/2014/main" id="{48B3B434-B787-510F-2FE5-D63082CB9320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453F41D1-9F42-60FF-6E7B-D7C041AF34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6A0E133C-FEB0-E751-FDBB-93A4596AC0F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906;p168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7" name="Google Shape;2907;p168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8" name="Google Shape;2908;p16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9" name="Google Shape;2909;p16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0" name="Google Shape;2910;p16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911" name="Google Shape;2911;p168"/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2" name="Google Shape;2912;p16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913" name="Google Shape;2913;p168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4" name="Google Shape;2914;p168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5" name="Google Shape;2915;p168"/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6" name="Google Shape;2916;p168"/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7" name="Google Shape;2917;p168"/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8" name="Google Shape;2918;p168"/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9" name="Google Shape;2919;p168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177" y="3741948"/>
            <a:ext cx="3209426" cy="24477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0" name="Google Shape;2920;p168"/>
          <p:cNvCxnSpPr/>
          <p:nvPr/>
        </p:nvCxnSpPr>
        <p:spPr>
          <a:xfrm>
            <a:off x="2576125" y="4064850"/>
            <a:ext cx="0" cy="193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2921" name="Google Shape;2921;p168"/>
          <p:cNvCxnSpPr/>
          <p:nvPr/>
        </p:nvCxnSpPr>
        <p:spPr>
          <a:xfrm rot="10800000">
            <a:off x="2670450" y="3901875"/>
            <a:ext cx="77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2922" name="Google Shape;2922;p168"/>
          <p:cNvSpPr txBox="1"/>
          <p:nvPr/>
        </p:nvSpPr>
        <p:spPr>
          <a:xfrm>
            <a:off x="2291450" y="4054300"/>
            <a:ext cx="27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p168"/>
          <p:cNvSpPr txBox="1"/>
          <p:nvPr/>
        </p:nvSpPr>
        <p:spPr>
          <a:xfrm>
            <a:off x="2986225" y="3556425"/>
            <a:ext cx="368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p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775;p162">
            <a:extLst>
              <a:ext uri="{FF2B5EF4-FFF2-40B4-BE49-F238E27FC236}">
                <a16:creationId xmlns:a16="http://schemas.microsoft.com/office/drawing/2014/main" id="{768ED989-FD67-8871-6910-C2C79384020D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A1711A02-EFE0-5D63-DEC8-0BBCC7C493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53608CE4-FDF2-150A-1809-4871482C7FC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1" name="Google Shape;2931;p169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2" name="Google Shape;2932;p169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3" name="Google Shape;2933;p16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4" name="Google Shape;2934;p16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5" name="Google Shape;2935;p16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936" name="Google Shape;2936;p169"/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7" name="Google Shape;2937;p16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938" name="Google Shape;2938;p169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9" name="Google Shape;2939;p169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0" name="Google Shape;2940;p169"/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1" name="Google Shape;2941;p169"/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2" name="Google Shape;2942;p169"/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3" name="Google Shape;2943;p169"/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4" name="Google Shape;2944;p169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177" y="3741948"/>
            <a:ext cx="3209426" cy="24477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75;p162">
            <a:extLst>
              <a:ext uri="{FF2B5EF4-FFF2-40B4-BE49-F238E27FC236}">
                <a16:creationId xmlns:a16="http://schemas.microsoft.com/office/drawing/2014/main" id="{E0B75083-029F-018F-D65F-EE29E3351467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30D5D9DA-27A7-C37C-2189-FCE5D08470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982B8067-AA61-1531-6875-1974EC54F64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2" name="Google Shape;2952;p170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3" name="Google Shape;2953;p170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4" name="Google Shape;2954;p17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5" name="Google Shape;2955;p17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6" name="Google Shape;2956;p17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957" name="Google Shape;2957;p170"/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8" name="Google Shape;2958;p17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959" name="Google Shape;2959;p170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0" name="Google Shape;2960;p170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1" name="Google Shape;2961;p170"/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2" name="Google Shape;2962;p170"/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3" name="Google Shape;2963;p170"/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4" name="Google Shape;2964;p170"/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5" name="Google Shape;2965;p170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177" y="3741948"/>
            <a:ext cx="3209426" cy="24477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66" name="Google Shape;2966;p170"/>
          <p:cNvCxnSpPr/>
          <p:nvPr/>
        </p:nvCxnSpPr>
        <p:spPr>
          <a:xfrm rot="10800000">
            <a:off x="3661175" y="4663875"/>
            <a:ext cx="272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2967" name="Google Shape;2967;p170"/>
          <p:cNvSpPr txBox="1"/>
          <p:nvPr/>
        </p:nvSpPr>
        <p:spPr>
          <a:xfrm>
            <a:off x="3663150" y="4359100"/>
            <a:ext cx="27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8" name="Google Shape;2968;p170"/>
          <p:cNvCxnSpPr/>
          <p:nvPr/>
        </p:nvCxnSpPr>
        <p:spPr>
          <a:xfrm>
            <a:off x="3604225" y="4790025"/>
            <a:ext cx="0" cy="47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2969" name="Google Shape;2969;p170"/>
          <p:cNvSpPr txBox="1"/>
          <p:nvPr/>
        </p:nvSpPr>
        <p:spPr>
          <a:xfrm>
            <a:off x="3367225" y="4699425"/>
            <a:ext cx="368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p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775;p162">
            <a:extLst>
              <a:ext uri="{FF2B5EF4-FFF2-40B4-BE49-F238E27FC236}">
                <a16:creationId xmlns:a16="http://schemas.microsoft.com/office/drawing/2014/main" id="{802CCB42-7DEA-216B-25F3-A5B8BE28CCDB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EA767CB0-A9BB-33B3-2A68-F73AF3A662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D2925BBF-BDFA-D365-BBBF-98FAB16C38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7" name="Google Shape;2977;p171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8" name="Google Shape;2978;p171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9" name="Google Shape;2979;p171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0" name="Google Shape;2980;p17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1" name="Google Shape;2981;p17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982" name="Google Shape;2982;p171"/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3" name="Google Shape;2983;p17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984" name="Google Shape;2984;p171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5" name="Google Shape;2985;p171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6" name="Google Shape;2986;p171"/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7" name="Google Shape;2987;p171"/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8" name="Google Shape;2988;p171"/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9" name="Google Shape;2989;p171"/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0" name="Google Shape;2990;p171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177" y="3741948"/>
            <a:ext cx="3209426" cy="24477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75;p162">
            <a:extLst>
              <a:ext uri="{FF2B5EF4-FFF2-40B4-BE49-F238E27FC236}">
                <a16:creationId xmlns:a16="http://schemas.microsoft.com/office/drawing/2014/main" id="{9201FE2D-1F7C-DBB0-4E9E-137987D23B51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40800D95-DAE2-3897-82CC-07B76CAC2D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85EA36A9-DD5D-03C5-FB0E-59DD37EF9CF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8" name="Google Shape;2998;p172"/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172"/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0" name="Google Shape;3000;p17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1" name="Google Shape;3001;p17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2" name="Google Shape;3002;p172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3003" name="Google Shape;3003;p172"/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4" name="Google Shape;3004;p172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3005" name="Google Shape;3005;p172"/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6" name="Google Shape;3006;p172"/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7" name="Google Shape;3007;p172"/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8" name="Google Shape;3008;p172"/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9" name="Google Shape;3009;p172"/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0" name="Google Shape;3010;p172"/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1" name="Google Shape;3011;p172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177" y="3741948"/>
            <a:ext cx="3209426" cy="24477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2" name="Google Shape;3012;p172"/>
          <p:cNvCxnSpPr/>
          <p:nvPr/>
        </p:nvCxnSpPr>
        <p:spPr>
          <a:xfrm>
            <a:off x="4252525" y="4064850"/>
            <a:ext cx="0" cy="193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3013" name="Google Shape;3013;p172"/>
          <p:cNvCxnSpPr/>
          <p:nvPr/>
        </p:nvCxnSpPr>
        <p:spPr>
          <a:xfrm rot="10800000">
            <a:off x="4346950" y="3901875"/>
            <a:ext cx="41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3014" name="Google Shape;3014;p172"/>
          <p:cNvSpPr txBox="1"/>
          <p:nvPr/>
        </p:nvSpPr>
        <p:spPr>
          <a:xfrm>
            <a:off x="4395150" y="3597100"/>
            <a:ext cx="30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5" name="Google Shape;3015;p172"/>
          <p:cNvSpPr txBox="1"/>
          <p:nvPr/>
        </p:nvSpPr>
        <p:spPr>
          <a:xfrm>
            <a:off x="3967950" y="4054300"/>
            <a:ext cx="27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775;p162">
            <a:extLst>
              <a:ext uri="{FF2B5EF4-FFF2-40B4-BE49-F238E27FC236}">
                <a16:creationId xmlns:a16="http://schemas.microsoft.com/office/drawing/2014/main" id="{F80BD0B8-C1A4-30BD-C9CA-02E77B77FC89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2EAA8D21-9D24-247E-E111-BF2131C57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5C769383-B6DC-EC98-509C-0D5EB8AB374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5">
          <a:extLst>
            <a:ext uri="{FF2B5EF4-FFF2-40B4-BE49-F238E27FC236}">
              <a16:creationId xmlns:a16="http://schemas.microsoft.com/office/drawing/2014/main" id="{7DE0C4A2-4C5B-288A-2010-012734A73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7" name="Google Shape;2977;p171">
            <a:extLst>
              <a:ext uri="{FF2B5EF4-FFF2-40B4-BE49-F238E27FC236}">
                <a16:creationId xmlns:a16="http://schemas.microsoft.com/office/drawing/2014/main" id="{F3769C3A-DC5D-AFCC-6B69-D367070C2ABE}"/>
              </a:ext>
            </a:extLst>
          </p:cNvPr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8" name="Google Shape;2978;p171">
            <a:extLst>
              <a:ext uri="{FF2B5EF4-FFF2-40B4-BE49-F238E27FC236}">
                <a16:creationId xmlns:a16="http://schemas.microsoft.com/office/drawing/2014/main" id="{B9379195-CFB1-D7D3-3782-98DF12BB3A57}"/>
              </a:ext>
            </a:extLst>
          </p:cNvPr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9" name="Google Shape;2979;p171">
            <a:extLst>
              <a:ext uri="{FF2B5EF4-FFF2-40B4-BE49-F238E27FC236}">
                <a16:creationId xmlns:a16="http://schemas.microsoft.com/office/drawing/2014/main" id="{5C93A1AB-AB82-FB48-B924-8DE3D0F91796}"/>
              </a:ext>
            </a:extLst>
          </p:cNvPr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0" name="Google Shape;2980;p171">
            <a:extLst>
              <a:ext uri="{FF2B5EF4-FFF2-40B4-BE49-F238E27FC236}">
                <a16:creationId xmlns:a16="http://schemas.microsoft.com/office/drawing/2014/main" id="{723B8BFC-9044-0529-F83A-034A07BBF95C}"/>
              </a:ext>
            </a:extLst>
          </p:cNvPr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1" name="Google Shape;2981;p171">
            <a:extLst>
              <a:ext uri="{FF2B5EF4-FFF2-40B4-BE49-F238E27FC236}">
                <a16:creationId xmlns:a16="http://schemas.microsoft.com/office/drawing/2014/main" id="{5EE289C1-C42F-6049-87DA-295F0553E596}"/>
              </a:ext>
            </a:extLst>
          </p:cNvPr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982" name="Google Shape;2982;p171">
            <a:extLst>
              <a:ext uri="{FF2B5EF4-FFF2-40B4-BE49-F238E27FC236}">
                <a16:creationId xmlns:a16="http://schemas.microsoft.com/office/drawing/2014/main" id="{64CB9F7B-5622-91E4-8029-CBE03253570B}"/>
              </a:ext>
            </a:extLst>
          </p:cNvPr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3" name="Google Shape;2983;p171">
            <a:extLst>
              <a:ext uri="{FF2B5EF4-FFF2-40B4-BE49-F238E27FC236}">
                <a16:creationId xmlns:a16="http://schemas.microsoft.com/office/drawing/2014/main" id="{E01CE204-9E9E-185D-7CD6-66CEA77E7263}"/>
              </a:ext>
            </a:extLst>
          </p:cNvPr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984" name="Google Shape;2984;p171">
            <a:extLst>
              <a:ext uri="{FF2B5EF4-FFF2-40B4-BE49-F238E27FC236}">
                <a16:creationId xmlns:a16="http://schemas.microsoft.com/office/drawing/2014/main" id="{435D86A2-88B1-70ED-B8B8-B513D9D95BD6}"/>
              </a:ext>
            </a:extLst>
          </p:cNvPr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5" name="Google Shape;2985;p171">
            <a:extLst>
              <a:ext uri="{FF2B5EF4-FFF2-40B4-BE49-F238E27FC236}">
                <a16:creationId xmlns:a16="http://schemas.microsoft.com/office/drawing/2014/main" id="{4EA17F2A-9ECC-71D8-C104-BDF630F93153}"/>
              </a:ext>
            </a:extLst>
          </p:cNvPr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6" name="Google Shape;2986;p171">
            <a:extLst>
              <a:ext uri="{FF2B5EF4-FFF2-40B4-BE49-F238E27FC236}">
                <a16:creationId xmlns:a16="http://schemas.microsoft.com/office/drawing/2014/main" id="{4A1D6B95-E3B8-4F6B-8794-5D275CE98D85}"/>
              </a:ext>
            </a:extLst>
          </p:cNvPr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7" name="Google Shape;2987;p171">
            <a:extLst>
              <a:ext uri="{FF2B5EF4-FFF2-40B4-BE49-F238E27FC236}">
                <a16:creationId xmlns:a16="http://schemas.microsoft.com/office/drawing/2014/main" id="{D4230049-A13E-90F7-10F2-D0D3F76C8F40}"/>
              </a:ext>
            </a:extLst>
          </p:cNvPr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8" name="Google Shape;2988;p171">
            <a:extLst>
              <a:ext uri="{FF2B5EF4-FFF2-40B4-BE49-F238E27FC236}">
                <a16:creationId xmlns:a16="http://schemas.microsoft.com/office/drawing/2014/main" id="{D5139054-6E3C-8C26-1475-0A5713AA2272}"/>
              </a:ext>
            </a:extLst>
          </p:cNvPr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9" name="Google Shape;2989;p171">
            <a:extLst>
              <a:ext uri="{FF2B5EF4-FFF2-40B4-BE49-F238E27FC236}">
                <a16:creationId xmlns:a16="http://schemas.microsoft.com/office/drawing/2014/main" id="{38034379-3989-AAE0-B17B-3652A01012F8}"/>
              </a:ext>
            </a:extLst>
          </p:cNvPr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0" name="Google Shape;2990;p171">
            <a:extLst>
              <a:ext uri="{FF2B5EF4-FFF2-40B4-BE49-F238E27FC236}">
                <a16:creationId xmlns:a16="http://schemas.microsoft.com/office/drawing/2014/main" id="{630C4F6F-2DA5-5D3C-AF61-571E2690765C}"/>
              </a:ext>
            </a:extLst>
          </p:cNvPr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177" y="3741948"/>
            <a:ext cx="3209426" cy="24477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75;p162">
            <a:extLst>
              <a:ext uri="{FF2B5EF4-FFF2-40B4-BE49-F238E27FC236}">
                <a16:creationId xmlns:a16="http://schemas.microsoft.com/office/drawing/2014/main" id="{1D8F4B62-939F-B095-CAE1-CCEB3C8EA28E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96F2F6BF-74CE-1493-55F1-2E04CBA587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3D62366C-40F3-D246-2D95-A6DC84BA0C4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9437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5">
          <a:extLst>
            <a:ext uri="{FF2B5EF4-FFF2-40B4-BE49-F238E27FC236}">
              <a16:creationId xmlns:a16="http://schemas.microsoft.com/office/drawing/2014/main" id="{44F74245-C657-A606-68B5-182CF0D6A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7" name="Google Shape;2977;p171">
            <a:extLst>
              <a:ext uri="{FF2B5EF4-FFF2-40B4-BE49-F238E27FC236}">
                <a16:creationId xmlns:a16="http://schemas.microsoft.com/office/drawing/2014/main" id="{E5C76054-EEB9-5ACC-D8E9-BBD00BB6F5C7}"/>
              </a:ext>
            </a:extLst>
          </p:cNvPr>
          <p:cNvSpPr txBox="1"/>
          <p:nvPr/>
        </p:nvSpPr>
        <p:spPr>
          <a:xfrm>
            <a:off x="6807200" y="4315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8" name="Google Shape;2978;p171">
            <a:extLst>
              <a:ext uri="{FF2B5EF4-FFF2-40B4-BE49-F238E27FC236}">
                <a16:creationId xmlns:a16="http://schemas.microsoft.com/office/drawing/2014/main" id="{D3C14475-E6D1-43EA-7774-437BDAE69BB4}"/>
              </a:ext>
            </a:extLst>
          </p:cNvPr>
          <p:cNvSpPr txBox="1"/>
          <p:nvPr/>
        </p:nvSpPr>
        <p:spPr>
          <a:xfrm>
            <a:off x="6807200" y="3172547"/>
            <a:ext cx="1794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𝛽</a:t>
            </a:r>
            <a:r>
              <a:rPr lang="en-GB" sz="2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25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endParaRPr sz="2500" b="1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9" name="Google Shape;2979;p171">
            <a:extLst>
              <a:ext uri="{FF2B5EF4-FFF2-40B4-BE49-F238E27FC236}">
                <a16:creationId xmlns:a16="http://schemas.microsoft.com/office/drawing/2014/main" id="{F42F54B4-F53D-9506-9E84-907475EB95E3}"/>
              </a:ext>
            </a:extLst>
          </p:cNvPr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67" y="1792750"/>
            <a:ext cx="3870074" cy="117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0" name="Google Shape;2980;p171">
            <a:extLst>
              <a:ext uri="{FF2B5EF4-FFF2-40B4-BE49-F238E27FC236}">
                <a16:creationId xmlns:a16="http://schemas.microsoft.com/office/drawing/2014/main" id="{EE2A120D-3848-10A5-F64C-47FC92916100}"/>
              </a:ext>
            </a:extLst>
          </p:cNvPr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4000" y="3011948"/>
            <a:ext cx="3870017" cy="117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1" name="Google Shape;2981;p171">
            <a:extLst>
              <a:ext uri="{FF2B5EF4-FFF2-40B4-BE49-F238E27FC236}">
                <a16:creationId xmlns:a16="http://schemas.microsoft.com/office/drawing/2014/main" id="{1504D32F-4903-2F9F-DD75-0E9ED7072EDF}"/>
              </a:ext>
            </a:extLst>
          </p:cNvPr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70" y="4094270"/>
            <a:ext cx="3870091" cy="11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982" name="Google Shape;2982;p171">
            <a:extLst>
              <a:ext uri="{FF2B5EF4-FFF2-40B4-BE49-F238E27FC236}">
                <a16:creationId xmlns:a16="http://schemas.microsoft.com/office/drawing/2014/main" id="{D1CD6F48-2678-A169-D1CD-F887E558CE0E}"/>
              </a:ext>
            </a:extLst>
          </p:cNvPr>
          <p:cNvSpPr txBox="1"/>
          <p:nvPr/>
        </p:nvSpPr>
        <p:spPr>
          <a:xfrm>
            <a:off x="11326600" y="43992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3" name="Google Shape;2983;p171">
            <a:extLst>
              <a:ext uri="{FF2B5EF4-FFF2-40B4-BE49-F238E27FC236}">
                <a16:creationId xmlns:a16="http://schemas.microsoft.com/office/drawing/2014/main" id="{9D2D3C8E-ADD4-1EAD-8AF8-079086359760}"/>
              </a:ext>
            </a:extLst>
          </p:cNvPr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3994" y="5273648"/>
            <a:ext cx="3870039" cy="117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984" name="Google Shape;2984;p171">
            <a:extLst>
              <a:ext uri="{FF2B5EF4-FFF2-40B4-BE49-F238E27FC236}">
                <a16:creationId xmlns:a16="http://schemas.microsoft.com/office/drawing/2014/main" id="{211770E3-D012-CD5B-89A5-9AA2B6B926D8}"/>
              </a:ext>
            </a:extLst>
          </p:cNvPr>
          <p:cNvSpPr txBox="1"/>
          <p:nvPr/>
        </p:nvSpPr>
        <p:spPr>
          <a:xfrm>
            <a:off x="11326600" y="33324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5" name="Google Shape;2985;p171">
            <a:extLst>
              <a:ext uri="{FF2B5EF4-FFF2-40B4-BE49-F238E27FC236}">
                <a16:creationId xmlns:a16="http://schemas.microsoft.com/office/drawing/2014/main" id="{BBCEA2F4-6934-A2BF-93D8-09B32460F821}"/>
              </a:ext>
            </a:extLst>
          </p:cNvPr>
          <p:cNvSpPr txBox="1"/>
          <p:nvPr/>
        </p:nvSpPr>
        <p:spPr>
          <a:xfrm>
            <a:off x="11326600" y="2037063"/>
            <a:ext cx="124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5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6" name="Google Shape;2986;p171">
            <a:extLst>
              <a:ext uri="{FF2B5EF4-FFF2-40B4-BE49-F238E27FC236}">
                <a16:creationId xmlns:a16="http://schemas.microsoft.com/office/drawing/2014/main" id="{9B0C0233-7047-402F-A0A3-4B39BBC7F1C5}"/>
              </a:ext>
            </a:extLst>
          </p:cNvPr>
          <p:cNvSpPr txBox="1"/>
          <p:nvPr/>
        </p:nvSpPr>
        <p:spPr>
          <a:xfrm>
            <a:off x="9147700" y="19759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0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7" name="Google Shape;2987;p171">
            <a:extLst>
              <a:ext uri="{FF2B5EF4-FFF2-40B4-BE49-F238E27FC236}">
                <a16:creationId xmlns:a16="http://schemas.microsoft.com/office/drawing/2014/main" id="{2CA4C6E2-63AD-C337-C719-31A181F5B9A7}"/>
              </a:ext>
            </a:extLst>
          </p:cNvPr>
          <p:cNvSpPr txBox="1"/>
          <p:nvPr/>
        </p:nvSpPr>
        <p:spPr>
          <a:xfrm>
            <a:off x="9147700" y="3195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8" name="Google Shape;2988;p171">
            <a:extLst>
              <a:ext uri="{FF2B5EF4-FFF2-40B4-BE49-F238E27FC236}">
                <a16:creationId xmlns:a16="http://schemas.microsoft.com/office/drawing/2014/main" id="{20F1CE07-9DDC-7DEC-10D3-152821168EA6}"/>
              </a:ext>
            </a:extLst>
          </p:cNvPr>
          <p:cNvSpPr txBox="1"/>
          <p:nvPr/>
        </p:nvSpPr>
        <p:spPr>
          <a:xfrm>
            <a:off x="9147700" y="4338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GB" sz="3000" b="1" baseline="-250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 b="1" baseline="-250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9" name="Google Shape;2989;p171">
            <a:extLst>
              <a:ext uri="{FF2B5EF4-FFF2-40B4-BE49-F238E27FC236}">
                <a16:creationId xmlns:a16="http://schemas.microsoft.com/office/drawing/2014/main" id="{1E4D560C-4398-37AD-0108-25E3FB34917A}"/>
              </a:ext>
            </a:extLst>
          </p:cNvPr>
          <p:cNvSpPr txBox="1"/>
          <p:nvPr/>
        </p:nvSpPr>
        <p:spPr>
          <a:xfrm>
            <a:off x="9147700" y="5481175"/>
            <a:ext cx="109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𝜺</a:t>
            </a:r>
            <a:endParaRPr sz="3000" b="1" baseline="-250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0" name="Google Shape;2990;p171">
            <a:extLst>
              <a:ext uri="{FF2B5EF4-FFF2-40B4-BE49-F238E27FC236}">
                <a16:creationId xmlns:a16="http://schemas.microsoft.com/office/drawing/2014/main" id="{BAED8D05-38B2-8F9B-C9AD-B7917C1B4553}"/>
              </a:ext>
            </a:extLst>
          </p:cNvPr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177" y="3741948"/>
            <a:ext cx="3209426" cy="24477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75;p162">
            <a:extLst>
              <a:ext uri="{FF2B5EF4-FFF2-40B4-BE49-F238E27FC236}">
                <a16:creationId xmlns:a16="http://schemas.microsoft.com/office/drawing/2014/main" id="{1DC79148-5407-4D20-E04B-086D6A11D246}"/>
              </a:ext>
            </a:extLst>
          </p:cNvPr>
          <p:cNvSpPr txBox="1"/>
          <p:nvPr/>
        </p:nvSpPr>
        <p:spPr>
          <a:xfrm rot="-617">
            <a:off x="1097275" y="1947669"/>
            <a:ext cx="50139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 (Worked Example)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= 5 x line + 1 x sine + noise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= X</a:t>
            </a:r>
            <a:r>
              <a:rPr lang="en-GB" sz="2000" baseline="-25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𝛽 + 𝜺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15;p73">
            <a:extLst>
              <a:ext uri="{FF2B5EF4-FFF2-40B4-BE49-F238E27FC236}">
                <a16:creationId xmlns:a16="http://schemas.microsoft.com/office/drawing/2014/main" id="{826967BF-FAD9-4F6C-CC30-58EF760196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Linear Model</a:t>
            </a:r>
            <a:endParaRPr dirty="0"/>
          </a:p>
        </p:txBody>
      </p:sp>
      <p:sp>
        <p:nvSpPr>
          <p:cNvPr id="6" name="Google Shape;786;p81">
            <a:extLst>
              <a:ext uri="{FF2B5EF4-FFF2-40B4-BE49-F238E27FC236}">
                <a16:creationId xmlns:a16="http://schemas.microsoft.com/office/drawing/2014/main" id="{699AB637-4F77-5E8E-BEA4-EDDFA57D8AA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07275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p17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Summary</a:t>
            </a:r>
            <a:endParaRPr dirty="0"/>
          </a:p>
        </p:txBody>
      </p:sp>
      <p:sp>
        <p:nvSpPr>
          <p:cNvPr id="3052" name="Google Shape;3052;p174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11/13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8">
          <a:extLst>
            <a:ext uri="{FF2B5EF4-FFF2-40B4-BE49-F238E27FC236}">
              <a16:creationId xmlns:a16="http://schemas.microsoft.com/office/drawing/2014/main" id="{A86887CE-856E-679F-B2AE-52DA58AB6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0" name="Google Shape;3050;p174">
            <a:extLst>
              <a:ext uri="{FF2B5EF4-FFF2-40B4-BE49-F238E27FC236}">
                <a16:creationId xmlns:a16="http://schemas.microsoft.com/office/drawing/2014/main" id="{4654FE88-1E6D-6202-191D-087638939F71}"/>
              </a:ext>
            </a:extLst>
          </p:cNvPr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8796" y="2173300"/>
            <a:ext cx="4790349" cy="3653577"/>
          </a:xfrm>
          <a:prstGeom prst="rect">
            <a:avLst/>
          </a:prstGeom>
          <a:noFill/>
          <a:ln>
            <a:noFill/>
          </a:ln>
        </p:spPr>
      </p:pic>
      <p:sp>
        <p:nvSpPr>
          <p:cNvPr id="3051" name="Google Shape;3051;p174">
            <a:extLst>
              <a:ext uri="{FF2B5EF4-FFF2-40B4-BE49-F238E27FC236}">
                <a16:creationId xmlns:a16="http://schemas.microsoft.com/office/drawing/2014/main" id="{18F297AE-B70E-CA92-3C26-A318979FBB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Summary</a:t>
            </a:r>
            <a:endParaRPr dirty="0"/>
          </a:p>
        </p:txBody>
      </p:sp>
      <p:sp>
        <p:nvSpPr>
          <p:cNvPr id="5" name="Google Shape;3052;p174">
            <a:extLst>
              <a:ext uri="{FF2B5EF4-FFF2-40B4-BE49-F238E27FC236}">
                <a16:creationId xmlns:a16="http://schemas.microsoft.com/office/drawing/2014/main" id="{3E0088D8-FC82-158F-7247-679F1FBBDC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55082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8">
          <a:extLst>
            <a:ext uri="{FF2B5EF4-FFF2-40B4-BE49-F238E27FC236}">
              <a16:creationId xmlns:a16="http://schemas.microsoft.com/office/drawing/2014/main" id="{63C46767-4496-3C4A-5DC8-2F090CCC0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9" name="Google Shape;3049;p174">
            <a:extLst>
              <a:ext uri="{FF2B5EF4-FFF2-40B4-BE49-F238E27FC236}">
                <a16:creationId xmlns:a16="http://schemas.microsoft.com/office/drawing/2014/main" id="{E6EF9CCA-36C1-84E1-41D1-284CD2657BF4}"/>
              </a:ext>
            </a:extLst>
          </p:cNvPr>
          <p:cNvSpPr txBox="1"/>
          <p:nvPr/>
        </p:nvSpPr>
        <p:spPr>
          <a:xfrm rot="-625">
            <a:off x="1097275" y="1719064"/>
            <a:ext cx="49533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0" name="Google Shape;3050;p174">
            <a:extLst>
              <a:ext uri="{FF2B5EF4-FFF2-40B4-BE49-F238E27FC236}">
                <a16:creationId xmlns:a16="http://schemas.microsoft.com/office/drawing/2014/main" id="{E7C9234E-CC8E-642E-2279-D59BF8E9BFF5}"/>
              </a:ext>
            </a:extLst>
          </p:cNvPr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8796" y="2173300"/>
            <a:ext cx="4790349" cy="3653577"/>
          </a:xfrm>
          <a:prstGeom prst="rect">
            <a:avLst/>
          </a:prstGeom>
          <a:noFill/>
          <a:ln>
            <a:noFill/>
          </a:ln>
        </p:spPr>
      </p:pic>
      <p:sp>
        <p:nvSpPr>
          <p:cNvPr id="3051" name="Google Shape;3051;p174">
            <a:extLst>
              <a:ext uri="{FF2B5EF4-FFF2-40B4-BE49-F238E27FC236}">
                <a16:creationId xmlns:a16="http://schemas.microsoft.com/office/drawing/2014/main" id="{F76750BC-6A66-97B8-6E11-5E47662D0F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Summary</a:t>
            </a:r>
            <a:endParaRPr dirty="0"/>
          </a:p>
        </p:txBody>
      </p:sp>
      <p:sp>
        <p:nvSpPr>
          <p:cNvPr id="5" name="Google Shape;3052;p174">
            <a:extLst>
              <a:ext uri="{FF2B5EF4-FFF2-40B4-BE49-F238E27FC236}">
                <a16:creationId xmlns:a16="http://schemas.microsoft.com/office/drawing/2014/main" id="{6B9A3130-2321-BCBF-B0DC-B4195B49970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12408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8">
          <a:extLst>
            <a:ext uri="{FF2B5EF4-FFF2-40B4-BE49-F238E27FC236}">
              <a16:creationId xmlns:a16="http://schemas.microsoft.com/office/drawing/2014/main" id="{E84BAC22-7068-61B2-4A7A-3E6A7B3EF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9" name="Google Shape;3049;p174">
            <a:extLst>
              <a:ext uri="{FF2B5EF4-FFF2-40B4-BE49-F238E27FC236}">
                <a16:creationId xmlns:a16="http://schemas.microsoft.com/office/drawing/2014/main" id="{073F37E2-774D-4A11-B164-E1F72F40E95B}"/>
              </a:ext>
            </a:extLst>
          </p:cNvPr>
          <p:cNvSpPr txBox="1"/>
          <p:nvPr/>
        </p:nvSpPr>
        <p:spPr>
          <a:xfrm rot="-625">
            <a:off x="1097275" y="1719064"/>
            <a:ext cx="49533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Fits a curve to data by estimating 𝛽 to minimise the residual sum of squares.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0" name="Google Shape;3050;p174">
            <a:extLst>
              <a:ext uri="{FF2B5EF4-FFF2-40B4-BE49-F238E27FC236}">
                <a16:creationId xmlns:a16="http://schemas.microsoft.com/office/drawing/2014/main" id="{AD5C733E-C0DF-2057-B0AC-0EC12936BD8D}"/>
              </a:ext>
            </a:extLst>
          </p:cNvPr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8796" y="2173300"/>
            <a:ext cx="4790349" cy="3653577"/>
          </a:xfrm>
          <a:prstGeom prst="rect">
            <a:avLst/>
          </a:prstGeom>
          <a:noFill/>
          <a:ln>
            <a:noFill/>
          </a:ln>
        </p:spPr>
      </p:pic>
      <p:sp>
        <p:nvSpPr>
          <p:cNvPr id="3051" name="Google Shape;3051;p174">
            <a:extLst>
              <a:ext uri="{FF2B5EF4-FFF2-40B4-BE49-F238E27FC236}">
                <a16:creationId xmlns:a16="http://schemas.microsoft.com/office/drawing/2014/main" id="{FF1C912A-15A5-AB09-0C88-AD74A3CD41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Summary</a:t>
            </a:r>
            <a:endParaRPr dirty="0"/>
          </a:p>
        </p:txBody>
      </p:sp>
      <p:sp>
        <p:nvSpPr>
          <p:cNvPr id="5" name="Google Shape;3052;p174">
            <a:extLst>
              <a:ext uri="{FF2B5EF4-FFF2-40B4-BE49-F238E27FC236}">
                <a16:creationId xmlns:a16="http://schemas.microsoft.com/office/drawing/2014/main" id="{40A11135-6FD3-0DAA-3F4B-59AD13E6FB2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25908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8">
          <a:extLst>
            <a:ext uri="{FF2B5EF4-FFF2-40B4-BE49-F238E27FC236}">
              <a16:creationId xmlns:a16="http://schemas.microsoft.com/office/drawing/2014/main" id="{4BDA52A6-E6F1-A444-8920-9F6A38A26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9" name="Google Shape;3049;p174">
            <a:extLst>
              <a:ext uri="{FF2B5EF4-FFF2-40B4-BE49-F238E27FC236}">
                <a16:creationId xmlns:a16="http://schemas.microsoft.com/office/drawing/2014/main" id="{C8481493-0B60-709E-35E3-63288463B143}"/>
              </a:ext>
            </a:extLst>
          </p:cNvPr>
          <p:cNvSpPr txBox="1"/>
          <p:nvPr/>
        </p:nvSpPr>
        <p:spPr>
          <a:xfrm rot="-625">
            <a:off x="1097275" y="1719064"/>
            <a:ext cx="49533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Fits a curve to data by estimating 𝛽 to minimise the residual sum of squares.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>
              <a:lnSpc>
                <a:spcPct val="90000"/>
              </a:lnSpc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shall use, but not prove, a useful fact about the linear model today: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0" name="Google Shape;3050;p174">
            <a:extLst>
              <a:ext uri="{FF2B5EF4-FFF2-40B4-BE49-F238E27FC236}">
                <a16:creationId xmlns:a16="http://schemas.microsoft.com/office/drawing/2014/main" id="{3092FC88-093C-6D3F-7621-DA7ABAA267A7}"/>
              </a:ext>
            </a:extLst>
          </p:cNvPr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8796" y="2173300"/>
            <a:ext cx="4790349" cy="3653577"/>
          </a:xfrm>
          <a:prstGeom prst="rect">
            <a:avLst/>
          </a:prstGeom>
          <a:noFill/>
          <a:ln>
            <a:noFill/>
          </a:ln>
        </p:spPr>
      </p:pic>
      <p:sp>
        <p:nvSpPr>
          <p:cNvPr id="3051" name="Google Shape;3051;p174">
            <a:extLst>
              <a:ext uri="{FF2B5EF4-FFF2-40B4-BE49-F238E27FC236}">
                <a16:creationId xmlns:a16="http://schemas.microsoft.com/office/drawing/2014/main" id="{BC5A73AE-A176-724C-19E6-79E422A8C5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Summary</a:t>
            </a:r>
            <a:endParaRPr dirty="0"/>
          </a:p>
        </p:txBody>
      </p:sp>
      <p:sp>
        <p:nvSpPr>
          <p:cNvPr id="5" name="Google Shape;3052;p174">
            <a:extLst>
              <a:ext uri="{FF2B5EF4-FFF2-40B4-BE49-F238E27FC236}">
                <a16:creationId xmlns:a16="http://schemas.microsoft.com/office/drawing/2014/main" id="{467000B2-5AB5-C15F-025E-38EA19D0B47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14953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8">
          <a:extLst>
            <a:ext uri="{FF2B5EF4-FFF2-40B4-BE49-F238E27FC236}">
              <a16:creationId xmlns:a16="http://schemas.microsoft.com/office/drawing/2014/main" id="{C9F30786-36A0-BE44-2CBE-D1BF605F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9" name="Google Shape;3049;p174">
            <a:extLst>
              <a:ext uri="{FF2B5EF4-FFF2-40B4-BE49-F238E27FC236}">
                <a16:creationId xmlns:a16="http://schemas.microsoft.com/office/drawing/2014/main" id="{30164EA2-1BC6-E105-FD12-FDF99C4FF1C2}"/>
              </a:ext>
            </a:extLst>
          </p:cNvPr>
          <p:cNvSpPr txBox="1"/>
          <p:nvPr/>
        </p:nvSpPr>
        <p:spPr>
          <a:xfrm rot="-625">
            <a:off x="1097275" y="1719064"/>
            <a:ext cx="49533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Fits a curve to data by estimating 𝛽 to minimise the residual sum of squares.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>
              <a:lnSpc>
                <a:spcPct val="90000"/>
              </a:lnSpc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shall use, but not prove, a useful fact about the linear model today: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>
              <a:lnSpc>
                <a:spcPct val="90000"/>
              </a:lnSpc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“best estimate” for 𝛽 has to satisfy this equation: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0" name="Google Shape;3050;p174">
            <a:extLst>
              <a:ext uri="{FF2B5EF4-FFF2-40B4-BE49-F238E27FC236}">
                <a16:creationId xmlns:a16="http://schemas.microsoft.com/office/drawing/2014/main" id="{BA18FC28-CA15-830C-1864-3368B35934F3}"/>
              </a:ext>
            </a:extLst>
          </p:cNvPr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8796" y="2173300"/>
            <a:ext cx="4790349" cy="3653577"/>
          </a:xfrm>
          <a:prstGeom prst="rect">
            <a:avLst/>
          </a:prstGeom>
          <a:noFill/>
          <a:ln>
            <a:noFill/>
          </a:ln>
        </p:spPr>
      </p:pic>
      <p:sp>
        <p:nvSpPr>
          <p:cNvPr id="3051" name="Google Shape;3051;p174">
            <a:extLst>
              <a:ext uri="{FF2B5EF4-FFF2-40B4-BE49-F238E27FC236}">
                <a16:creationId xmlns:a16="http://schemas.microsoft.com/office/drawing/2014/main" id="{2F92F612-42C3-3B6F-155B-E8BF7791A4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Summary</a:t>
            </a:r>
            <a:endParaRPr dirty="0"/>
          </a:p>
        </p:txBody>
      </p:sp>
      <p:sp>
        <p:nvSpPr>
          <p:cNvPr id="5" name="Google Shape;3052;p174">
            <a:extLst>
              <a:ext uri="{FF2B5EF4-FFF2-40B4-BE49-F238E27FC236}">
                <a16:creationId xmlns:a16="http://schemas.microsoft.com/office/drawing/2014/main" id="{BB5D83B9-E124-1DDC-8253-933B647F194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1021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8">
          <a:extLst>
            <a:ext uri="{FF2B5EF4-FFF2-40B4-BE49-F238E27FC236}">
              <a16:creationId xmlns:a16="http://schemas.microsoft.com/office/drawing/2014/main" id="{2E75F849-C6BC-6018-DEEF-A98239808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9" name="Google Shape;3049;p174">
            <a:extLst>
              <a:ext uri="{FF2B5EF4-FFF2-40B4-BE49-F238E27FC236}">
                <a16:creationId xmlns:a16="http://schemas.microsoft.com/office/drawing/2014/main" id="{4A5F08E8-C8E8-517A-95C5-24C84D50B597}"/>
              </a:ext>
            </a:extLst>
          </p:cNvPr>
          <p:cNvSpPr txBox="1"/>
          <p:nvPr/>
        </p:nvSpPr>
        <p:spPr>
          <a:xfrm rot="-625">
            <a:off x="1097275" y="1719064"/>
            <a:ext cx="49533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Fits a curve to data by estimating 𝛽 to minimise the residual sum of squares.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>
              <a:lnSpc>
                <a:spcPct val="90000"/>
              </a:lnSpc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shall use, but not prove, a useful fact about the linear model today: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>
              <a:lnSpc>
                <a:spcPct val="90000"/>
              </a:lnSpc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“best estimate” for 𝛽 has to satisfy this equation: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0" name="Google Shape;3050;p174">
            <a:extLst>
              <a:ext uri="{FF2B5EF4-FFF2-40B4-BE49-F238E27FC236}">
                <a16:creationId xmlns:a16="http://schemas.microsoft.com/office/drawing/2014/main" id="{8B9229AF-0625-A058-4BF0-E9EB50E5AF78}"/>
              </a:ext>
            </a:extLst>
          </p:cNvPr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8796" y="2173300"/>
            <a:ext cx="4790349" cy="3653577"/>
          </a:xfrm>
          <a:prstGeom prst="rect">
            <a:avLst/>
          </a:prstGeom>
          <a:noFill/>
          <a:ln>
            <a:noFill/>
          </a:ln>
        </p:spPr>
      </p:pic>
      <p:sp>
        <p:nvSpPr>
          <p:cNvPr id="3051" name="Google Shape;3051;p174">
            <a:extLst>
              <a:ext uri="{FF2B5EF4-FFF2-40B4-BE49-F238E27FC236}">
                <a16:creationId xmlns:a16="http://schemas.microsoft.com/office/drawing/2014/main" id="{6A46959B-6F62-15BC-F475-898A136F64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Summary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914749-F6DC-8573-D7F0-1E626BC0343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68329" y="4535486"/>
            <a:ext cx="1915427" cy="435467"/>
          </a:xfrm>
          <a:prstGeom prst="rect">
            <a:avLst/>
          </a:prstGeom>
        </p:spPr>
      </p:pic>
      <p:sp>
        <p:nvSpPr>
          <p:cNvPr id="5" name="Google Shape;3052;p174">
            <a:extLst>
              <a:ext uri="{FF2B5EF4-FFF2-40B4-BE49-F238E27FC236}">
                <a16:creationId xmlns:a16="http://schemas.microsoft.com/office/drawing/2014/main" id="{A8B9BEAE-6489-6838-88F9-4B41DEB4C1A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01153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8">
          <a:extLst>
            <a:ext uri="{FF2B5EF4-FFF2-40B4-BE49-F238E27FC236}">
              <a16:creationId xmlns:a16="http://schemas.microsoft.com/office/drawing/2014/main" id="{A0CAF98C-768B-8239-DB0C-5FB9D7B48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9" name="Google Shape;3049;p174">
            <a:extLst>
              <a:ext uri="{FF2B5EF4-FFF2-40B4-BE49-F238E27FC236}">
                <a16:creationId xmlns:a16="http://schemas.microsoft.com/office/drawing/2014/main" id="{0455EAB1-0652-3967-3325-BB3557592A7F}"/>
              </a:ext>
            </a:extLst>
          </p:cNvPr>
          <p:cNvSpPr txBox="1"/>
          <p:nvPr/>
        </p:nvSpPr>
        <p:spPr>
          <a:xfrm rot="-625">
            <a:off x="1097275" y="1719064"/>
            <a:ext cx="49533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Fits a curve to data by estimating 𝛽 to minimise the residual sum of squares.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>
              <a:lnSpc>
                <a:spcPct val="90000"/>
              </a:lnSpc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shall use, but not prove, a useful fact about the linear model today: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>
              <a:lnSpc>
                <a:spcPct val="90000"/>
              </a:lnSpc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“best estimate” for 𝛽 has to satisfy this equation: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>
              <a:lnSpc>
                <a:spcPct val="90000"/>
              </a:lnSpc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turns out that this is enough information for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compute 𝛽!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0" name="Google Shape;3050;p174">
            <a:extLst>
              <a:ext uri="{FF2B5EF4-FFF2-40B4-BE49-F238E27FC236}">
                <a16:creationId xmlns:a16="http://schemas.microsoft.com/office/drawing/2014/main" id="{41A523FF-3504-D190-A7C5-D18E427F0527}"/>
              </a:ext>
            </a:extLst>
          </p:cNvPr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8796" y="2173300"/>
            <a:ext cx="4790349" cy="3653577"/>
          </a:xfrm>
          <a:prstGeom prst="rect">
            <a:avLst/>
          </a:prstGeom>
          <a:noFill/>
          <a:ln>
            <a:noFill/>
          </a:ln>
        </p:spPr>
      </p:pic>
      <p:sp>
        <p:nvSpPr>
          <p:cNvPr id="3051" name="Google Shape;3051;p174">
            <a:extLst>
              <a:ext uri="{FF2B5EF4-FFF2-40B4-BE49-F238E27FC236}">
                <a16:creationId xmlns:a16="http://schemas.microsoft.com/office/drawing/2014/main" id="{37190FA2-F990-9A6B-720E-313EEFCF4C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Summary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0C43E4-2D07-B3B9-A840-29BBB93B805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68329" y="4535486"/>
            <a:ext cx="1915427" cy="435467"/>
          </a:xfrm>
          <a:prstGeom prst="rect">
            <a:avLst/>
          </a:prstGeom>
        </p:spPr>
      </p:pic>
      <p:sp>
        <p:nvSpPr>
          <p:cNvPr id="5" name="Google Shape;3052;p174">
            <a:extLst>
              <a:ext uri="{FF2B5EF4-FFF2-40B4-BE49-F238E27FC236}">
                <a16:creationId xmlns:a16="http://schemas.microsoft.com/office/drawing/2014/main" id="{A1879E0A-9EB3-D1F1-D580-D3707A29367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70029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8">
          <a:extLst>
            <a:ext uri="{FF2B5EF4-FFF2-40B4-BE49-F238E27FC236}">
              <a16:creationId xmlns:a16="http://schemas.microsoft.com/office/drawing/2014/main" id="{34498AD3-626E-A993-ACDF-8287D7793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9" name="Google Shape;3049;p174">
            <a:extLst>
              <a:ext uri="{FF2B5EF4-FFF2-40B4-BE49-F238E27FC236}">
                <a16:creationId xmlns:a16="http://schemas.microsoft.com/office/drawing/2014/main" id="{83BCBBB5-8D19-C0EE-D77D-A9E6B1D6F802}"/>
              </a:ext>
            </a:extLst>
          </p:cNvPr>
          <p:cNvSpPr txBox="1"/>
          <p:nvPr/>
        </p:nvSpPr>
        <p:spPr>
          <a:xfrm rot="-625">
            <a:off x="1097275" y="1719064"/>
            <a:ext cx="49533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Fits a curve to data by estimating 𝛽 to minimise the residual sum of squares.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>
              <a:lnSpc>
                <a:spcPct val="90000"/>
              </a:lnSpc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shall use, but not prove, a useful fact about the linear model today: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>
              <a:lnSpc>
                <a:spcPct val="90000"/>
              </a:lnSpc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“best estimate” for 𝛽 has to satisfy this equation: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>
              <a:lnSpc>
                <a:spcPct val="90000"/>
              </a:lnSpc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turns out that this is enough information for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compute 𝛽!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0" name="Google Shape;3050;p174">
            <a:extLst>
              <a:ext uri="{FF2B5EF4-FFF2-40B4-BE49-F238E27FC236}">
                <a16:creationId xmlns:a16="http://schemas.microsoft.com/office/drawing/2014/main" id="{3FEED172-6E76-F7DE-75C2-04826E329262}"/>
              </a:ext>
            </a:extLst>
          </p:cNvPr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8796" y="2173300"/>
            <a:ext cx="4790349" cy="3653577"/>
          </a:xfrm>
          <a:prstGeom prst="rect">
            <a:avLst/>
          </a:prstGeom>
          <a:noFill/>
          <a:ln>
            <a:noFill/>
          </a:ln>
        </p:spPr>
      </p:pic>
      <p:sp>
        <p:nvSpPr>
          <p:cNvPr id="3051" name="Google Shape;3051;p174">
            <a:extLst>
              <a:ext uri="{FF2B5EF4-FFF2-40B4-BE49-F238E27FC236}">
                <a16:creationId xmlns:a16="http://schemas.microsoft.com/office/drawing/2014/main" id="{B0CB6622-1D89-8431-CEC8-E4CFB30C32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Summary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6387B5-6ED8-258B-5836-406704B0207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68329" y="4535486"/>
            <a:ext cx="1915427" cy="4354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90B116-C3F0-0FCF-0FB8-71435D8D8EB8}"/>
              </a:ext>
            </a:extLst>
          </p:cNvPr>
          <p:cNvSpPr txBox="1"/>
          <p:nvPr/>
        </p:nvSpPr>
        <p:spPr>
          <a:xfrm>
            <a:off x="6126480" y="5826877"/>
            <a:ext cx="3589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Today, you shall explore how to do this!</a:t>
            </a:r>
          </a:p>
        </p:txBody>
      </p:sp>
      <p:sp>
        <p:nvSpPr>
          <p:cNvPr id="5" name="Google Shape;3052;p174">
            <a:extLst>
              <a:ext uri="{FF2B5EF4-FFF2-40B4-BE49-F238E27FC236}">
                <a16:creationId xmlns:a16="http://schemas.microsoft.com/office/drawing/2014/main" id="{99BD6F06-78DE-48DB-93EA-728AC810594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44699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8">
          <a:extLst>
            <a:ext uri="{FF2B5EF4-FFF2-40B4-BE49-F238E27FC236}">
              <a16:creationId xmlns:a16="http://schemas.microsoft.com/office/drawing/2014/main" id="{803FBBC4-7F28-A507-2186-FBE5A7547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9" name="Google Shape;3049;p174">
            <a:extLst>
              <a:ext uri="{FF2B5EF4-FFF2-40B4-BE49-F238E27FC236}">
                <a16:creationId xmlns:a16="http://schemas.microsoft.com/office/drawing/2014/main" id="{0ABBA40E-746D-5646-2231-5FF80221999A}"/>
              </a:ext>
            </a:extLst>
          </p:cNvPr>
          <p:cNvSpPr txBox="1"/>
          <p:nvPr/>
        </p:nvSpPr>
        <p:spPr>
          <a:xfrm rot="-625">
            <a:off x="1097275" y="1719064"/>
            <a:ext cx="49533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●"/>
            </a:pPr>
            <a: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u="sng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Fits a curve to data by estimating 𝛽 to minimise the residual sum of squares.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>
              <a:lnSpc>
                <a:spcPct val="90000"/>
              </a:lnSpc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shall use, but not prove, a useful fact about the linear model today: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>
              <a:lnSpc>
                <a:spcPct val="90000"/>
              </a:lnSpc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“best estimate” for 𝛽 has to satisfy this equation: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>
              <a:lnSpc>
                <a:spcPct val="90000"/>
              </a:lnSpc>
              <a:buClr>
                <a:schemeClr val="accent1"/>
              </a:buClr>
              <a:buSzPts val="14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turns out that this is enough information for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compute 𝛽!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u="sng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0" name="Google Shape;3050;p174">
            <a:extLst>
              <a:ext uri="{FF2B5EF4-FFF2-40B4-BE49-F238E27FC236}">
                <a16:creationId xmlns:a16="http://schemas.microsoft.com/office/drawing/2014/main" id="{35D51FC3-9B12-A32A-A30D-ED0D59C7DBF6}"/>
              </a:ext>
            </a:extLst>
          </p:cNvPr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8796" y="2173300"/>
            <a:ext cx="4790349" cy="3653577"/>
          </a:xfrm>
          <a:prstGeom prst="rect">
            <a:avLst/>
          </a:prstGeom>
          <a:noFill/>
          <a:ln>
            <a:noFill/>
          </a:ln>
        </p:spPr>
      </p:pic>
      <p:sp>
        <p:nvSpPr>
          <p:cNvPr id="3051" name="Google Shape;3051;p174">
            <a:extLst>
              <a:ext uri="{FF2B5EF4-FFF2-40B4-BE49-F238E27FC236}">
                <a16:creationId xmlns:a16="http://schemas.microsoft.com/office/drawing/2014/main" id="{D071C4A5-2B66-99C5-2E52-FF097E079B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Summary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51520F-F547-E8DD-51AA-C5102D8A2B4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68329" y="4535486"/>
            <a:ext cx="1915427" cy="435467"/>
          </a:xfrm>
          <a:prstGeom prst="rect">
            <a:avLst/>
          </a:prstGeom>
        </p:spPr>
      </p:pic>
      <p:sp>
        <p:nvSpPr>
          <p:cNvPr id="5" name="Google Shape;3052;p174">
            <a:extLst>
              <a:ext uri="{FF2B5EF4-FFF2-40B4-BE49-F238E27FC236}">
                <a16:creationId xmlns:a16="http://schemas.microsoft.com/office/drawing/2014/main" id="{CF43F700-8939-AD58-8CF6-83C80FF0AC6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5373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CD6B56C-2197-8843-31C7-FA20A3BB3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82E2D0-F0B3-84AE-1F18-93C3D4F8616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0CF486C-FF24-4B0E-7AF6-17087EC449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A36C476-EC64-5926-4C14-7BCCF2B77C1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26729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F356663-FD53-15FB-AAE4-1A137F959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F57342-61F9-BDBF-4E6C-8EC1D1E36A2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F4BA58E-F716-4B82-6000-C2499C01F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F00154D-B916-C48A-4E87-DA0D43913BF0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647FDE1-DCB6-60BE-C616-7F8618BFBD4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08806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F425B13-85C7-9A5E-8860-734C19ECA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487B39C-CC65-7625-7374-11D5FE6D390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BF6A6B1-8541-50CE-AC1B-A442C179F4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92572A1-4679-4365-C0C0-626BC73825D9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A5551BD-6FA6-96C3-55F3-DF30AAA9801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83523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AE5746E-B827-8FEE-C6C0-575585EBD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229E95C-66A5-E89B-0223-52D3BFB7EB0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945548F-5C54-8B5F-BB5F-0F92F68A6A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5D6644F-227B-282E-D1C4-FD406EA72841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lecture_curve_fitting.ipynb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91DDE9B-24A0-52AE-85BD-F445B1469B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46942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07632EC-C314-E885-1679-AB5C835DC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B454552-6AFE-806F-7606-32F69AB46A5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AFC42E1-AD51-BD26-1AD6-A1A88F3BCA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98FE5FB-9B5E-A04B-1030-33A5C9E84624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lecture_curve_fitting.ipynb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2C35FA9-77B7-2914-BFE7-577F42D1A1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12/13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C4DEAF-9422-6C60-EF55-FBA1A3C26F3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6000" y="1088109"/>
            <a:ext cx="5613165" cy="50717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1018165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167C80-FCEB-C07E-CF1D-1D7C3A410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E864E0-8A94-98FC-C5D2-6F66235FA84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D444764-38D4-976A-3CBC-50B5B84FF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D4C2A66-C93B-C38F-2625-DDBFB877869B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lecture_curve_fitting.ipynb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exercises in: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09ED32B-F47D-8D1E-39AE-E91DE6DCA99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12/13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9B515C-FCDD-AF9C-C700-789E2F0B773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6000" y="1088109"/>
            <a:ext cx="5613165" cy="50717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743172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59FB248-F27B-A8B8-31E5-E7D76DAA7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AD2877C-3F8B-2380-DBF0-E12D9449C18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EDF6477-3BAC-80DA-2E92-8D0F1A72D5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F1ED8C5-543F-5327-61F1-07A478B8B8F3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lecture_curve_fitting.ipynb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exercises in: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exercises_curve_fitting.ipynb</a:t>
            </a:r>
            <a:br>
              <a:rPr lang="en-GB" sz="17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0AC2E28-38B9-3E78-D0C9-D1494BC427B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12/13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5A51ED-BD0D-0BBD-9A98-D41B510544F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6000" y="1088109"/>
            <a:ext cx="5613165" cy="50717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8264177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D564F3E0-8A4E-A5F7-DEF7-066869D4A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B11F4D05-2FB2-1544-2AB2-8A6404467E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Next Time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D237D11F-D9B1-8D85-3AE7-FFA98F2B096F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16: Curve Fitting</a:t>
            </a: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The Linear Model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17: Introduction to Software Engineering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Principles of Software Engineering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F47B034-1D17-4620-55E9-F2C93CDC589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13/13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02166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1569</TotalTime>
  <Words>7684</Words>
  <Application>Microsoft Office PowerPoint</Application>
  <PresentationFormat>Widescreen</PresentationFormat>
  <Paragraphs>2279</Paragraphs>
  <Slides>152</Slides>
  <Notes>152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152</vt:i4>
      </vt:variant>
    </vt:vector>
  </HeadingPairs>
  <TitlesOfParts>
    <vt:vector size="156" baseType="lpstr">
      <vt:lpstr>Calibri</vt:lpstr>
      <vt:lpstr>Courier New</vt:lpstr>
      <vt:lpstr>Arial</vt:lpstr>
      <vt:lpstr>Retrospect</vt:lpstr>
      <vt:lpstr>Lecture 16:   Curve Fitting </vt:lpstr>
      <vt:lpstr>Todays Lecture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Curve Fitting: Introduction</vt:lpstr>
      <vt:lpstr>Curve Fitting: Introduction</vt:lpstr>
      <vt:lpstr>Curve Fitting: Introduction</vt:lpstr>
      <vt:lpstr>Curve Fitting: Introduction</vt:lpstr>
      <vt:lpstr>Curve Fitting: Introduction</vt:lpstr>
      <vt:lpstr>Curve Fitting: Introduction</vt:lpstr>
      <vt:lpstr>Curve Fitting: Introduction</vt:lpstr>
      <vt:lpstr>Curve Fitting: Introduction</vt:lpstr>
      <vt:lpstr>Curve Fitting: Introduction</vt:lpstr>
      <vt:lpstr>Curve Fitting: Introduction</vt:lpstr>
      <vt:lpstr>Curve Fitting: Introduction</vt:lpstr>
      <vt:lpstr>Curve Fitting: Introduction</vt:lpstr>
      <vt:lpstr>Curve Fitting: Introduction</vt:lpstr>
      <vt:lpstr>Curve Fitting: Introduction</vt:lpstr>
      <vt:lpstr>Curve Fitting: Introduction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The Linear Model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Tom Maullin-Sapey</cp:lastModifiedBy>
  <cp:revision>16</cp:revision>
  <dcterms:modified xsi:type="dcterms:W3CDTF">2026-03-04T23:58:05Z</dcterms:modified>
</cp:coreProperties>
</file>