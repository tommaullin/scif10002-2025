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787" r:id="rId3"/>
    <p:sldId id="2994" r:id="rId4"/>
    <p:sldId id="3010" r:id="rId5"/>
    <p:sldId id="3008" r:id="rId6"/>
    <p:sldId id="3009" r:id="rId7"/>
    <p:sldId id="3005" r:id="rId8"/>
    <p:sldId id="3013" r:id="rId9"/>
    <p:sldId id="3011" r:id="rId10"/>
    <p:sldId id="3012" r:id="rId11"/>
    <p:sldId id="3014" r:id="rId12"/>
    <p:sldId id="3006" r:id="rId13"/>
    <p:sldId id="3007" r:id="rId14"/>
    <p:sldId id="2996" r:id="rId15"/>
    <p:sldId id="3017" r:id="rId16"/>
    <p:sldId id="3016" r:id="rId17"/>
    <p:sldId id="3015" r:id="rId18"/>
    <p:sldId id="3018" r:id="rId19"/>
    <p:sldId id="3004" r:id="rId20"/>
    <p:sldId id="3020" r:id="rId21"/>
    <p:sldId id="3021" r:id="rId22"/>
    <p:sldId id="3022" r:id="rId23"/>
    <p:sldId id="3019" r:id="rId24"/>
    <p:sldId id="3023" r:id="rId25"/>
    <p:sldId id="3024" r:id="rId26"/>
    <p:sldId id="2982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  <a:srgbClr val="3F3F3F"/>
    <a:srgbClr val="595959"/>
    <a:srgbClr val="D9D9D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5FF83998-EFCC-E9EC-32E2-1853C3AC2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F30C29BF-6963-1F3A-4C9E-F397482798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3BBE95F6-8BD8-A271-52D2-F1936BF05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615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56E1AF9-106F-1BBB-970C-B905CB1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4ACF35E-798E-F257-A704-7316266C80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4C45634-C57F-859A-71C3-AA2E149B9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3860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B3A67CF-078B-608D-7A42-5A84291F0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3DB4BE2-C3F7-CDB3-1ADD-C16FCC953A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324BF78-0461-A3B0-9182-096D12E13D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7408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627C828-40B4-6306-D392-FA5FA9595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CA7BA82-E6E4-BEA9-95B2-19959096A0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5087035-3722-2EA8-F51E-C8092C2FE1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889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A7246CD-47E2-382B-480D-AFAAA83FE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29C5A4B-A256-778B-E17C-5BB39696B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22A1897-3BE9-EC1B-A23C-BE6C3942ED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6226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D54D65C-0BF1-F639-B413-EE3089AF0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CA9EC7D-7838-0F0C-8FEE-131C7108D0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18934D0-8EC8-6DCD-7F3E-68D3171D5E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6283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884E933-E56D-0223-F6F6-EB8BDECC8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D51CCF1-46C7-B9E1-59CA-B6CA162C2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458A413-F22F-A727-38A2-F1F299823D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586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0747544-80C8-5E80-B8F6-47A0E48CB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69CD16E-1770-A7C1-DF0F-927EAE5B47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442763B-F8D1-686F-7918-7DB046E10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272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73D8C12-BD5C-F32D-CF41-3D66BA21D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843B9A3-AF42-4D83-B04E-C55DCD8A66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F3E1219-DEE7-3001-7BD4-E848E2404C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7387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77EBEFF-045C-B1BC-F48A-EF4A70062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FC16D2B-7F4B-ABF8-735E-E1F52AE39F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AE6FD23-F4C1-E198-F324-415861F785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9632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BDD2D60-5C2B-601D-6443-3EC473FA8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F071A2A-4F2B-14C1-BBC2-0B3083E10E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554EF2B-1B52-3624-4485-42A681163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3052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94AC07F-FB69-3376-17E2-49D0DF83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AD0E495-53E6-AC03-616F-4CF863F8E4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9FBC5C4-CE49-B918-B197-2171ED2D3D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6160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3E0EA58-6EAE-15B9-412F-3EBE7D326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F530F07-F866-D42C-11DD-D450FE07E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1292DF8-5F6C-6AB9-22DC-5FA846C697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8096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D353EEF-2AD6-DDD3-8FBA-3D5E8EF1D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ED9658B-754C-7A48-A8B1-6287665F31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89A1D58-CD72-24AC-4990-9103960A21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51221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79B8A88-48DB-750D-AF37-EDB373FF5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74E89D7-C314-CA82-6216-98BDE6E1AD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1178A48-6977-B5F9-96BD-570C845F58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86016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D06AE32-DC22-327B-2D7E-C2997726A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BD1F33C-D3E1-EC99-416F-2DA1CFAABF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EBCD00C-A3E0-ED56-C742-51D9D08318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9784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7DEB185-0EC4-6DB8-1BD2-555D595B8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E94ED05-56B1-80B9-11D4-98C042E212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C32A861-3696-57AC-895B-A0E4D15A3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61256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D7E2711-89DF-33C5-B87B-63B098A69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9C40D23-10F2-8A72-9C8C-2D4FDEA2B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3461C0D-01BA-1C16-9DB0-4C9010489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40958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C2E1872-D232-A8BC-4474-4C6321A84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CE9209B-1B30-551E-9EC7-B333243953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8EFDDE0-93CF-545C-A2BE-5133553F1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71498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E33CE3B-0E7C-B844-C83F-376AF6E0C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33B5FFA-BF7B-FAFA-81C4-6554B30E29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832B137-A1F5-D8EF-9A97-5CFE84D3A7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98659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8241718-D8E9-F49D-33ED-47F6032C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6A8C539-9DF9-A276-0F93-F3C7D43202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D4E01B-2E34-4C43-C997-DA23061F0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62547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38220BA-01D7-0F31-49D5-5C853A515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8F13DA1-7DB5-9DC0-2FD9-53A25DDA2A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91F8AE9-50B9-99CA-44F4-365D4D6035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3098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D9B3508-9F09-398A-344B-15167016F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AE6A589-1B41-61A9-E37D-E27ACB0FFC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FF8B69B-E171-7556-7D55-11E4EE5AEE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06108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AB10DCF-8E09-80F2-5CE7-8DF54BA4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2823C0A-1EC9-46F2-E0F8-C133760D7D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719E505-F98E-3753-93B1-408C30B70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30414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E3B6337E-F867-2626-F58B-61A88C89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AA2CDBB3-3663-04CB-3852-89FEA60C75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A14BC5C7-228C-1B1C-0960-157A39740C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681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13: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Pandas Plotting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885257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 Data Analysis for Scientists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Maullin-Sapey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February 2026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0/5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E5BFA99A-A154-6B96-A138-790869A4C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BE382823-3305-3095-36FB-135D8B1005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65404A33-00C8-E9B3-80E0-C36535EB26FC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13: Pandas Plotting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Plotting with Pandas Series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Plotting with Pandas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Moving Averages in Pandas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14: Pandas vs NumPy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Indexing and Slicing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Views and Copies</a:t>
            </a:r>
            <a:endParaRPr lang="en-GB" sz="8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Interoperability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EC94519-E96B-507F-7C09-E5C8A19444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69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D06E5E7-D831-5256-C79C-7579E13FC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6EE95C1-3D9D-1873-54D2-AF3FA64EE22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BEDA8C-F7DB-DC47-8585-FA5830AEC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Plotting in Pandas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A35ADB2-FCF9-38D9-E58F-165F4DA84927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0746F0F-685F-D82C-5232-6B952096196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653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2C36832-29D0-20FC-0377-26A06F77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2E6AD6A-CB06-5826-F2BB-0FAC3A18034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D2372F0-CBE1-3AE2-4844-CDA9EEB504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Plotting in Pandas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26B0D9F-F67E-4C99-E103-15C303D8F132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F021D82-A43A-4E04-87DD-7832622DEC7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097764-8092-6C18-6437-4D6797190A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4858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B4DCE95-905F-BF67-2502-BA3B45614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513A874-4864-F2BD-76C7-A43778490BA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8120838-3360-A040-85FA-9A233F3FF0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Plotting in Pandas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D4FA372-6C70-785C-F1B9-C459CC422670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71EFADE-2AB8-64A5-9486-13F5529FF7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4B562B-687E-6B4B-0EDF-1C4F15B6C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102" y="1695678"/>
            <a:ext cx="2103365" cy="74682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5A2B6F-8D49-767E-1929-DD3974137A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46151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EC270F4-F857-58F5-B5F2-E8B0C1D85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F385D04-93A0-494E-2D79-8F9EE60E050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F68606C-E3FF-38AB-38E2-813847A24C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Plotting in Pandas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F29464A-9A19-74CE-FD31-1075B616D372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the powerful capabilities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loading and cleaning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various types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4745E93-E740-0A96-9219-85678C059C8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D8DDF5-D584-102D-B10F-BC543D372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102" y="1695678"/>
            <a:ext cx="2103365" cy="74682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50EF6A-98DA-C580-90C6-731688FE81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41568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7A67CFF-DF06-79BB-DF02-6E645A2BA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CBC3215-0F57-58E2-9BED-D38332EC55C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53C7706-707F-6ABA-FDA7-CC1C033141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Plotting in Pandas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1070C0F-03AF-0644-A568-973769193626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the powerful capabilities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loading and cleaning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various types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Back in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saw that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create a range of different plots in python.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50EB0F1-0F73-B1B5-6911-56B00813A2E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DAF0D5-A65C-1DDC-2E67-1011302C6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102" y="1695678"/>
            <a:ext cx="2103365" cy="74682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6CEC9C-DD52-9D87-3995-7157500813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02485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32891DF-7B2D-102E-64B4-6231368C2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749FAD7-3718-1083-AEA0-481825BB1FA3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01CC7A0-3B90-E88B-61A1-FBB16F6015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Plotting in Pandas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16B3946-414C-CD2F-12EB-CA55741D8244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the powerful capabilities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loading and cleaning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various types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Back in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saw that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create a range of different plots in python.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20E7DA1-D0F7-97FA-97FD-112A116574F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814806-8A71-F1F2-724B-E2C540EAF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102" y="1695678"/>
            <a:ext cx="2103365" cy="74682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5E9E2A-43EC-B96E-A5D1-6BD0B9EB17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F92821-064E-2193-DE24-7E67F692D9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55894" y="2698915"/>
            <a:ext cx="2103366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41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D6FA572-37C8-250C-90C9-690BDAD6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29CDCAE-19C6-451E-3A1D-1E65656B861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419AB0F-C1EE-4E5C-7A85-EB3F6DC5E3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Plotting in Pandas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4ABC1D4-414E-D871-3AFD-FF029D1BDB5E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the powerful capabilities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loading and cleaning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various types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Back in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saw that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create a range of different plots in python.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6C4E7B0-F279-14B4-A690-D90E6B59E51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26200D-84AB-3516-49A2-07C12290E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102" y="1695678"/>
            <a:ext cx="2103365" cy="74682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FDC230-681D-D7E6-B294-D76EDEE038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3FFA7FE-E3AD-443A-BC48-8FFC87E93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073" y="1782181"/>
            <a:ext cx="1673292" cy="176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074FFC-B36E-304A-9A85-DA527BBB20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55894" y="2698915"/>
            <a:ext cx="2103366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914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40241B6-DCC8-3735-15AC-68CBB8AA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D8C728F-0561-93A7-FA67-845D98251A6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D883F57-5750-A375-725D-3BC7E174A5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Plotting in Pandas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347AA93-A422-EBD7-2332-F1C232F5CA6A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the powerful capabilities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loading and cleaning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various types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Back in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saw that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create a range of different plots in python.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9A1A709-092B-065D-0AAE-00ED6D193EE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0302D9-8E77-7DFE-6D32-9F6B82B213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102" y="1695678"/>
            <a:ext cx="2103365" cy="74682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A3C6EC-82CA-D06A-3F69-7650A46F2E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75C583E-9508-9BFF-B73E-0ACE35565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332" y="4008007"/>
            <a:ext cx="2303461" cy="184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5465341-1EAD-42F8-F470-4F34E5C1C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073" y="1782181"/>
            <a:ext cx="1673292" cy="176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2295A5-43F3-C82D-709B-F0E3091701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55894" y="2698915"/>
            <a:ext cx="2103366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012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EE1D1A5-7799-E5F9-5E43-BC16EF081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CD07BB-7663-2D1D-1CE1-04E18DF8372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CE87932-98F5-C9C2-9956-00C2072521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Plotting in Pandas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0754D8B-2D94-FEE0-2C5C-D97056888FC4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the powerful capabilities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loading and cleaning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various types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Back in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saw that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create a range of different plots in python.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350FCD4-36CB-9523-1E04-D19963955C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824B04-77FB-5A54-CAAF-3FDF5C208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102" y="1695678"/>
            <a:ext cx="2103365" cy="74682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6A79D5-754B-7C78-9C6C-3FC766DF43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DEA03CA-25A0-9393-605E-83AEA0C8F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332" y="4008007"/>
            <a:ext cx="2303461" cy="184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30279EB-D275-DCFE-C499-A65330EFC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073" y="1782181"/>
            <a:ext cx="1673292" cy="176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A0A8C76-6B0A-AF28-58FC-78074E6D1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9256" y="4008007"/>
            <a:ext cx="2405929" cy="186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0F6E05-58CD-B706-5EE9-406A20DEA7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55894" y="2698915"/>
            <a:ext cx="2103366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001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3B8FE96-5F38-48A3-FBC6-0AC91B9CB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3FB8972-888D-AFB7-6878-429FB39A9B2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20C2B1C-0458-80F5-5227-354BB97BB6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Plotting in Pandas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6FBEB89-5944-6817-FFC1-E5A84A9E4745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the powerful capabilities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loading and cleaning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various types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Back in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saw that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create a range of different plots in python.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turns out that many of the functions from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are built in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F609AA9-BA18-FE7C-8092-5FBA3C14F88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C94613-0357-F196-3DD7-5A50EF1A9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102" y="1695678"/>
            <a:ext cx="2103365" cy="74682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1DE89A-0838-9E7F-EA32-99F210142A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188E9E9-CF89-DBC3-2626-FE42E66F6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332" y="4008007"/>
            <a:ext cx="2303461" cy="184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BDC4938-63B2-E82F-35B2-AA81666C0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073" y="1782181"/>
            <a:ext cx="1673292" cy="176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B49A892-CBAC-FAE1-53C5-D698ED6E8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9256" y="4008007"/>
            <a:ext cx="2405929" cy="186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D74382-EA49-6813-3710-145406937A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55894" y="2698915"/>
            <a:ext cx="2103366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3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7C4191C-BADB-3312-6196-491DBF3B1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2D2EC41-AFE7-30AA-74CC-75858233677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E96BD29-12FA-5149-5536-8A84F61C2A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Plotting in Pandas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BC88E59-D917-F9FA-F753-AD4F4F2865F4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the powerful capabilities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loading and cleaning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various types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Back in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saw that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create a range of different plots in python.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turns out that many of the functions from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are built in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what we will explore today.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ADDEC41-AEB0-3C68-390F-DE16CE6EAF2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230B6B-0AEE-58C0-7C22-77CD0D2A8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102" y="1695678"/>
            <a:ext cx="2103365" cy="74682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1CB156-2ED6-6D7D-F24C-8008532A25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7EF648E-BA9E-D996-8C82-84473C22C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332" y="4008007"/>
            <a:ext cx="2303461" cy="184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19A2C35-A953-6EE2-9117-51CEB4E87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073" y="1782181"/>
            <a:ext cx="1673292" cy="176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A5F0964-63D2-3999-7D9E-EC821405A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9256" y="4008007"/>
            <a:ext cx="2405929" cy="186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6DA84C-ABDD-7018-908D-AEEE481863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55894" y="2698915"/>
            <a:ext cx="2103366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62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12B6118-D90D-93FB-3FED-D440F3496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01C2DFD-46CC-DB17-D348-15F028F9A56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86623FC-48AC-4DD3-7726-3E363C8386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Demonstration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2045553-986A-68FF-D9A9-23D14FC4B90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640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3F7B162-1336-4E8D-2DD4-627B0BD9B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1FE2F2-235F-9435-7917-724B5CA63EB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C7A533A-F0BA-4790-CF7C-A40589C65C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Demonstration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20E3390-1EF0-7DB3-C305-03426ADEF85F}"/>
              </a:ext>
            </a:extLst>
          </p:cNvPr>
          <p:cNvSpPr txBox="1"/>
          <p:nvPr/>
        </p:nvSpPr>
        <p:spPr>
          <a:xfrm>
            <a:off x="1259401" y="2004517"/>
            <a:ext cx="45757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show the capabilities of </a:t>
            </a:r>
            <a:r>
              <a:rPr lang="en-GB" sz="22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plotting, we are going to do a demonstration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F4D413E-E486-CED9-C047-99DBB77C2A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607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CEAED28-BE2B-CF14-084D-3A5B83FE0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5F8DC7-9355-6E63-8F2E-2931F4A2786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E077A5F-FDB2-BBBE-9E5F-1400A7792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Demonstration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E08FEA6-1120-9D49-ED0F-3BE0FD827B36}"/>
              </a:ext>
            </a:extLst>
          </p:cNvPr>
          <p:cNvSpPr txBox="1"/>
          <p:nvPr/>
        </p:nvSpPr>
        <p:spPr>
          <a:xfrm>
            <a:off x="1259401" y="2004517"/>
            <a:ext cx="45757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show the capabilities of </a:t>
            </a:r>
            <a:r>
              <a:rPr lang="en-GB" sz="22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plotting, we are going to do a demonstration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3AF160D-6641-2E50-FBAF-D65863BF136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DBA65-A93E-735A-AE15-3F085EDA3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30158" y="1130404"/>
            <a:ext cx="4856299" cy="49117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30017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86B29BC-D301-7095-7BE5-E649B180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6A33831-A2D8-CF85-13B6-227934D7D76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6249EA7-F083-34E2-E058-92159D6772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Demonstration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E18FDEC-D8ED-0B89-FFF8-6106AF89C4C6}"/>
              </a:ext>
            </a:extLst>
          </p:cNvPr>
          <p:cNvSpPr txBox="1"/>
          <p:nvPr/>
        </p:nvSpPr>
        <p:spPr>
          <a:xfrm>
            <a:off x="1259401" y="2004517"/>
            <a:ext cx="45757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show the capabilities of </a:t>
            </a:r>
            <a:r>
              <a:rPr lang="en-GB" sz="22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plotting, we are going to do a demonstration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Material to follow along: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071E8DD-27C8-F6E4-7464-EB323339315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3EF71-DF6F-87D5-6E08-3100011AA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30158" y="1130404"/>
            <a:ext cx="4856299" cy="49117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89545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F45709F-AB07-7C1F-A680-DFE3B175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1FB5FF-A788-FF06-447B-732E4ADD1C23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D80E967-4C35-48EA-65B3-2FADD939EC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Demonstration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5ABD22C-7254-E364-E0C2-6616552B01FA}"/>
              </a:ext>
            </a:extLst>
          </p:cNvPr>
          <p:cNvSpPr txBox="1"/>
          <p:nvPr/>
        </p:nvSpPr>
        <p:spPr>
          <a:xfrm>
            <a:off x="1259401" y="2004517"/>
            <a:ext cx="45757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show the capabilities of </a:t>
            </a:r>
            <a:r>
              <a:rPr lang="en-GB" sz="22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plotting, we are going to do a demonstration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Material to follow along: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slides_pandas_plotting.ipynb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599774A-480F-3B2C-D98F-CA25E140842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BEF4A-3F4C-993D-7F42-E2B169326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30158" y="1130404"/>
            <a:ext cx="4856299" cy="49117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3253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CF39A7F-4B14-E0F4-8758-761774CEE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0DAC229-F6DB-3D7B-07DE-42780AF98C43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A88DE3A-B172-3BFA-554F-944D0E96C3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87B0966-F2B3-883A-FC81-FB81AA8DB5E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84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476CBA6-7312-67DD-CA01-D20A5AA5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9E898C5-A1CC-775B-D0D1-AAF712D341A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2B4D0E2-F6FF-29E5-443F-BD2755FFD5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926E5A2-A85F-8FB9-FD6E-7BB5D67A5818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AAF82B9-98AB-FD46-5963-0F26440867A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823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91137A7-9084-BBAF-7312-A2361E560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70B6E8-C101-8A83-A674-8FED3AECD3C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F7C67C5-6CB1-1FE0-8C63-C12316637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9B3A876-8FCA-FB53-9BF8-5427EDB26132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1D2DDC6-8854-673C-AF28-0435C2FB27B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3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04F7133-5644-BE2D-C048-24D512084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6D8BE4-370D-6CB8-14BE-5EB26D09427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FD02439-4363-BAD0-1CF5-7ABEE1B46E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9A7EDD1-E1A4-4E55-7C96-3B6A12A46E50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lecture_pandas_plotting.ipynb</a:t>
            </a: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9440ECF-FE7D-85C2-FE7D-FE206757D95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243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DCB6EB0-0124-6EBD-B818-C244C4A7C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5AF4BD-647B-2CD4-662A-A505B49C157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775C2E6-E61B-81DC-4D1B-C16FAF4413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0895336-ABD2-9C38-525A-F0EB512202C0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lecture_pandas_plotting.ipynb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5A34721-DFF2-4C3C-E1F0-A75FA9608E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427BE2-276E-165D-3B9F-797891D1F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09438" y="1528205"/>
            <a:ext cx="5570378" cy="42315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44504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7A94561-2F09-A527-27BB-BC5E6BB0C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F359219-D37D-D9A9-0609-CA274D02075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89AA052-64C5-F445-41FF-AB411193D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C6181DD-3068-A4BE-F846-19E8BE697152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lecture_pandas_plotting.ipynb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Pandas exercises in: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0ECF852-9F0B-4CDB-0781-499DCF9A94B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552B56-2A27-82AC-1786-C7E46D1C6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09438" y="1528205"/>
            <a:ext cx="5570378" cy="42315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2949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67197B-12E0-5FFA-9362-8EA910B75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A54C4A-CA19-B9EB-EBA4-C3CF9556FCE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3E477B9-1500-C4CD-3D83-AB1596661E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A16BDD9-DD11-C453-A4CF-31C29A7C847E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lecture_pandas_plotting.ipynb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Pandas exercises in: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exercises_pandas_plotting.ipynb</a:t>
            </a:r>
            <a:br>
              <a:rPr lang="en-GB" sz="17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2462CA0-68BE-CBED-62B8-026D7ECD082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CF6A17-2D26-FBBD-C8B6-D4825237F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09438" y="1528205"/>
            <a:ext cx="5570378" cy="42315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06582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B5A8E86C-82F8-0867-7546-DC284C07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257A582F-7E25-EC2A-C8D2-7289D380F3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Next Time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BD679C7-8388-C057-C5AC-99F957BC244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5/5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3213;p184">
            <a:extLst>
              <a:ext uri="{FF2B5EF4-FFF2-40B4-BE49-F238E27FC236}">
                <a16:creationId xmlns:a16="http://schemas.microsoft.com/office/drawing/2014/main" id="{9636FAFF-E308-1740-8F87-D7836EBE106C}"/>
              </a:ext>
            </a:extLst>
          </p:cNvPr>
          <p:cNvSpPr txBox="1"/>
          <p:nvPr/>
        </p:nvSpPr>
        <p:spPr>
          <a:xfrm>
            <a:off x="1211099" y="1949108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13: Pandas Plotting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Plotting with Pandas Series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Plotting with Pandas </a:t>
            </a: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endParaRPr lang="en-GB" sz="8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Moving Averages in Pandas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14: Pandas vs NumPy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Indexing and Slicing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Views and Copies</a:t>
            </a: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Interoperability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710726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35079</TotalTime>
  <Words>791</Words>
  <Application>Microsoft Office PowerPoint</Application>
  <PresentationFormat>Widescreen</PresentationFormat>
  <Paragraphs>118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Courier New</vt:lpstr>
      <vt:lpstr>Calibri</vt:lpstr>
      <vt:lpstr>Retrospect</vt:lpstr>
      <vt:lpstr>Lecture 13:   Pandas Plotting</vt:lpstr>
      <vt:lpstr>Todays Lecture</vt:lpstr>
      <vt:lpstr>Plotting in Pandas</vt:lpstr>
      <vt:lpstr>Plotting in Pandas</vt:lpstr>
      <vt:lpstr>Plotting in Pandas</vt:lpstr>
      <vt:lpstr>Plotting in Pandas</vt:lpstr>
      <vt:lpstr>Plotting in Pandas</vt:lpstr>
      <vt:lpstr>Plotting in Pandas</vt:lpstr>
      <vt:lpstr>Plotting in Pandas</vt:lpstr>
      <vt:lpstr>Plotting in Pandas</vt:lpstr>
      <vt:lpstr>Plotting in Pandas</vt:lpstr>
      <vt:lpstr>Plotting in Pandas</vt:lpstr>
      <vt:lpstr>Plotting in Pandas</vt:lpstr>
      <vt:lpstr>Demonstration</vt:lpstr>
      <vt:lpstr>Demonstration</vt:lpstr>
      <vt:lpstr>Demonstration</vt:lpstr>
      <vt:lpstr>Demonstration</vt:lpstr>
      <vt:lpstr>Demonstration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Tom Maullin-Sapey</cp:lastModifiedBy>
  <cp:revision>147</cp:revision>
  <dcterms:modified xsi:type="dcterms:W3CDTF">2026-02-05T13:56:26Z</dcterms:modified>
</cp:coreProperties>
</file>