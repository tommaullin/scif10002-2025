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787" r:id="rId3"/>
    <p:sldId id="2981" r:id="rId4"/>
    <p:sldId id="2987" r:id="rId5"/>
    <p:sldId id="2988" r:id="rId6"/>
    <p:sldId id="2989" r:id="rId7"/>
    <p:sldId id="2985" r:id="rId8"/>
    <p:sldId id="2990" r:id="rId9"/>
    <p:sldId id="2991" r:id="rId10"/>
    <p:sldId id="2992" r:id="rId11"/>
    <p:sldId id="2986" r:id="rId12"/>
    <p:sldId id="2993" r:id="rId13"/>
    <p:sldId id="2994" r:id="rId14"/>
    <p:sldId id="2983" r:id="rId15"/>
    <p:sldId id="2995" r:id="rId16"/>
    <p:sldId id="2997" r:id="rId17"/>
    <p:sldId id="2998" r:id="rId18"/>
    <p:sldId id="2996" r:id="rId19"/>
    <p:sldId id="2984" r:id="rId20"/>
    <p:sldId id="2999" r:id="rId21"/>
    <p:sldId id="3002" r:id="rId22"/>
    <p:sldId id="3003" r:id="rId23"/>
    <p:sldId id="3001" r:id="rId24"/>
    <p:sldId id="3000" r:id="rId25"/>
    <p:sldId id="3004" r:id="rId26"/>
    <p:sldId id="2982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>
        <p:scale>
          <a:sx n="100" d="100"/>
          <a:sy n="100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5FF83998-EFCC-E9EC-32E2-1853C3AC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30C29BF-6963-1F3A-4C9E-F39748279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3BBE95F6-8BD8-A271-52D2-F1936BF05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1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2043C6-4916-BBC7-BD27-0264ECA2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C6E51D-2F3D-CAA7-ECAF-A5D8B3FBD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D014EFA-3434-9FD6-A09F-8DF03DC75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244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08697D-B88E-7D92-A859-02278B5F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2754ED-A840-03FD-D9BF-855C8B5CF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42774D-963A-E229-C20F-BBFF5CF0B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404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ACB05C-8A52-9C27-0A68-F526EBF3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CF72B50-4D15-4DFA-71E0-634C91EB0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2189D4-4FC5-CD0B-1F2D-CDBE4A728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865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1BFCC2E-2BAF-C11D-DE0D-1D194EE2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BD4B1C-9D9F-E84B-724F-7DCD8D51B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3A71B9-F61D-7A69-938D-E6D7957E4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953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CE5A43E-F6EC-71D2-C3C8-BE6FE563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114B66-6221-B68C-4A69-2F32BA465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B7CF06-EEFC-0229-79B7-0FBF9EB84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407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FC7934-3629-3594-5205-96C633D5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ECA58A-A359-0750-B9E2-4949DD8AB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ADD3E1-4918-BCBF-9701-90A8D8197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454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05173C-A2FE-FF1D-A9CA-7182A390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AD7458-99CE-6668-66E5-00E76BAC02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660997-9D6F-801A-56B4-6DBEED248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455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84BB3C0-6422-5EFF-5B53-7321E024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9A6DC5-6DE8-1674-EFF8-A19EFA36B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DEA0B36-CA80-A4DA-BEBE-593D24DEA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792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D7AC13-5A83-CC22-D8B5-5C4387ED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1211E7C-8EC9-E904-84AB-A21C51788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285BB1-DB5C-B770-4A36-9A96E55C2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788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1FD169E-B986-9E6D-3F10-507EF7FA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9CD2B9-B19A-DC84-C1D0-CA03D2C8F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8850A1-2D54-4F1A-F31D-4757EA9B5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305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56E1AF9-106F-1BBB-970C-B905CB1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ACF35E-798E-F257-A704-7316266C8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C45634-C57F-859A-71C3-AA2E149B9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860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01E3D5A-98DF-52A9-280C-5C3557F5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44AA71-104E-5290-4C99-26D224725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6FC07A-0D81-E2F1-0F18-6807D0772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289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B93F89-AEBE-3F42-5C43-8A8972B9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C90C23-44E8-3E63-6FAF-8CFE541F1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BF1AEA-B030-A6A9-A951-D47583B09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562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B7075C-8577-B433-7526-D2914346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0D03BE-4AD2-2BCA-967B-88B6626AA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236D44-CA5E-D20F-FAC1-D97C1F9F16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675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47FACD-DCB4-2CAD-AF27-A5B5E4B2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072B7C0-132B-39DD-890B-01D9048DE9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1276A2-680F-9175-583F-737F49266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023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E0EA58-6EAE-15B9-412F-3EBE7D32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530F07-F866-D42C-11DD-D450FE07E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292DF8-5F6C-6AB9-22DC-5FA846C697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8096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9A57D3-B8C7-7B45-B56A-7E6E9EB4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0ACC3F-FED4-4DF3-2652-0E6E90B8E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EF431B-85D9-784F-B7EE-8C8A44D52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45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1BB51E-95EF-C16D-BC31-93B9B1FE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36283B-FF07-7DB2-BA5B-1ED26D388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A37E74-4370-089A-B470-9BA0EF9F6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2998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E28028-EB15-41D8-A31D-76520621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079D01-32EE-6E61-6A58-A96E33DD8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1E80CF3-6C87-F9E8-29D1-BAC943230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0075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F4EF09-F81A-B24B-2538-780ADF8D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8A40301-DE0B-6587-FFE8-115EB2FF4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55BD40-48CE-C541-1641-73EC5D858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8239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9B8ED5E-1AA8-0DB1-C69B-E3135EA6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FC925A0-E554-CAE3-A97D-DDCBB2F0A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6C56E3-B48A-DE96-9112-07255372A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278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252C08-A41F-9C49-0D85-BDBAEFA5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61C164-B032-911C-3D91-E03E6A0D3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FDBFB3-3C93-C038-1160-7499C6B39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892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7E2711-89DF-33C5-B87B-63B098A6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C40D23-10F2-8A72-9C8C-2D4FDEA2B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461C0D-01BA-1C16-9DB0-4C9010489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095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B6337E-F867-2626-F58B-61A88C89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AA2CDBB3-3663-04CB-3852-89FEA60C7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14BC5C7-228C-1B1C-0960-157A39740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8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12: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Pandas Data Preprocessing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January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0/5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5BFA99A-A154-6B96-A138-790869A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E382823-3305-3095-36FB-135D8B100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5404A33-00C8-E9B3-80E0-C36535EB26F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12: Pandas Data Preprocessing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Type Conversion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13: Plotting with Pandas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Plotting with Pandas Series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Plotting with Pandas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Moving Averages in Pandas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94519-E96B-507F-7C09-E5C8A19444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9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07733E-EB73-8E79-AAE0-A077AF5D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E12C5D-A822-BD93-6286-0F1083EE923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4714E2-8142-C5BF-98C5-39BE21DD2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3400CD-2528-9C40-5D4F-8285EE9DDD9E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6C8C942-A63D-1EF5-5ECE-EB150AADB5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25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93DC37-0A1F-6DE9-439A-A53F929A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B41C7A-999B-B1CF-31A0-FDCEE972182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64CF4B-FD6C-46C0-54B6-AB7658C41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DCC87B6-6251-C957-8DD3-7E8642D766D5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5CEA02B-C9EC-5AE8-DC5D-EF12F179EA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EA2271-5507-ECE7-B113-4E8D13E7C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890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0CA2C1-8BF1-9C1F-2426-3B1EAA50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5C1824-2190-D6A4-F1E2-1F735613375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FB8750-65E4-BAE6-2A2F-BE0F1DB86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7EF7B95-18B3-AA5A-0678-AF06035AB646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F2E7CF-D77F-D96B-6006-4F7AD9BEF5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DC7938-A6B5-7F21-C78B-00F24D6AD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2C9AA6-D6E0-7081-F9E3-A997953D1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693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4588CF-6293-8B94-FFCB-915D8268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864BC3-0603-31AF-C935-9B979ECA93A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3ABF8F-2CE1-21EB-E0D1-E5B7392A02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D37DF2-F926-F417-5B10-7E45AAE94FC8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6CE8C0-8BE9-D32E-D124-2149C748E8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B66CD-AB7D-4B84-7270-1EFF0C8AB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CA434D-C571-9EBC-2D2F-30D91FD48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CEE06BB-5883-91E7-0977-14AC639C2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26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9EC245-835B-740D-F3A3-0873C12B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B0D41AA-2E10-D51B-9343-1B36D679059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243E9A-4BB8-18E7-512A-6FFA1D01BC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585DCA9-B3E9-16BC-0127-4B5FA447E6CF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66E556-A8DA-FCA8-C97B-F19A1B6A01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85410F-7C40-EE44-68BF-2B2CA9C4B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CBF8ED-94B7-653F-A8F9-CC90DEBB44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24404F4-5CA3-A6A1-E7FF-414FE22FA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17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4A58FDE-C537-B6C1-2601-3E8A42495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7DA90B-503A-C467-886A-ACBFDFD395C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2F3F15-45A6-645E-D576-3400A720E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381BDE-FB8E-B2D2-8199-663F3F8A044F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a typical data processing pipeline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EB4AD6A-F1BE-B477-B626-FF92032A4E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4A862-867D-E75F-54BE-732A79286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75F300-D8B7-3829-6A55-A2CCEC935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0040ACF-0E3B-C197-AF76-FFD41C8B2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23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46539DD-44D8-F0D3-4418-B1392DCC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D67E11-0793-E833-DD37-69E1B84B841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483540-3C2B-4BF3-8E0E-07A551DEF0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9E3A08B-D2EE-2DF9-2852-65E63852838A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a typical data processing pipeline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A98056E-4263-E9B3-FE9D-0A53D5D36A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4603F4-8717-40DB-F1BB-A923A9218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EA792F-F486-7A30-3DEF-90B7FAFC6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C8EB3D3-E8E5-C99E-FE4C-3FCF04173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71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079F8A5-B681-625A-E426-B5444A14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8175C-C82C-9A6E-4248-2F5DF61DFEC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C5F130-CB83-D511-A69A-42C39C0348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8A4A430-BC6F-F8DB-2252-315C33928538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a typical data processing pipeline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5DFC1F4-EB7E-5328-8C52-25B7A3A2C4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D7913A-01D6-071C-63C3-545B9CCFA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6FE9BC-3737-07F5-8FEC-8134438CC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7E54EA3-906F-45EC-2CB6-617876FB0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478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B9ECC9-1644-2CCC-8572-9CA9C39B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2EC4A7-5A31-A591-3F0B-07697820759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1FDA78E-6D07-E1DD-E507-68ED1154CF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64F52F-C565-7784-1FA4-94DDE2398A65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a typical data processing pipeline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Handling Missing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C2A94B-1388-1475-2C11-6C13DF6AD0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986259-7A76-F3FB-0ED6-E6B55E6A5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84811C-0D33-96F5-4525-ABC2F05F63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20B1377-3372-3854-59BA-7F95D3696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932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E05D1D-6335-213E-CAA4-07FCB2E0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98E110-3F39-1ADB-1F54-23223381AB6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E16F4D-3ECA-A1F7-E77D-DF8208042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02EDED-FA12-C79D-1B18-69BAB14D39B2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a typical data processing pipeline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Handling Missing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Adding Derived Features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7A3FD2-7A70-D9A2-71F6-2FE7992C78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9F0800-0B6F-7CD9-6719-2144867F5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8D031A-9092-8C38-F108-EDCB73C93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219D3F7-4A23-8B5B-F5CC-AF17E3699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89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06E5E7-D831-5256-C79C-7579E13F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EE95C1-3D9D-1873-54D2-AF3FA64EE22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BEDA8C-F7DB-DC47-8585-FA5830AEC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Preprocessing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35ADB2-FCF9-38D9-E58F-165F4DA84927}"/>
              </a:ext>
            </a:extLst>
          </p:cNvPr>
          <p:cNvSpPr txBox="1"/>
          <p:nvPr/>
        </p:nvSpPr>
        <p:spPr>
          <a:xfrm>
            <a:off x="1203489" y="1695836"/>
            <a:ext cx="571578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working with real world applications, you will often need to </a:t>
            </a:r>
            <a: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the data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look at a typical data processing pipeline in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Pandas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Handling Missing Data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Adding Derived Features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Saving Outputs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746F0F-685F-D82C-5232-6B95209619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9EF543-C90F-17B9-263D-74488D341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736085"/>
            <a:ext cx="2377912" cy="84430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C9D568-62DA-C80D-7675-2B3370D95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10599" y="834120"/>
            <a:ext cx="2340430" cy="370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31A1C49-D26B-71BF-23DB-EE568C3C7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395" y="3056233"/>
            <a:ext cx="3270838" cy="2319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65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4628E8-C1F4-3CC9-DCCB-E6ACEAD8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228FB4-E4B0-DF79-A04B-A2AB929468A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12F986-FFC8-D40F-AB5E-93742761F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D1ABDF-18F6-1A48-B6C0-CAFF9AC402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509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57669B-EC04-3B0C-574F-758D2277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5485C9-5F62-369B-4196-EF61A062ABB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6A64A6-2090-0F79-F466-B41D0B4D0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594B688-EB0B-EA30-5D5C-333D4EE07912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these steps, we are going to work through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9AEF1D9-8748-918F-516F-42060EB017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444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A395BC-7DCF-80FE-F9C6-89281E4A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B82AE9-0802-173F-9342-4C311C57F97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AD0696-C4DE-E129-50C1-08ABBDE59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8F612A-C60A-30A1-F18A-98AF23034BD2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these steps, we are going to work through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7BFC3A-7ED7-137C-BD48-4635E7DEB9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694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116594-F0A6-AEF3-2FF6-4D3EDED5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3762E1-2A9D-EFFB-7DF5-06DDDF48AAD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6BF69A-AF11-F839-D857-CFE93D2FB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1D2A95A-E2DC-F8BA-E797-FC3E87D65B7B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these steps, we are going to work through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slides_pandas_preprocessing.ipynb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62BA43-AFCA-D2C9-2102-B239914F06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409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12B6118-D90D-93FB-3FED-D440F349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1C2DFD-46CC-DB17-D348-15F028F9A56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6623FC-48AC-4DD3-7726-3E363C838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Demonstration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0E6662E-60FD-7BFA-AF04-EA168CE48D73}"/>
              </a:ext>
            </a:extLst>
          </p:cNvPr>
          <p:cNvSpPr txBox="1"/>
          <p:nvPr/>
        </p:nvSpPr>
        <p:spPr>
          <a:xfrm>
            <a:off x="1259401" y="2004517"/>
            <a:ext cx="45757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show these steps, we are going to work through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 to follow along: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slides_pandas_preprocessing.ipynb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045553-986A-68FF-D9A9-23D14FC4B9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A45E60-716E-FDAF-E12F-31AAA284A3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65" t="27361" r="9644" b="13333"/>
          <a:stretch>
            <a:fillRect/>
          </a:stretch>
        </p:blipFill>
        <p:spPr>
          <a:xfrm>
            <a:off x="6411685" y="1135614"/>
            <a:ext cx="4876800" cy="45867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3640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79DBF1-EFFA-8E50-ED92-550247CA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FE894-1D48-8F21-856C-8F609647B37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2B31AB-EC1B-E650-B3A7-623569E21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2BDB5B-BDED-426B-38E1-7D71BE2705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415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07D08F-D9AF-3C8B-E0D3-8EDDBCB2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A4F528-46C9-5E9D-E81A-4C27D0E4490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5C63C3-27B3-F980-EA0D-05059DFF01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0EFA6B-7387-1D82-3008-B10C667306A5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F1FB06E-7AEF-D849-774B-8F2ABC3C2F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11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830CBB5-CEA4-7C19-7A2B-51CC75AA3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916B58E-8F4D-012F-DCA9-440A43B554B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3A46D1-C363-5B55-10BB-38FD2DE30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E4DA0F-0202-CB83-9A11-DE3BF2B1CCF7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37AB6E-EB07-9E1A-A989-5E994472EC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15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F2F2D7-4500-3369-B273-CCB61F52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6098C0-DD14-B171-F7F4-36B63470BC2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9945F4-7FB2-E4B4-20A9-B2BD1AFF7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761A33-4EA2-CAE9-4819-72AE533AD007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lecture_pandas_preprocessing.ipynb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FA0DF0-7445-DDF0-49DB-B674FC1EDC6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2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29DDDD-D092-341B-3CEB-49688EFE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A64199-C21E-4C62-0648-95D2DB9CD4A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F5376A-2754-802E-77FB-343AEC9AC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990564-578B-6A24-C417-A21E43C0105C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lecture_pandas_preprocessing.ipynb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00740B6-842B-B53A-D005-5517DA9FBA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0C9A9-F8A6-765F-0D00-33565426CF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9" t="37382" r="9416" b="1262"/>
          <a:stretch>
            <a:fillRect/>
          </a:stretch>
        </p:blipFill>
        <p:spPr>
          <a:xfrm>
            <a:off x="6175191" y="1563709"/>
            <a:ext cx="5447410" cy="39118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5859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2701EA-8D59-DF9A-DAAE-55EF61CB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4E0699-61BE-7570-5497-3DA48A26563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F5ECBB-A90E-A603-D357-F56E23538E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4E9B3D-59F8-EEB3-24C3-260E3AD14495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lecture_pandas_preprocessing.ipynb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018470E-0AA1-5B8C-0356-521C0C24BF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C48FA-634D-C8D7-A4A0-8DA9A739B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9" t="37382" r="9416" b="1262"/>
          <a:stretch>
            <a:fillRect/>
          </a:stretch>
        </p:blipFill>
        <p:spPr>
          <a:xfrm>
            <a:off x="6175191" y="1563709"/>
            <a:ext cx="5447410" cy="39118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6135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F39A7F-4B14-E0F4-8758-761774CE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DAC229-F6DB-3D7B-07DE-42780AF98C4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88DE3A-B172-3BFA-554F-944D0E96C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7745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64CE996-E6E3-1C79-80E2-43E3ABDD2F6C}"/>
              </a:ext>
            </a:extLst>
          </p:cNvPr>
          <p:cNvSpPr txBox="1"/>
          <p:nvPr/>
        </p:nvSpPr>
        <p:spPr>
          <a:xfrm>
            <a:off x="1259401" y="2004517"/>
            <a:ext cx="440503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Read through the material in: 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lecture_pandas_preprocessing.ipynb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Pandas exercises in:</a:t>
            </a: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7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7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exercises_pandas_preprocessing.ipynb</a:t>
            </a:r>
            <a:br>
              <a:rPr lang="en-GB" sz="17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7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87B0966-F2B3-883A-FC81-FB81AA8DB5E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4/5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F4FA5-7C14-36AA-48B8-FC2492B10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9" t="37382" r="9416" b="1262"/>
          <a:stretch>
            <a:fillRect/>
          </a:stretch>
        </p:blipFill>
        <p:spPr>
          <a:xfrm>
            <a:off x="6175191" y="1563709"/>
            <a:ext cx="5447410" cy="39118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284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5A8E86C-82F8-0867-7546-DC284C07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57A582F-7E25-EC2A-C8D2-7289D380F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D679C7-8388-C057-C5AC-99F957BC24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5/5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3213;p184">
            <a:extLst>
              <a:ext uri="{FF2B5EF4-FFF2-40B4-BE49-F238E27FC236}">
                <a16:creationId xmlns:a16="http://schemas.microsoft.com/office/drawing/2014/main" id="{9636FAFF-E308-1740-8F87-D7836EBE106C}"/>
              </a:ext>
            </a:extLst>
          </p:cNvPr>
          <p:cNvSpPr txBox="1"/>
          <p:nvPr/>
        </p:nvSpPr>
        <p:spPr>
          <a:xfrm>
            <a:off x="1211099" y="19491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12: Pandas Data Preprocessing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Loading Data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Exploratory Investigation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 Type Conversion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13: Plotting with Pandas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Plotting with Pandas Series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Plotting with Pandas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Moving Averages in Pandas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71072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34637</TotalTime>
  <Words>712</Words>
  <Application>Microsoft Office PowerPoint</Application>
  <PresentationFormat>Widescreen</PresentationFormat>
  <Paragraphs>129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Courier New</vt:lpstr>
      <vt:lpstr>Calibri</vt:lpstr>
      <vt:lpstr>Arial</vt:lpstr>
      <vt:lpstr>Retrospect</vt:lpstr>
      <vt:lpstr>Lecture 12:   Pandas Data Preprocessing</vt:lpstr>
      <vt:lpstr>Todays Lecture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Demonstration</vt:lpstr>
      <vt:lpstr>Demonstration</vt:lpstr>
      <vt:lpstr>Demonstration</vt:lpstr>
      <vt:lpstr>Demonstration</vt:lpstr>
      <vt:lpstr>Demonstration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143</cp:revision>
  <dcterms:modified xsi:type="dcterms:W3CDTF">2026-01-28T15:36:25Z</dcterms:modified>
</cp:coreProperties>
</file>