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2"/>
  </p:notesMasterIdLst>
  <p:sldIdLst>
    <p:sldId id="256" r:id="rId2"/>
    <p:sldId id="2641" r:id="rId3"/>
    <p:sldId id="2664" r:id="rId4"/>
    <p:sldId id="2785" r:id="rId5"/>
    <p:sldId id="2783" r:id="rId6"/>
    <p:sldId id="2786" r:id="rId7"/>
    <p:sldId id="2782" r:id="rId8"/>
    <p:sldId id="2787" r:id="rId9"/>
    <p:sldId id="2788" r:id="rId10"/>
    <p:sldId id="2670" r:id="rId11"/>
    <p:sldId id="2672" r:id="rId12"/>
    <p:sldId id="2789" r:id="rId13"/>
    <p:sldId id="2662" r:id="rId14"/>
    <p:sldId id="2674" r:id="rId15"/>
    <p:sldId id="2790" r:id="rId16"/>
    <p:sldId id="2675" r:id="rId17"/>
    <p:sldId id="2704" r:id="rId18"/>
    <p:sldId id="2794" r:id="rId19"/>
    <p:sldId id="2793" r:id="rId20"/>
    <p:sldId id="2791" r:id="rId21"/>
    <p:sldId id="2796" r:id="rId22"/>
    <p:sldId id="2795" r:id="rId23"/>
    <p:sldId id="2797" r:id="rId24"/>
    <p:sldId id="2798" r:id="rId25"/>
    <p:sldId id="2760" r:id="rId26"/>
    <p:sldId id="2801" r:id="rId27"/>
    <p:sldId id="2800" r:id="rId28"/>
    <p:sldId id="2802" r:id="rId29"/>
    <p:sldId id="2803" r:id="rId30"/>
    <p:sldId id="2799" r:id="rId31"/>
    <p:sldId id="2826" r:id="rId32"/>
    <p:sldId id="2804" r:id="rId33"/>
    <p:sldId id="2834" r:id="rId34"/>
    <p:sldId id="2808" r:id="rId35"/>
    <p:sldId id="2810" r:id="rId36"/>
    <p:sldId id="2827" r:id="rId37"/>
    <p:sldId id="2828" r:id="rId38"/>
    <p:sldId id="2809" r:id="rId39"/>
    <p:sldId id="2811" r:id="rId40"/>
    <p:sldId id="2813" r:id="rId41"/>
    <p:sldId id="2815" r:id="rId42"/>
    <p:sldId id="2814" r:id="rId43"/>
    <p:sldId id="2818" r:id="rId44"/>
    <p:sldId id="2819" r:id="rId45"/>
    <p:sldId id="2829" r:id="rId46"/>
    <p:sldId id="2816" r:id="rId47"/>
    <p:sldId id="2820" r:id="rId48"/>
    <p:sldId id="2830" r:id="rId49"/>
    <p:sldId id="2821" r:id="rId50"/>
    <p:sldId id="2831" r:id="rId51"/>
    <p:sldId id="2822" r:id="rId52"/>
    <p:sldId id="2832" r:id="rId53"/>
    <p:sldId id="2823" r:id="rId54"/>
    <p:sldId id="2824" r:id="rId55"/>
    <p:sldId id="2833" r:id="rId56"/>
    <p:sldId id="2825" r:id="rId57"/>
    <p:sldId id="2812" r:id="rId58"/>
    <p:sldId id="2771" r:id="rId59"/>
    <p:sldId id="2838" r:id="rId60"/>
    <p:sldId id="2837" r:id="rId61"/>
    <p:sldId id="2839" r:id="rId62"/>
    <p:sldId id="2841" r:id="rId63"/>
    <p:sldId id="2840" r:id="rId64"/>
    <p:sldId id="2842" r:id="rId65"/>
    <p:sldId id="2843" r:id="rId66"/>
    <p:sldId id="2844" r:id="rId67"/>
    <p:sldId id="2836" r:id="rId68"/>
    <p:sldId id="2845" r:id="rId69"/>
    <p:sldId id="2846" r:id="rId70"/>
    <p:sldId id="2835" r:id="rId71"/>
    <p:sldId id="2847" r:id="rId72"/>
    <p:sldId id="2772" r:id="rId73"/>
    <p:sldId id="2850" r:id="rId74"/>
    <p:sldId id="2849" r:id="rId75"/>
    <p:sldId id="2848" r:id="rId76"/>
    <p:sldId id="2851" r:id="rId77"/>
    <p:sldId id="2853" r:id="rId78"/>
    <p:sldId id="2854" r:id="rId79"/>
    <p:sldId id="2852" r:id="rId80"/>
    <p:sldId id="2855" r:id="rId81"/>
    <p:sldId id="2856" r:id="rId82"/>
    <p:sldId id="2778" r:id="rId83"/>
    <p:sldId id="2860" r:id="rId84"/>
    <p:sldId id="2861" r:id="rId85"/>
    <p:sldId id="2858" r:id="rId86"/>
    <p:sldId id="2862" r:id="rId87"/>
    <p:sldId id="2864" r:id="rId88"/>
    <p:sldId id="2866" r:id="rId89"/>
    <p:sldId id="2865" r:id="rId90"/>
    <p:sldId id="2867" r:id="rId91"/>
    <p:sldId id="2773" r:id="rId92"/>
    <p:sldId id="2869" r:id="rId93"/>
    <p:sldId id="2870" r:id="rId94"/>
    <p:sldId id="2868" r:id="rId95"/>
    <p:sldId id="2871" r:id="rId96"/>
    <p:sldId id="2872" r:id="rId97"/>
    <p:sldId id="2875" r:id="rId98"/>
    <p:sldId id="2777" r:id="rId99"/>
    <p:sldId id="2873" r:id="rId100"/>
    <p:sldId id="2874" r:id="rId101"/>
    <p:sldId id="2876" r:id="rId102"/>
    <p:sldId id="2779" r:id="rId103"/>
    <p:sldId id="2880" r:id="rId104"/>
    <p:sldId id="2879" r:id="rId105"/>
    <p:sldId id="2881" r:id="rId106"/>
    <p:sldId id="2877" r:id="rId107"/>
    <p:sldId id="2878" r:id="rId108"/>
    <p:sldId id="2882" r:id="rId109"/>
    <p:sldId id="2774" r:id="rId110"/>
    <p:sldId id="2885" r:id="rId111"/>
    <p:sldId id="2886" r:id="rId112"/>
    <p:sldId id="2887" r:id="rId113"/>
    <p:sldId id="2883" r:id="rId114"/>
    <p:sldId id="2889" r:id="rId115"/>
    <p:sldId id="2891" r:id="rId116"/>
    <p:sldId id="2890" r:id="rId117"/>
    <p:sldId id="2892" r:id="rId118"/>
    <p:sldId id="2888" r:id="rId119"/>
    <p:sldId id="2893" r:id="rId120"/>
    <p:sldId id="2895" r:id="rId121"/>
    <p:sldId id="2896" r:id="rId122"/>
    <p:sldId id="2897" r:id="rId123"/>
    <p:sldId id="2775" r:id="rId124"/>
    <p:sldId id="2899" r:id="rId125"/>
    <p:sldId id="2900" r:id="rId126"/>
    <p:sldId id="2901" r:id="rId127"/>
    <p:sldId id="2898" r:id="rId128"/>
    <p:sldId id="2903" r:id="rId129"/>
    <p:sldId id="2904" r:id="rId130"/>
    <p:sldId id="2902" r:id="rId131"/>
    <p:sldId id="2905" r:id="rId132"/>
    <p:sldId id="2780" r:id="rId133"/>
    <p:sldId id="2913" r:id="rId134"/>
    <p:sldId id="2906" r:id="rId135"/>
    <p:sldId id="2912" r:id="rId136"/>
    <p:sldId id="2914" r:id="rId137"/>
    <p:sldId id="2915" r:id="rId138"/>
    <p:sldId id="2916" r:id="rId139"/>
    <p:sldId id="2910" r:id="rId140"/>
    <p:sldId id="2907" r:id="rId141"/>
    <p:sldId id="2918" r:id="rId142"/>
    <p:sldId id="2917" r:id="rId143"/>
    <p:sldId id="2908" r:id="rId144"/>
    <p:sldId id="2921" r:id="rId145"/>
    <p:sldId id="2922" r:id="rId146"/>
    <p:sldId id="2923" r:id="rId147"/>
    <p:sldId id="2920" r:id="rId148"/>
    <p:sldId id="2919" r:id="rId149"/>
    <p:sldId id="2909" r:id="rId150"/>
    <p:sldId id="2924" r:id="rId151"/>
    <p:sldId id="2781" r:id="rId152"/>
    <p:sldId id="2930" r:id="rId153"/>
    <p:sldId id="2929" r:id="rId154"/>
    <p:sldId id="2931" r:id="rId155"/>
    <p:sldId id="2928" r:id="rId156"/>
    <p:sldId id="2932" r:id="rId157"/>
    <p:sldId id="2933" r:id="rId158"/>
    <p:sldId id="2927" r:id="rId159"/>
    <p:sldId id="2935" r:id="rId160"/>
    <p:sldId id="2936" r:id="rId161"/>
    <p:sldId id="2934" r:id="rId162"/>
    <p:sldId id="2938" r:id="rId163"/>
    <p:sldId id="2939" r:id="rId164"/>
    <p:sldId id="2937" r:id="rId165"/>
    <p:sldId id="2940" r:id="rId166"/>
    <p:sldId id="2926" r:id="rId167"/>
    <p:sldId id="2941" r:id="rId168"/>
    <p:sldId id="2950" r:id="rId169"/>
    <p:sldId id="2942" r:id="rId170"/>
    <p:sldId id="2943" r:id="rId171"/>
    <p:sldId id="2951" r:id="rId172"/>
    <p:sldId id="2953" r:id="rId173"/>
    <p:sldId id="2952" r:id="rId174"/>
    <p:sldId id="2954" r:id="rId175"/>
    <p:sldId id="2944" r:id="rId176"/>
    <p:sldId id="2945" r:id="rId177"/>
    <p:sldId id="2946" r:id="rId178"/>
    <p:sldId id="2955" r:id="rId179"/>
    <p:sldId id="2947" r:id="rId180"/>
    <p:sldId id="2925" r:id="rId181"/>
    <p:sldId id="2770" r:id="rId182"/>
    <p:sldId id="2959" r:id="rId183"/>
    <p:sldId id="2957" r:id="rId184"/>
    <p:sldId id="2958" r:id="rId185"/>
    <p:sldId id="2956" r:id="rId186"/>
    <p:sldId id="2962" r:id="rId187"/>
    <p:sldId id="2961" r:id="rId188"/>
    <p:sldId id="2963" r:id="rId189"/>
    <p:sldId id="2960" r:id="rId190"/>
    <p:sldId id="427" r:id="rId19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4660"/>
  </p:normalViewPr>
  <p:slideViewPr>
    <p:cSldViewPr snapToGrid="0">
      <p:cViewPr>
        <p:scale>
          <a:sx n="33" d="100"/>
          <a:sy n="33" d="100"/>
        </p:scale>
        <p:origin x="204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presProps" Target="pres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heme" Target="theme/theme1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37FEAA5-D7DB-D8D3-E074-041C9DD45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5D7C2F6B-D45B-4FD1-5DB9-A2D944A65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55F258F-7113-7254-DDC6-4B92F7BE3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472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D2AA0AE-90B1-D177-CF20-C5551166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726832-2B5A-6B7A-6983-95263194B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A03AA5-C94A-7B0C-C783-6547A2E86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870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93F096-4136-680F-9F30-CDA28DA2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FF04336-426D-653A-166E-CEED4159C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C3E112C-E277-A083-C7F3-E796567E91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332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3B13CCE-2D1B-C38E-DFDD-2DFE6D94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2DA27F9-D13F-5F2F-26BB-1A606ECB5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828C1F-5680-590C-F6A2-9DB1EEA9A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2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2A8B13A-AD0A-7FDD-84A4-CF09A8AB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41BE5ED-4F8F-EF1E-69F6-3F68F7501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E5644A8-28AF-5F1F-EA4F-51EB41E40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378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9A71E5-EDA2-69D8-8EF1-95B1D2F6A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FE4C507-AD4A-8E05-11FC-7B5E512D39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ABF7830-1C17-849C-2D4B-62005191E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34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1002916-4C1B-BFFD-DD3F-3FEC66791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E6909E9-D499-4610-65C3-35433F2B5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C849731-B2CA-86EC-E1AE-82CEEEB2F5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2825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E24765A-CAEE-F8DC-9CAC-F44FF4B4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6A44D3D-963B-85B0-693B-4C79059DD1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2C4FEF1-29F3-DBBD-954F-E26AEB82CA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508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43EEF4-76E0-E707-1665-34B45FCC2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43ECAE-CEF1-9341-47C2-A71578874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C26375D-72D6-F580-A613-2BC81BB46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752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CFF3F1D-E936-750E-1770-88738F1E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78396A-5E8A-86A4-8BB6-FA95A8E1D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7BEA07F-8B04-26C4-C97D-9E321D55F7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546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603D981-0689-1A23-C064-ECA14D7B4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1C0E159-0326-40A5-68B6-FD33BBF8B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55125B5-7FFD-CBE0-D6B1-C9D31DB2B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998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619FDBF-AE5F-E6D6-CE2E-835A59F6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B2DBEDC-A3E1-D57D-8FC0-F2B0FCEAF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15C71D7-DA4F-AE0F-DB60-F230705BC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5551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3C59FCB-B08A-6993-4D4F-05650B52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486A07-D03E-AB6D-0FEA-8BF12A0406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F54498-3CF4-A854-3348-677F7F9AC1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2141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E71629-3204-E93B-61B2-CE29D0DA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4BBC6B0-1136-49FB-1EBB-5703D73892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6851CD6-3C94-4928-E56C-AC71DBABC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787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E0B5A23-F655-6E6F-8C27-4ABD6702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0CC646C-2745-959B-32B9-4A931BD65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6EBC72F-E1F0-2E50-5E00-FC010BE52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792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0E6C7CB-7BBC-D12A-3D57-817F7FD4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1687C0-21EB-3B81-B4C6-629F045B1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FE7DD2-7594-6D29-06A5-4194AC11DE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5747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D18DACC-C80E-264C-196D-D15C7D41C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B1FE401-CF16-CC43-A42A-69980F6A2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988A102-3F0D-BA3D-29E1-4985AC11A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54067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49DE28B-E0E1-A1EB-A96C-A6DB4C53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0E2F21F-FEB2-2ECF-93A0-E4E6B2013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4F29F35-77D5-3637-3700-A56266570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958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09BC975-8DF1-2EA8-713D-79F954C94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484DA71-85DA-F7BD-781D-486AC6EAC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3C56F02-7ED2-31B1-7EC1-0BCFD81E13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2817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E0F46F4-0064-A760-10EA-9DAEE045B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879C60C-3A53-D5BD-110C-AAB8B8EB8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585865-D26E-1D30-A331-125DD81298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81037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280E604-4581-FBB1-29CA-B5132FF6D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96AFA4B-19C2-0FF0-01C9-8A0CBA37F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0A82C54-DAE3-6A7F-9AB5-2D78366897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619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7CFCEC2-FA1C-FD82-B89D-59CBDEF21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4310B05-BA3B-C984-7570-20B6DDE78A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45C8DD6-9AE3-3D24-1C74-22413CFFF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26666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89015A4-D99F-9181-AC87-BFC142E01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E9B824-B213-2D6B-4F54-80A0BC69B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B090CFF-57D5-0369-9958-82FF330AB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41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5CB7521-A7FE-20AD-16EA-0F2148F85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A7D5555-E20B-716F-B6C1-E5EBA8DC7E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E39C7F-85D1-C863-CE3D-A0137A7D6F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4604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2C57FDB-A9C3-BA93-05DC-A22B7BE6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47A05F4-7AAC-647E-FE73-32DC18DCD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AD910D5-C5F7-30AC-076D-55BAC6C9D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53900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DD0BA48-5EB0-DA11-9182-04041294A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D3C7FAC-340C-D921-CE93-E93F06205F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3BDD1FD-DCB3-8D9C-44BB-F6B6CCC81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0864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BD3A4DF-BC24-EB11-98BA-DCB74A3D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D3586F4-706D-EAF6-2E33-16D163CFA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A74DDC7-E1FB-0CC3-8FDC-04B0CC99AA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00732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7473E61-9911-B24C-BFDA-5AB8D8D0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6800BE3-7500-557F-868B-7BAABDD905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DB24A90-C150-6EB7-151C-247AA944CC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50864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6BA975-EAA1-1AE6-ACCE-9D8448EA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F2521F4-E915-5BAF-289E-23BBA01926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728F467-D043-FCBE-9D9C-405414C24D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0433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6CE4B76-BFD9-620B-61CE-C25A4E7A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BF977B9-EDC6-A4DE-69DA-C1FCA58197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97EDEAF-0372-9519-BB6F-888AC9B26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41921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E209D59-7826-A1F0-6BD7-24D46A694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AB6E4A-AE92-B913-FDFA-AB291B2DD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F443C4A-BE4F-BD5A-78FA-E2BE8EB2B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49240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A8BC07-38C6-06D3-B428-94B241425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8F50B9C-73AE-0D52-A263-363A92D7D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5235384-D70E-1BCC-08CB-DC1B181322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55403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11FD9C0-EDCE-D96F-CD20-7512F676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A8CD8F-F8CF-ABA4-DF8F-5BA4C97D8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1612C0-723D-039C-219E-DC1EFC063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59486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29475EB-013C-9A48-04D6-750F7D19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406F024-4927-9441-A552-47DD7065CA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9887E87-7BBC-8CD6-DA9A-EE1B71350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73688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F167CDE-FFB1-3434-7E42-78E8F14B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906F1A-3113-1678-C9B4-A14DA483B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E1D2EDD-9B5B-C304-4754-6CB46ABDF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0951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32FE9A-AEEE-24CC-22BF-7D6F11B56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C47C298-4BFB-4760-07A0-FCD69D56A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C5EB8D8-CAEE-3ACB-1DAC-CDDFCDABAA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54209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FFF6EC-BE51-23DC-4168-9A350E69C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D89D7C5-C5A1-6055-589B-691B2F631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EFB098A-9BD8-6419-DC14-5D5FB33C8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9771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58F7BE-1258-91EB-4CFA-F43C8D96A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CF5CDF1-6049-4FF9-D543-DD2BCA3126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053E860-734B-4B9B-C8F2-EBE4FCBBB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18278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B3FDAC-5019-B32B-3F18-E5ED39D2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67C567-0302-9CDA-BCA6-249B903A9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8669BF-48E2-4133-7465-F7F62AE68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272216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ECFFC60-D2DE-4DB7-D8CA-148F186F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5DD4F0B-6D70-ACEA-391F-CBE3610D0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E3848EE-AB8D-059D-E696-C8D654A468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3157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E16EFE2-FC5B-131F-A692-147C84E9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A4B37B-E1FE-4B81-2ED0-F37A8B52F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FB1AFC9-24BE-3127-9B6E-ADC0A067E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92469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1E277E-3917-988F-BE79-9C26A991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40FBEC5-BD74-30D3-5987-6E625AE8E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E885D92-A37A-D9A1-00DD-DC9FD9BD5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6906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AB837B-5545-D8C2-939B-236E6E88D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0235E34-90C7-2A09-52A9-63241FAA5E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C15A8ED-3E5D-CED1-7C5E-EEB905E99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80604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CCF2110-3EA9-936A-6DF2-16903A3E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DFE5C3A-841C-99C5-10B3-FC1D55916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5B16AAD-E975-B9D0-7870-86D1D76D7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44168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24C9EA6-B265-4629-73E8-E195BFFD6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319C8A9-727D-F4EB-E2EB-ADE79FB34C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A92378-0D13-2649-6757-2C6A9BF29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81496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8808CA7-25FD-559E-C985-A2DA0268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075F6DA-B121-E0EC-890E-E7E7A6A8BD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AA5D7DD-4A86-699B-83D2-F56B8A31B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0247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B1679F6-1859-B95F-EDE0-97879336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DC8A12-1B1D-B3A4-2086-412CB48004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908B1C5-869E-CF97-5B77-07311B067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62204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B2EADD-B08B-6941-DBE9-C7B209AD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C8FF5C4-6449-427A-54B5-837A44A2C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691249-F7C1-71F8-514D-56573C94BA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656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E73EF1-9B64-2D33-73A2-90BCC41D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BE91DEF-C11A-B639-20F0-1B38E6321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AFDCADB-1D71-849C-1939-9D47E26D26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52899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87B1AD-1F73-789E-A9C5-78E51889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A1F26EA-0399-73DB-550D-84184823A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65213E1-7F2C-A398-8067-9C61B5992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40746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61D6A8A-E76A-A9C9-E326-D438EECE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CCBFC2B-9699-D30F-1261-9C9920BCE9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82B318B-1C1C-DC19-B181-5CDFC72FC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31465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857BF29-97C2-BCFF-AD64-273FB28B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EB04C04-33BA-AB68-B31C-9E65A0E8B8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8624E2-7FA0-E5D8-616B-394866034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42877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28A6D23-DB92-9DBD-EFD3-8684A04E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591C776-47F6-9D6C-CA69-1A0739FD59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6423AB5-D7D7-7EC4-7F73-B810443CC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6256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3671DA-2DE4-5B36-33BF-5A2631E52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57A02C7-2CA4-A949-EAE7-1D0AD2784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986D8D-4ABE-A207-F3D4-87EB9CA0E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99990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748A33C-B7F7-CE32-F2C1-64E4992EF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1D519CF-6A22-EFE5-AF2E-ACEE34E0A6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0648629-0F09-37EE-993B-B87B6E3A1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453126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7C0DB0-BC30-DA6C-9815-C533AFCD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77D59A2-5680-6CA3-D013-0176A7E83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ED02311-1CFB-1932-45CE-C093C11C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01400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B18469-64EF-CBAD-193F-BA09CD2B9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6101A38-5D9A-A1A5-E7C3-BE1D83A58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38F21F8-4F12-CB3F-1964-92D208F9F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03673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F85D108-AC50-17D0-1CAD-7799B433D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88A09A-350F-778A-96F0-7520154DC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853B744-482F-2593-E4AC-7F443CB021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0941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8081E5C-8E9B-5DCA-A1C4-9B43972C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6FC6419-4E67-9B24-D6A4-C6AE1F52E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AED40DF-8948-999C-03AB-86CC248A0B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549053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3AA32F3-1B15-A6FC-06DB-8C0CD52A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522443E-B779-B366-7F95-CEF5B32D9B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619860-599C-BD29-7935-AE4DA15624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122510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C2D88A5-EF6F-D43F-82A7-E96D17E6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9F0D475-3FF7-65A2-B9C9-1BF117FC4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3EC6C2C-58B5-A8CC-6D4A-E8CD76ED5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7206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C15B53-2061-6D22-D3BB-02A318CD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843B20B-3C37-EB12-9745-9F0957E794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03FF21F-90D0-36C8-AA24-B58602D249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504568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46E21F7-2638-8F4F-8F6D-FBD57A3F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645723-C9AF-9E5C-3C16-AFBB8E632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E1CE06D-BA12-BAAB-B979-86EE3D21C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96913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A49CE1F-5FCF-EEB9-6FD2-DDA76C5B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FB86043-BD13-F9E8-1E34-F861746BB3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995886C-C24D-4102-EE40-0FF9D94DB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47480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8F2CE17-08CE-005F-BD81-F62DB927E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ABE5854-0C3B-A789-DE91-E5835005C4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3B62B4-BFD2-8DB9-4393-BEB3EFEEA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17430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4D23798-9F39-5FE7-7B48-6D7C6164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6235A20-B263-52F9-DC9A-A9E95BC30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5175F3-A32F-BF49-0EFA-280ED2C52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4579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D79A57-DADC-C40F-3BD7-C81B1AC32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14834F3-BBB4-8FE6-862D-BEC12926E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3D92372-23BE-D332-ADF0-309D499416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92479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432812E-9F92-54E8-3B16-32D5D4046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9A2AC1F-9402-B5EB-0E0E-CBC6C2C3A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BB096D-120B-1F53-5DB7-22947F3E60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647053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9B44B6-84BE-F24E-77FE-97171E91C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3350D2-C844-14E8-9F65-0B8258586D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35027BF-9D48-B901-0162-BC0CE59CF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366210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6286C3-C7B8-A066-B6BD-06257FBF5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0C41C1-C03F-A9B0-8D44-D6D910E9E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849937B-AB1B-8A13-A0FF-D3608A1917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76548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EFDB04F-76EB-F0B7-4754-3AD152183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3AED50E-C070-8AC0-3264-3BDB2594C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F18540-CEDC-AAAC-C80E-F6AE85A66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14792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FCCBA0C-A408-C9AB-49D3-2B7F16BA6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9FB9ACD-0317-1450-86E6-4E7A05D9B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BDA3961-8065-A2D4-9A25-55A9311D2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710100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80B0A9B-8375-C958-B994-8A59AAFF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2E144B5-5C10-03C4-AE49-624D1DEEE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E27A906-C4D1-1C1F-31C6-3D8BD3ABE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2013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E6B3249-623B-10BB-7B40-87B7451A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CDF1C3D-D236-8227-D461-CCEA985ADE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B303F20-DF00-AAE4-329B-9F1D05AA2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85581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EE88C13-E848-4283-1BA5-EA8555F5A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93E7C44-76E1-FA52-E2F2-DD3B15D48F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ADE7894-9242-8349-C124-6EE706B1F5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420982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D3A2F13-2DCE-BBF5-203B-479D02F4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A42E70-8D15-C003-7CE4-D4C44C334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0911B1-480C-73C2-CF05-AFD1B2D40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5661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1266115-C310-4D4C-E885-7451BCF6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1FD94CE-FD9E-2B73-0FB4-8C4A91036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3F8682A-C7CE-7D52-1135-0BA76A285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520489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72FD3C2-D03B-96D9-42B8-274672B0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6F4963-9692-E0C2-7F58-70AEFC994C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4D2B69A-3C94-5883-82D1-7E897B51F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653016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A1FD33-5D12-293A-66CD-A495BA2CE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5D8EC83-278B-01F3-3DAD-3DBBCC580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46E7D11-F0C5-632B-5EBD-73F5D284D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974781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905F599-C2B2-BB6F-C42C-360B071E4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4EFECEA-9B06-6D91-ABFC-D7EF8C43D9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F86E6A2-66A1-2692-220E-DB47828D7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850208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9AB92D6-2974-CF7D-385C-975C1B0B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4494C9-1AEF-DDB6-C761-1A2E16AD3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B3DA3FA-214C-8C25-FFC5-177BA785D3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751321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AD5EA1E-2CCA-676D-7F8F-CDA70F94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E544926-69E1-9887-82BC-A956ECC71B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559427F-51BD-4819-0685-CD3FD148B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932613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08368B6-06A5-8A98-3E82-ECAB1B7DB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4804B2C-14D2-04C9-C680-0417B5576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E530FB-D2A8-4450-1255-A48D0E236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47165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D3DE267-1C76-A943-982E-AAD22E21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C5CD601-E3F8-0682-4BA3-8031B7C5DF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9ED30D-9F3E-DEA5-ECC7-C2CC38336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537098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BC1D45-4C23-258E-7727-066253FC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F1A77F8-38A4-1F57-4D29-C6D67B862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055383-4637-2A5E-39C3-5C863431D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23269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FD059D1-AE48-302A-0ACB-9868D9CFC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CBFB195-3729-7B97-E041-ECF74EE34E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81C9B2A-DD0C-B836-84D2-E12121B12B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499979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7748A8B-1C4C-BB3B-0265-CB3C710C6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67C17C7-960D-AE40-0965-4B207229BC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41C7CF0-31F8-6B86-595C-38A4CD9F7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963999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A2F786F-FB24-C2F7-E47F-2997BD548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3A8ADA5-E72A-D327-A515-5FC7DFBD5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52C4497-90B1-6699-78D8-15429EB0E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900307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416AFA9-F96C-AB25-8645-CFC2F1D8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6D8D7DA-C497-C236-C783-0BB7D93B4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0618A7A-230E-50EE-DF85-77DE9B9EA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249910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CE7860A-882A-26A6-39BB-55186B8E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DCD2075-57C4-B7EE-67D5-5582B2647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3B724D9-E849-2671-5BD8-73CDD2C7C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3312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A01A82A-EE9C-F2F1-3377-2B177A56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F56FBFF-A8E6-F63A-6EDB-D435BEC97F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454D1F6-032D-F072-BF54-C15C469ABD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672327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3884253-AB0C-74E3-F071-04D21EA63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06885FA-B8E6-18C6-79B3-8A330DFFC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5BDB76E-56C5-6292-26FA-5E30CDB2C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064413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6485A6E-D482-A948-F5ED-1A211221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619790E-01C3-D239-F7C8-5BC387076E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EE6706F-39CF-2F2B-7594-C8B417CE2C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50410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B79654-6FCE-187D-A812-E6FC6E23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666FA88-C2B7-FD75-ED4F-B0C65E24F7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9A258C0-2680-D450-79F5-FF6C6DB32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200051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49E16AB-9C31-FBBB-D2DB-CEA126E6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48C3C67-8961-2F22-8208-194118F527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B9B8C43-73E8-C7AB-DEB8-A55724267F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074555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146465E-51D9-6374-7578-1B0EE7632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CF4232-B6C4-1710-402D-A078D720C2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D85BA0E-F949-3751-1FF6-4D4CC37306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96112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484308-2D06-BE56-59A8-620D4534C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F0C979-878C-4D80-02A4-873FE40F01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E3AD6AE-60EA-85F0-2FCD-023F21C46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252817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8CD9B57-AD19-17AC-7DA1-176C154DB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9E0745C-5700-7638-EE8D-B1788E58C7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499DADF-B590-2544-EEA6-D6C32D23F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362659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5F843FF-244E-41C2-6175-9187E22D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8772919-83B3-93AE-7FA2-652B7AE98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76A789-19FB-FEF0-D560-570C3C968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89404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794E025-88E0-0555-EF82-B21D3B4B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049EF0C-F10D-B065-F07E-DB1059E374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35A4CD4-E3C1-DE64-A755-0616FBE25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713749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D6DEBA8-0885-CB93-7997-B108BCA4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ADE657D-EE33-615C-AF94-B337ED6D8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7F3C6E-4116-E434-286C-62B1F1C9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15213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A0CF8E9-8DD0-DB35-A59F-C8F2D616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E90AD4-DF58-2FFA-390B-27A5737F5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069E5A5-4618-C04E-A6AB-886FE355F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20140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78E2E13-3BA4-D1B2-6FE8-3E9D4ABB8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6B4C4D9-3F25-4A0E-A93C-16BD42BED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520CAD3-F3CD-8B7E-0BC6-C06F8B6C95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527117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A703B5-4FFE-FF39-CCF5-7BA845BE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CB1376F-09A2-E729-E0FA-5EE1A63ED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676B8A9-EE3E-A8D5-79F7-1DB01A9B1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068731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F8FC12-3A00-5858-C32C-B031614E5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706C71B-28CC-C0A8-56E2-468571824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99612D2-2A2C-84D0-FBD7-AE8A257DC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975325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74B0C69-7940-E044-3B7D-F963D11AA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8F7BA85-60C4-98E8-CD9F-95C71CFC41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8D910E6-6AE7-35EE-CFE6-DBE881B70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16414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FE4E29-E658-E780-9CFB-27B61B384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8802463-8ECA-6ADE-FD6F-D127CB5C87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865C5C9-EC7A-E392-2558-9B6EF2F7BA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42613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17BD161-FD40-3FD6-7D30-640145F5D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96E6429-0F53-AA68-9DF9-3DF9F04598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EC8B0FF-2DC1-6A7D-B873-3C6971152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73346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A9F7353-5F7A-2EDF-1F67-E38E031D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4BC9BE-DA85-A2E0-E750-26EBA7A44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B1322BB-0613-DCA9-B261-F6F16435A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50946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A52920-6EA2-5B8C-4F93-DEB55493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C449F5B-E2EF-4E93-A6FC-FF91CD0FD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2A9A5D9-EEDF-DD91-A22E-3CD482030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29191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9E16833-E713-9094-0C3A-F1600060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40DA69-8EE7-4191-633D-F4239ADFA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6250BE-E8D1-65AF-A947-7590D8B55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216190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4B7DB51-B983-ACB4-AB41-1CACF73CA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7090D76-4731-4E72-F322-B8A7F334F4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741F00-D76E-AEC1-FBE1-7C5D50F26E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583162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FA117CC-1408-C347-0E7A-C14EF64A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5F1A2F-F3B5-5F53-C5AB-CF5CF8584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A3FAFE9-3497-90F3-C258-039725CB90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252688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E2CCD72-F975-2D81-A6A2-770DFF1F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E9A64B5-402C-695C-AAAA-0A087C8CB0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1DD4A3B-AD92-3C38-27A3-CFCC6B2E9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284354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46B1418-6BB9-38AA-A416-0F37FFABD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F478F7C-B878-7823-579E-66ED6656A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A8DDDDD-EC81-7A90-DFBD-B5D4A83ED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932847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B97EAE-B9A5-D14F-65B6-CB2C7F4F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51377A4-01C2-49E7-496C-1DBA8FA8AA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693330-4DAD-CB17-F944-7E63C416D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3096337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56B8CB-0597-FF0D-D9E8-5FC9AEA74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95D7AAE-37A2-60D6-1819-07FBBCB56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54F1DAE-4493-9A05-A358-485F91D00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736031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F608028-47A6-BE16-1F35-C6BB69BE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071D0E-20D4-9935-5D42-CC0458C34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410C99-213C-E29D-F82B-0EA93AA8A5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240978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1C2B12-C80B-B557-88F1-C23356BA9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01748F1-D66B-9E5D-27A5-92397779F0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F63C92-684E-2C3F-FE68-5D73A2055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95064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CE1319B-76F0-E84B-E807-C9A29036E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77211EF-8A03-B625-E192-CBAA25CBE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13BF18A-985D-5C3E-2DCC-60229C0692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47136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6DEA7A2-18B7-5E60-5703-4F251BE49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2B559E3-07C6-57D5-7AD6-EEA08978BE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327A0EE-8CA0-D4E5-446B-FBDB55D9F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55034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FEC053B-CA7E-009E-D6D8-7F73AD76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79FBE56-3CC7-3CFA-D334-F6934142A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3BB9675-01D1-108E-2FDE-7AA1D4495B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1022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C0EEF0B-0A97-158A-E332-CFBE1A290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476A8A6-DE1D-97F1-5641-2FAACD11F9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AB4AB30-FF51-D4B1-F92B-9C608B730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8824417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5D37458-7ED8-2070-F116-E5E83D9E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EAD5B46-A3C3-4BEA-BA38-6C77E004B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0846187-FD4F-BA28-DC35-E3A371A04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07413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6D496FD-4E3A-F7ED-6A13-BF0812D08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CCB9965-DF6B-72E8-A931-D5E83B01C6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9F37A66-38E8-E6B0-FCAE-2ED372DBE5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694476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EFCFDE-EC2D-2F99-38CE-22DD56707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7A8F3B-8A53-1D0B-E60B-185E4494D4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5209753-F12F-2B91-5C4D-DF58BB5E27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8443046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B18BF10-CCDE-E3DB-B327-EACE5A04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C84C88-1AC9-BB02-A846-14FCF1F94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E4F6377-5429-6795-04BF-FD9D16074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9500348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FBB1F3-8B70-0192-2328-C6687D48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45139BD-35CE-08CF-DCB1-A2320D3CE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3736289-9C12-AE1B-141E-49C4FD3F5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560333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249D87E-8AD7-4EA8-DBCB-5ED1082D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1502727-1DF4-440A-5DDF-D9C4E1E36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11CF374-5710-A2B1-6AC7-AFF216C5F3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901657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45C4CDB-6BCD-0516-25A6-F3A572E77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DE181DB-BDE0-3DC3-0490-518B2C790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02BD1A3-DE21-73B7-F3E7-A1C55D8E8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843793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1002D85-F40F-F2C4-D217-646FC836F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82572C-C942-DDD1-706E-495901C88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9D6D32C-12D5-4D74-B89E-6606B63323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6410556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6EEA285-1762-1EEB-E582-10ABE8679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5EDDB39-0099-CC34-4D60-1EFC4F7DCA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68ED596-7E19-C3AE-55D2-0250FF70A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63314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A69D21-DC81-F778-C5D2-99DCCDC0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01BFD79-8A94-6547-495C-C061A8D1F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2533A07-D1E8-F0AB-739F-8110A64BF4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880240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D4B3D6-9FE5-3B5F-E3FF-3CB9CEB71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1BA0B16-482D-F9DF-6C4C-397A70DFF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A6FFF21-58FD-0F9B-915E-AE335A3F9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611814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A8C785-F380-5B13-9A5A-E3C48FAA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7B02E75-AD76-4591-87E6-D52A812EA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7CA7BB-207A-5F44-4C02-41F82E560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338667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821006E-CB96-C9F2-44EA-F4DAFBC50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08521AA-030C-93FD-B350-52367BD1A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241D5E2-5A51-3E8F-52EB-BB7526B82D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082746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E4A9876-6FBB-2A0F-1467-1B89ADD4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2FA6A1C-0598-8EF5-3FD2-76950EFAB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95D5442-E474-B703-3D16-5F68113588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87108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F81A721-ABD2-FB68-8AE5-6EDDA1BA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072CC6D-4DE7-C7B7-A342-41B6E125B5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CD8EEF6-60BD-719E-A1A5-B353C8B4A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111089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5FB903B-1E9F-BF79-73BD-2D9BA2B5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902C987-F5AD-ADAC-1E27-FD3181143E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5064CBC-4C29-297D-72E1-710509722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73203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01116E4-2CD8-7057-012E-8B9F4EA9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C878227-93F8-6D5B-4198-02D43E97C3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25F0C85-0F2C-A53E-766B-AEAE191C2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528194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9EB024C-6F53-E7C0-E629-624A57923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B09A11D-5F7F-A8C9-C45E-9A98F5AEA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70D35CB-B8D1-745B-CD0B-5DA26602D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7181309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CDC61A0-BC67-F8E6-8144-4DE54218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73BF03-74F6-8B0D-6BEF-DE5262CE80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091CC8E-F201-4D66-B643-594519110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1327652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A1DC2FA-6934-CD55-BD0F-834A4C0F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C7AF4C-56CC-A0B4-C96C-F6F666AE04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2DB0187-B670-9AAF-8B5B-76F4ADEFEC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0768474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E49DFB2-65D0-E7E7-3610-4E1F08F5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39E7EF0-5BF0-B8A1-4EAC-9CACC7D2F9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267AE7-5DB2-403D-3D8F-2B07F6856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9040984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AA3F29-0765-DD24-D28E-A2840EFB0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D11254C-0D97-5EA7-1AF4-77C62A0625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D724004-28BB-4908-8EAE-D552F4ACF7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5234666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D8B26E-5BF3-5E44-8EF2-B552326B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5E08C7-D5CB-19FA-1046-A634167C2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2963968-D362-2888-5053-6519F4ED8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9165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3BF3C93-CD75-D896-819D-7C40EBBB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19CA041-C425-07D5-68C7-A9456CA78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4B56DE-7E20-E8B5-8D7E-4E085B2B6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61603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22B5AD3-53F7-6AA8-B622-F1E3B367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F6B30A9-FC5B-D968-4E73-938B7D607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CF6E519-3A35-806B-7443-1B310ABB3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051590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E8611A9-1465-DB14-50FD-0DCAA5247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829F14-AB9E-13BC-672E-9AF661254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88F9113-F709-E28F-9F40-660BA8BC8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4001292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9E3DFA-AD46-0392-C2A7-4E320816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89779D-FC82-60A7-FC3D-22536AB02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F57D3D-2205-89F0-04BE-DD5C5F5CF6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1979764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E219506-1B2F-15BD-19B3-A3EA2C9B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95C251D-2AE4-27D6-1268-75DC48671B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CDDB5E1-1292-B0C5-F57C-5CC4B545FB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68714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C0FCD09-BCF8-D71A-5B2E-F9064073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983919-EEC9-1E6C-9E6B-76946CFBCE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3A8758F-DDC7-C578-B807-1E649D710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015002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415950B-F17B-CF79-6DA9-774B15C2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254A38D-8933-5450-4574-5728558B7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5D9C277-E2A5-BCE9-486B-E103AB292C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0430604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BBFB363-EDD4-EFAA-7D25-CEF7A22B5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A95D4D8-71F0-EA3E-D78F-3E77AC29E6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4D77AD-08D6-40DD-366D-9F19BE039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3996244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46D3B2E-7608-C373-E9EA-915354CF9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F5382B8-09DD-0EC0-968B-B263D6F1F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387FCAE-A568-40F1-9397-4E0A27D04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101629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3DAF1A-1410-A80B-C05C-3EA35ABA1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9FCF7C-E13C-626D-9555-5E98D29D1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2C4EB74-013A-A15E-8AE1-5A2F6D41D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258877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E64D51E-5A09-BC4D-1C41-587DE3A3F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042D919-D49F-78ED-FAD5-9B5662EB5A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C7E88A9-F209-ADB8-47F2-ACA1B0B8EC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5477266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7EC574-AE5A-1B06-0760-C7F59F93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030F64C-F40F-DD7E-B1F1-8190B7B89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C1A44C2-C8EA-86F7-6B4F-85434C572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561216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7E6B52-E43B-55D1-8A89-20B7533A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A5E22BD-EF2B-C757-80C8-BB5F2C6654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AE64E8-4AB4-FCFF-09BD-5C7CF5CFE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6506289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1E0B642-53B3-6E0B-4072-4C4F82EB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3F831DD-437F-9558-7A4B-EB9AED0DA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EA7D499-21E3-CED5-FF6F-40434C09AD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9029629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A30A8F5-D058-3A8C-6E09-1AD86635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7063B80-F178-B50A-6558-E5F0B3A782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DF72958-76D1-ECF8-F40D-6652BBE55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203323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28C0C1-522C-9062-6F49-665E85FF4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16E204-84BA-B220-413C-16CD9B7AF9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4468117-847F-3D13-9141-E1218F94A9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939024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643C8D7-8C77-6A69-5967-83588FEB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9F40F3-320D-5A91-52ED-D22FCC40F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DF39797-FA3D-D132-3ADC-F610AEFCF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640902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A19E378-3313-4A1B-A18D-34F0938B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2FD5BB-FAEB-655B-ACD8-891C50920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CAB502C-2848-378B-2208-A195F322F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7074856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FCFCD2-8822-77A6-2B34-580102539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D6B54EE-2C5D-89EE-46CA-F5171236A3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83E8130-4445-3464-1B4F-C3326AA4A7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0755786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C249971-C035-6821-86CE-E70B5839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1142C3F-AC4F-9C7E-7667-F2D40623E2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F375291-D5ED-2CDA-012F-4D9037AEBF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4964992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539C65A-5B72-673F-806C-860DB2B7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4434AFA-215B-46B0-60EE-1AA9E300D2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062FED9-4726-6EF1-61BA-EA668639FC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7259515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81D9EFF-3AC8-B936-9C2F-33CA9EEA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36A8A22-BD77-890C-8BF2-2E61382DC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788842A-D7A1-7C0D-9B67-DA0FD16D35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527282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B37CDC-33EA-3B27-7ED4-24D991AA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D8EAA38-34CA-2923-6E23-28A7F65E6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DB092D7-2FEB-47BB-2B26-45452E0AC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771569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30B3C3-E4D4-5142-E76B-A87721ED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825906-D686-6B7E-9A1B-976B32005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CD04693-FF66-B112-5B6F-0F2202B08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9883057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33740D-B7FA-EEB9-303A-E72EE12DF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FC246E8-5D8C-97C8-C4A9-BD2E87E48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8FC6932-7AF2-0F00-7BEA-57DB58966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644109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9979B7B-2910-DAFC-7B28-F8B2E490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4278156-8818-7BF1-2860-E3F13C6BB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4C4CD6A-E107-63F0-5465-C7EA9AE0DC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941744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F0B74E6-4005-E483-64D5-0684A425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B0D5683-0D99-D0FE-C664-99B39B621F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93F6561-D971-AC44-4826-16D7BE8568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6216050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BA8CD33-678D-C07B-5829-2A852FFB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E46C634-AC3B-67B1-516A-A76E537BA4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8442E8B-1857-C320-F9D8-E713C51653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664129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FF0B25D-79E0-FB16-2DEC-E73633E9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80CC961-F2C7-8A3F-3264-2DD8CAD56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A2F6648-FDA7-DE33-F8BF-488DAB9BC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358327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FE8BB94-BD15-966C-9366-6F514D7B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9C64004-DE1E-6192-78A6-500F2F313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46D22DF-81F2-46D3-6302-3D5DDD7711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6968236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1ED4ADD-E861-A122-C539-9BD0477B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25DE501-4665-88C2-6EA9-972A8867B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56EC52-22AC-736B-79F8-72277C80B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793079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78ED487-8A81-4EBC-EAFF-BCA0A48D3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A1F48BD-29B9-3BBD-B973-438F469A4F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793F573-763F-4599-E007-6E2E96C3DD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305027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F53398-B38F-2F19-1C12-9A2085DE3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F38960F-2169-4849-C410-4E5E6FFAC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023142-0763-AC00-CD5D-CC01C9E7A0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457713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6763DB8-26EB-46AE-431A-D4E2B8E1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FD5A6B9-D435-8280-7D69-CC1F25CAD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091C5E-16D6-367E-F8EE-D12B0CD8E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830276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79D01B-32D0-362F-71E4-CD59932C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2596B9A-75E0-7E46-6C36-DA6FFE03AD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7144023-68A1-63E0-3505-36680E32D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648333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D070472-64D0-8CFE-F6B3-5E4E7C8BC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E0D23F5-231E-FEA2-A608-74D29A341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B4DA03C-B3A0-5401-CA89-73AAEC563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0829828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1C350ED-3C11-43F8-82D0-F424B773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6E0A747-CCB0-D1C1-D5D8-458F3BBD49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0357EF8-5BC1-AAB4-C7A6-F0EAB4F98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7991966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96D7E3-08B4-BBBE-E9C3-E5C0D7BF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06E9B4-6C32-8E66-8D41-A60B1E427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7469903-2E85-371F-8484-549C998F8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280119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21FB4A-E78D-47AE-364E-9DE611F1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235DEAA-A321-C3CB-C498-808620E08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3DF448-8A11-AEF4-46C2-67278B6D1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786176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18CC65D-EF2C-C1A8-AED0-7FB61CFD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A588C4-2AB6-687C-3212-6B05D712B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B0D19B-C2E3-0E86-172E-4BECEBFBE1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334730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28FF86-0244-DAA4-E92D-1CB492FA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975C15-D8D5-C193-8A47-637012C8A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C239654-B482-D96B-20C3-C07E6F9CF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000157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28CC55-45C0-4C9C-9C27-D13CB0AB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EBAB4D-EE5E-43A8-5DBE-9657BB6258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B9BEC9-8007-9DDF-FC8F-1B0814115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064847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1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1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17: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Modularisation and Error Handling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885257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 Data Analysis for Scientists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January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0/16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571AD050-9705-B8C8-1525-B8DE7563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3C57341C-F943-C3E6-321E-E3C6A36F9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3A85B1F6-98BC-60A1-916F-70D001A7B244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17: Modularisation and Error Handling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Modules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Introspection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18: Writing a Scientific Computing Report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Writing a Report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Advice and Good Practice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C9F076A-B230-00FE-4760-25A9C763D1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835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19CE6C-20D2-46D1-69AC-A9DCC39B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D29258-0A6C-C0FC-A291-6BD1DFA9281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0A10D6-0D3F-013C-DB0A-07A9B1D589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3E3E496-895C-6531-62A8-3AC70C01A9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0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16E187F-E86B-928A-5929-FC9072C37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9D5CA2B-1688-B2EC-08E5-57D6E965470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3481732-AC93-4479-6E25-BDB82FEBBF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FA7D31E-85F9-E0F3-E4B0-53FAC9862A7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FCB44106-74FB-4F9E-818D-045BA5FAEC16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650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B8982D1-2895-49D2-0658-8101B1BD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100B7A-DBA0-3C38-F25C-E0BB0BBAB41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00EEC35-16A4-2F26-A6DF-28056635B7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DD32E51-D591-289B-C112-7585F4339E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F3BD6489-B9A7-093F-E987-FBD0D0A84398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312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6F2D363-F25F-612E-6872-061F1967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79CEB0-F8CF-1B67-92D7-FD96CB60742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EB0772C-3AC8-9D96-CA6A-BE5DDCC92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45259D-00A4-22A9-B932-2B03ECC9158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454B7B-FFDA-9336-AF26-667C55705E6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F664B0A-C7F2-BC17-19E6-BE2662AB2A4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9C65E664-CD29-9895-B4E2-5AEBB64BAE60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342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214684-6BD6-CF38-D9F5-055D58E2C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22CBEA1-98C7-D942-803B-A212DC10E00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4267B46-CB41-B46C-1794-13BECA3C51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777954-6F01-0295-A0D8-5376D9207C1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B0FE1D-F050-9843-33B1-A35217CCEC4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54BA0F-1A3A-7561-A2C9-D13D8D37329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7B67C-C901-7B6E-0751-7DEEDE56BBC0}"/>
              </a:ext>
            </a:extLst>
          </p:cNvPr>
          <p:cNvSpPr/>
          <p:nvPr/>
        </p:nvSpPr>
        <p:spPr>
          <a:xfrm>
            <a:off x="6460695" y="2731141"/>
            <a:ext cx="1930830" cy="6528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C9AEA0E9-903A-C30A-6326-A705C1549412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401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5EA30E5-B2B3-EF59-3361-6CE3934E3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CF1CAD2-0276-2B5F-0929-3E7C4C224A4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DAAD8E-0CFF-E398-D42D-2617B2C08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1B433B-FF89-59DD-9C87-9D1191F9EE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9B7F65-7495-62C0-25FA-2BB2B3CFA37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8CD5475-47E5-3C08-6B53-346532885F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74E8F8E2-C607-C3C3-EE22-E1947A6CC9D7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800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D4F7A3A-A01E-9EC5-78F9-ED4C7B080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31AF1BF-12B5-6ED9-B773-34B0B695994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AA7DE71-DE3B-6617-C6DE-23782C2A0D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0AAABA-46CE-E78F-555B-3ED2BD7CCF3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95C40E-2B50-2024-EF80-AE768DAF4D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3BA8A2-A4A1-CC3F-DA0C-0CD12145F88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A569C4CF-2024-024B-5EA9-243E63B86BE8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40D61D-106B-F255-A49D-E811F1E8CBCD}"/>
              </a:ext>
            </a:extLst>
          </p:cNvPr>
          <p:cNvSpPr/>
          <p:nvPr/>
        </p:nvSpPr>
        <p:spPr>
          <a:xfrm>
            <a:off x="8123403" y="2766065"/>
            <a:ext cx="287171" cy="272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5871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839735B-0840-D415-6C3E-A2FDD685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CE8FBD-8027-32A4-2A45-71EA81EE7D1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13D46CB-0C24-80E5-FE0F-F5876842D6F7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8356233-4393-9B8E-B418-688FA3CDBB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C09FEC-06AA-5503-21A7-031C42BACCA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7305720-4B81-C8C6-0CAA-9C09FA74EF4A}"/>
              </a:ext>
            </a:extLst>
          </p:cNvPr>
          <p:cNvSpPr/>
          <p:nvPr/>
        </p:nvSpPr>
        <p:spPr>
          <a:xfrm>
            <a:off x="8123403" y="2766065"/>
            <a:ext cx="287171" cy="272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931FFD1-8A65-F756-C5A4-D15AB31A02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96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D20B56B-A578-E4DF-C358-4AAD636C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46FC4B8-F758-05E9-418F-3999213B21C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7888683-4025-EFA0-0D2F-D63A7AF691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786147-EC45-A28A-1E03-D70F8789869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D545F089-A80E-CB07-1BE7-38853CEB53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150;p19">
            <a:extLst>
              <a:ext uri="{FF2B5EF4-FFF2-40B4-BE49-F238E27FC236}">
                <a16:creationId xmlns:a16="http://schemas.microsoft.com/office/drawing/2014/main" id="{FDC9E9CD-1990-BB29-9B47-E25DBE9D58FD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867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0FACE71-0C56-5F56-7530-13A1C87F6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D39AE91-579C-712C-4AC4-28B0B44AB38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60BCDCE-922E-A97D-A3A8-287BE73DA1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628E39-ED31-460B-37CF-574132A56E5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E93C913-4FFC-CE39-4D92-400561468D50}"/>
              </a:ext>
            </a:extLst>
          </p:cNvPr>
          <p:cNvSpPr/>
          <p:nvPr/>
        </p:nvSpPr>
        <p:spPr>
          <a:xfrm>
            <a:off x="6486525" y="4703060"/>
            <a:ext cx="1924049" cy="230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  <p:sp>
        <p:nvSpPr>
          <p:cNvPr id="5" name="Google Shape;103;p13">
            <a:extLst>
              <a:ext uri="{FF2B5EF4-FFF2-40B4-BE49-F238E27FC236}">
                <a16:creationId xmlns:a16="http://schemas.microsoft.com/office/drawing/2014/main" id="{EA689749-91ED-1966-8817-C2A1CF9AD4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150;p19">
            <a:extLst>
              <a:ext uri="{FF2B5EF4-FFF2-40B4-BE49-F238E27FC236}">
                <a16:creationId xmlns:a16="http://schemas.microsoft.com/office/drawing/2014/main" id="{5322C569-7371-8260-6184-403AB3A64F66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0362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5EB2A3-72BF-E67B-7D8D-962F841B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CFDCB44-BE27-89BE-F431-5FD26E90015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B48E02A-4FC5-1C24-7D69-0C8DA5C982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2AD5B9-1E96-D46E-A25B-C3C0865463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3E01E3-7D46-4E97-BDCF-12889BE0E8E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E17744-C2EF-CE49-794C-65E522B23E0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0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3CA4E89F-E78C-75F3-E276-0B4058EA50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150;p19">
            <a:extLst>
              <a:ext uri="{FF2B5EF4-FFF2-40B4-BE49-F238E27FC236}">
                <a16:creationId xmlns:a16="http://schemas.microsoft.com/office/drawing/2014/main" id="{21A52DCF-5B89-A87B-5C9A-3991B2AA6331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6843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D6AB5A6-E356-AA95-FDBA-AF3F25EBC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76492B-C905-6005-40BE-302A11E154A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00B5D8E-A350-27EE-464A-1E85114C9F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B34A9B-162F-7819-9B6F-4BFAD621DCE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D53884-0EE2-CA54-790B-FB437B72004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397419-9848-CE37-A3B2-10CCA1BBFDC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0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0BEE11F-6C5D-B331-D664-EEAD996BC4EE}"/>
              </a:ext>
            </a:extLst>
          </p:cNvPr>
          <p:cNvSpPr/>
          <p:nvPr/>
        </p:nvSpPr>
        <p:spPr>
          <a:xfrm>
            <a:off x="6486526" y="3009900"/>
            <a:ext cx="762000" cy="342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noFill/>
            </a:endParaRPr>
          </a:p>
        </p:txBody>
      </p:sp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D1002AFA-F302-59D4-5E67-C5ADA166A7E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150;p19">
            <a:extLst>
              <a:ext uri="{FF2B5EF4-FFF2-40B4-BE49-F238E27FC236}">
                <a16:creationId xmlns:a16="http://schemas.microsoft.com/office/drawing/2014/main" id="{261CAEE2-0CDE-4B7F-4D0F-15DFB4AE1050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70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465155-A7F4-FD29-DE3A-6AFC41236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B9250B7-A613-FB4A-FD4C-2057BB874AF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A0D427-341F-5794-7F65-CEF3A1618B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02FB63-52BD-0572-9949-2784F6C106C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B8218C-CD10-60CB-4D60-E9EBCFAB42F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785F13-0477-378D-84E8-BA3F27A0600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0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07778BBF-EC9B-2351-130C-87DF229AD42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7" name="Google Shape;150;p19">
            <a:extLst>
              <a:ext uri="{FF2B5EF4-FFF2-40B4-BE49-F238E27FC236}">
                <a16:creationId xmlns:a16="http://schemas.microsoft.com/office/drawing/2014/main" id="{22A19DCA-63E3-AA59-91EE-039AC013E281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previously used this in Lectures 2 &amp; 10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3929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2A13CE4-D021-A970-1F71-B080AE8E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043FEA-C1A9-6ACD-C623-FC9B1F9BFCC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F4911F-E71E-04D2-24A3-6AD2B0F4ED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401368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E93FC-A433-775A-6E4F-534ED3ADA3F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68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6EE5E8-EC97-B70C-A092-D7641FA6917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1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AC59B6-65B0-35AC-2846-DDF88E12593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8231" y="1852170"/>
            <a:ext cx="5652912" cy="3196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0407A1C-7981-8CF0-D6B9-D2931B12FA6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150;p19">
            <a:extLst>
              <a:ext uri="{FF2B5EF4-FFF2-40B4-BE49-F238E27FC236}">
                <a16:creationId xmlns:a16="http://schemas.microsoft.com/office/drawing/2014/main" id="{61BBB330-DA76-56DE-FCF8-304B3DB9607D}"/>
              </a:ext>
            </a:extLst>
          </p:cNvPr>
          <p:cNvSpPr txBox="1"/>
          <p:nvPr/>
        </p:nvSpPr>
        <p:spPr>
          <a:xfrm>
            <a:off x="1150370" y="1891150"/>
            <a:ext cx="4480604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Today, we’ll be using the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Lab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do so, we must select </a:t>
            </a:r>
            <a:r>
              <a:rPr lang="en-GB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Noteable</a:t>
            </a: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previously used this in Lectures 2 &amp; 10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8643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2CF8052-79C5-D269-CBD5-5BC89D88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137A11F-D4A6-0159-45E6-E0F05E64B45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D49C7D-78F3-5F77-B8B5-CF2CAFE6C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600" dirty="0"/>
              <a:t>Recap: Python Files and Packages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607FCDE-AF29-F36E-A71C-3E7D7316A4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485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F63EA5-3F3B-0D34-D6B0-0E3BEC7E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669B46B-A326-421A-8F0F-7892B8267DA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9B5013A-1E80-1577-DEBE-176A62283A1F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week 11 we saw that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042011E-D86A-5BDB-88C4-546F89FB10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600" dirty="0"/>
              <a:t>Recap: Python Files and Packages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944A317-01E5-FC16-B265-A4C147ED1E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816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EC985D-C3D8-0EA4-1DE5-5C99DC09F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32E1C4A-0F0D-C8AA-0FA0-F75534BA9A7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332DB1D-D5AF-790C-8D13-67F47DC3C10E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week 11 we saw that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1EC63D8-8B3A-19EF-6271-895438E4D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600" dirty="0"/>
              <a:t>Recap: Python Files and Packages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E0844-C0E3-BF1B-5547-4A4302D520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2B06450-888A-1F79-7FDA-263A2760502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063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8401D2B-CC49-BE86-53C2-71482D72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16E33B9-0D8B-3D47-68E1-1CCAC8CF7DB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8AFF2F2-D7D2-55B7-4240-10CEF593FE75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week 11 we saw that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interactive documents that can contain code, text, images, and more. They have a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ipynb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8FD32D5-BB3B-43F4-2E0F-E41AE7D20A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600" dirty="0"/>
              <a:t>Recap: Python Files and Packages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1BD36-0536-0EF8-2904-E0093C4579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1A1BDA9-14EA-9FAF-75C1-987080B37A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295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FC33FB5-83E2-242D-199E-6407FF4D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E9C9D8-3F32-41E8-ACBE-BE543D25E5C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F5B7FBF-21E1-2E31-2D9E-47DEBCB0A9C0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week 11 we saw that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interactive documents that can contain code, text, images, and more. They have a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ipynb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3166100-1B8C-DC99-AF32-8116D3BB07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600" dirty="0"/>
              <a:t>Recap: Python Files and Packages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E7BD5-4067-18E6-EFC2-5EF1C1FEB3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CD950B-8871-F57A-06B7-5766DECDD2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12429" y="3171864"/>
            <a:ext cx="4161860" cy="25529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19C8159-63E5-D52C-BF9B-D66736F62F8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165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0621C1-6BC5-53A5-E358-A78638F53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04010DA-E7F0-3F90-A88E-909232DE953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8913AF7-CFDD-CA64-E4C9-3856D05A9912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week 11 we saw that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interactive documents that can contain code, text, images, and more. They have a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ipynb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are useful for storing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reusable code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while notebooks are great for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exploration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documentation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DA3F7D8-F82D-73AF-4897-70628AABC5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600" dirty="0"/>
              <a:t>Recap: Python Files and Packages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35B30-3038-3B44-BAD5-C083882E5C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423345-8618-18E5-1914-F091D10B19F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12429" y="3171864"/>
            <a:ext cx="4161860" cy="25529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6ACF46C-C540-C389-6B6C-01BEB9065DA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117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CE8DB7-9F1C-A5BE-48D5-9541CAC7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5849107-4934-317E-79D4-36D9ABF2A09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811C65F-59E3-CCA3-0558-B1F087A0FE2D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week 11 we saw that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interactive documents that can contain code, text, images, and more. They have a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ipynb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are useful for storing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reusable code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while notebooks are great for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exploration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documentation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Today, we shall be referring to Python files as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modules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F931883-1E78-C66F-AA3E-2F9D547046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600" dirty="0"/>
              <a:t>Recap: Python Files and Packages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AFB9E-7FE8-237C-2E0A-2003DF0515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CBD029-CF38-A3AA-5EB8-5D8A6307C9F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12429" y="3171864"/>
            <a:ext cx="4161860" cy="25529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280CD78-12F5-60D0-E9A6-650D374A73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596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7259D33-C589-BE31-699F-2B882D3E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3016C06-EED7-A28E-E054-F2D33B586A4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7757B41-4F92-0AFB-B157-E9CAC6E8E85B}"/>
              </a:ext>
            </a:extLst>
          </p:cNvPr>
          <p:cNvSpPr txBox="1"/>
          <p:nvPr/>
        </p:nvSpPr>
        <p:spPr>
          <a:xfrm>
            <a:off x="1150370" y="1725105"/>
            <a:ext cx="5552463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week 11 we saw that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pure text files that contain Python code. They have a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interactive documents that can contain code, text, images, and more. They have a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ipynb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extension.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files are useful for storing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reusable code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while notebooks are great for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exploration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documentation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Today, we shall be referring to Python files as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modules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 collection of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modules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together in one folder, alongside an empty file named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__init__.py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is known as a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package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0073381-4281-0E40-0122-6D7CB0D0F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14684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600" dirty="0"/>
              <a:t>Recap: Python Files and Packages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8F6E1-EFF3-26D4-D4BD-A037022CC4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5289" y="1133143"/>
            <a:ext cx="2619000" cy="1529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65D11F-F622-3590-23B4-4412C6B9C34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12429" y="3171864"/>
            <a:ext cx="4161860" cy="25529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83E2700-7416-918E-F44B-6C5050FBFE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629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611235-1A4F-5170-3B05-77EB170B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887E7D4-C64D-D314-C5E6-06AEF321BEE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544055B-A3BB-20E7-B7D4-9554CD57C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1513FE1E-A2DB-7EE4-5EF8-98F4FC9AD5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337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2CB10E-246F-BF84-EA51-7D394F96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539AB64-F77A-1366-7DA2-7A76EA614C5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3D1AA50-BC45-D18C-CF3D-EBB57F56EA17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607BEA1-8F0A-5484-1DA1-A443F05893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D13840A7-10CF-794C-98CC-D927DAB8C7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595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0C9C59-EDED-C86A-9D72-4C4574E8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C5FEEB-47B5-211F-0998-84CC6DF86CA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605D36-CAC5-4602-5223-D828923D8258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23AC65B-D143-8F61-1E2F-187DCBE3D1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DB72F54-52CD-5A74-9A88-BE57DFE826A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D47589B3-8E23-032D-F890-7D8296908E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462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D2D1758-1DC0-69A6-6A98-1124B7698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D7E806E-4AFE-5ECE-2696-36FF615CA23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2FEB1C7-1B7E-7455-1719-054A82AEAC47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2832FB9-C6CC-8A02-9B86-21DF7D5A7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86D4582-3DE4-1731-23F3-75458069BD4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F8460CE8-F142-FB21-CB0D-0B2708DAE1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389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C18A1A-277C-AFEE-0018-1450D980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C005D0A-21E3-9A8A-926A-69B6E7B9956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50276FF-B15C-1648-70E7-A183F1120A8A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5FA796-85DC-71B2-6801-3C2DD84BF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81EFFF3-92B2-73B4-76CE-6EF35BED5F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DB1C9431-36A4-EC3B-3E92-8954E8524C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37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2FAD0FB-F023-C581-A428-B5123357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C6C7BE-5F78-1D59-052A-4466EFE1236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7EB617A-539E-A6FC-9D57-5C29F28FB886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68F66E-C94F-9C89-E637-67512F6BB5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CCE1FFB-0030-730C-A39E-2A223B91C5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2" y="3740305"/>
            <a:ext cx="5503007" cy="18943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6745AF6-D52B-F706-3B7E-A95FCBC7CFE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7554" y="3732909"/>
            <a:ext cx="5523182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C063DFC-39A8-20F6-6DCA-DA5F52C955E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2CBD6DC3-ACCF-B2EE-6D59-F77B604C087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912B98-5E5D-EC21-2808-5D531E60F26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842" y="3732909"/>
            <a:ext cx="5523182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5227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E36B32C-4931-96FD-F599-570A8383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0D674FF-CDDA-2BF1-E8A2-5E130B73378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26B0612-C297-16DE-1E5C-6168040255A1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94B0686-DDEA-EAA0-9454-6B7B56630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B56CE93-6C82-5B77-E592-9D04E068A5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2" y="3740305"/>
            <a:ext cx="5503007" cy="18943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F3481FC-A90B-0EFA-1F43-FB23D333727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7554" y="3732909"/>
            <a:ext cx="5523182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3A7B1CA-DD5C-46DC-0331-0FCA3C08924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EE2865DB-9077-E88E-08AD-CF1875376B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D2B961-B95D-F7D5-562C-50CC9F860B9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842" y="3732909"/>
            <a:ext cx="5523182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A37B08-EAD2-B88E-CA86-3FBF8F53CC3E}"/>
              </a:ext>
            </a:extLst>
          </p:cNvPr>
          <p:cNvSpPr/>
          <p:nvPr/>
        </p:nvSpPr>
        <p:spPr>
          <a:xfrm>
            <a:off x="8519886" y="4169227"/>
            <a:ext cx="1277257" cy="203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21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E94122B-066B-37C3-81FD-C01147FF5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4BDE549F-FC5D-F7F1-64B3-32E3123566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4171682-E536-9D09-C139-CBF0B2E0195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91B503-9733-80E3-2998-EF5F4A4E9637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EA50E03-D953-4842-FCB3-90C8FABABF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6D9F052-EE8B-615E-5945-39AC4C52BBF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B29B5DA6-9BAF-BDCE-B13C-DE192C0BDD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359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993C8A-1A68-0BF3-CCDF-B2A731338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3628AADC-382D-5A9F-A54F-A5369EBD4E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07DD62E-50F2-9272-139A-637FDB0B996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E9D4A83-215C-EA4C-73DA-B6F580DFF0A1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99C9CBD-5665-9161-6371-17659A5B96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06CC8A0-2F5F-737E-478D-8A4553912B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8BDE6F55-0484-2683-BC60-39C927F3C5A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4714A6-4177-7FE9-487E-539AF870F91B}"/>
              </a:ext>
            </a:extLst>
          </p:cNvPr>
          <p:cNvSpPr/>
          <p:nvPr/>
        </p:nvSpPr>
        <p:spPr>
          <a:xfrm>
            <a:off x="8519886" y="4410527"/>
            <a:ext cx="2002064" cy="1932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6877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BC4749C-35E8-1F6A-50EE-BB6CE256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3F6CC4F5-99E5-2E3C-FCA3-2AAE561127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4851" y="3731295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41C5937-0DF6-7237-7889-82BE89F7B5B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FB18CC1-3B3D-6D32-4DD3-3CFB31639A9C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6A4040-41E0-B266-02AE-25A808116B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1CC3A18-9AFD-8A18-D693-B5BADAC85A0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FD84AF07-C785-5894-6144-ADEA41D1D4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35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FC1267E-2006-9D2E-ABF1-3101A85A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278EF3EB-E134-518A-0729-EF8F1C3A9B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4851" y="3731295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7DD8721-22C2-5C17-DA4F-F8246DD3BFB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C07D0D6-D388-FE9A-5628-8C228B17673F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4519A6-738B-6A06-48BE-72402F2E40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7374F5A-4886-69FA-C1CD-4D8A32A5CFC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6B43663F-4D8D-55E1-8DDC-D25748D4C9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84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61F949-FEE8-2E10-D262-0D383F78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8A8F8DFC-24A0-FB45-A037-7A2FB6A35B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4851" y="3731295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438C54F-F68A-DC7B-BC08-0B65D5C4DB0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01B836A-1A9A-47D7-6315-809A689E7ADA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9D62D8-496B-316D-617E-608B43C6A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3BB3432-5946-873A-A833-C9B967D0757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2E1A488C-9C91-9499-4183-ABFC478A4E2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4091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B10BFF-5D48-A731-E298-B010CD444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50935404-B5EC-7BC9-C3BE-7AB11F71636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4851" y="3731295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B6CC16A-2AAE-B48A-BDE7-27F40048B63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0E67B08-BF81-D154-5E1E-D3C3E17F72F1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10965EB-143B-BBF8-EED0-147D5D70F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657E34E-1658-B25D-24EF-63C265EF8E9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DC767C59-6591-9E67-10C4-AF05D5FF0A7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38F8AB-DBD3-8B91-7629-690ED7332B0F}"/>
              </a:ext>
            </a:extLst>
          </p:cNvPr>
          <p:cNvSpPr/>
          <p:nvPr/>
        </p:nvSpPr>
        <p:spPr>
          <a:xfrm>
            <a:off x="6733419" y="4529383"/>
            <a:ext cx="1453848" cy="347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89838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7D34AA-D789-D5EF-B50B-3F1265647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35901378-A10E-69B8-F850-D75D55E74FA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CEAB0DA-CB99-674C-7511-34EB67C076D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047DB72-C9B3-982B-F8E1-EBEA9D58A939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5783D76-FD8A-A99D-90D1-B4BEA7441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5FE1450-F414-4C37-A6D7-76738529965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242E97B4-F5D6-A1C9-383A-B7BCB42ED1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A0775D-4D5B-132C-2A13-37F00C22AFC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5" y="3732909"/>
            <a:ext cx="5532526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103C70-9A50-EA2A-C96D-ED51BE8A22DB}"/>
              </a:ext>
            </a:extLst>
          </p:cNvPr>
          <p:cNvSpPr/>
          <p:nvPr/>
        </p:nvSpPr>
        <p:spPr>
          <a:xfrm>
            <a:off x="6733419" y="4529382"/>
            <a:ext cx="1453848" cy="5252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4120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6B037F-E95B-1528-DF76-D1A7D28B0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BD55F406-387D-AAFF-31CC-B3A3877CCA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D8DC7E2-8657-655E-F88B-613D6933A8C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C964D32-1B72-7F30-DF35-8E006DD5560C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6DD9D6A-3992-0CB1-28AB-A09037E593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B201D9D-C644-D479-ED4F-30F2FC5F0B1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6639A108-943F-70B2-B7CD-15276B701B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45967D-F181-F1E6-7BB1-06696B8BBFB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5" y="3732909"/>
            <a:ext cx="5532526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A0DB38-477B-47F9-45D8-B6B7FB5F1925}"/>
              </a:ext>
            </a:extLst>
          </p:cNvPr>
          <p:cNvSpPr/>
          <p:nvPr/>
        </p:nvSpPr>
        <p:spPr>
          <a:xfrm>
            <a:off x="6733419" y="4546317"/>
            <a:ext cx="1453848" cy="155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51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D0A362A-DC14-FD35-FC63-ADC9A07C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B812A90B-9CF4-E989-2E58-1A4B8BAA05D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F213B79-E4FC-CCD4-880D-529F501A6AE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4BF6FBB-DF66-C94C-46D3-0F74BC325BE9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748BCA3-44DB-ADE6-EFE1-C994D12812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18C23FA-09D4-380E-9CC8-D774594EE04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8D269747-F7AD-BB4A-AB50-8886300C1F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E273C4-E897-3C0A-CE9C-FAD5EAB43B7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5" y="3732909"/>
            <a:ext cx="5532526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304365-5533-54A7-CE0C-73758835FD84}"/>
              </a:ext>
            </a:extLst>
          </p:cNvPr>
          <p:cNvSpPr/>
          <p:nvPr/>
        </p:nvSpPr>
        <p:spPr>
          <a:xfrm>
            <a:off x="6733419" y="4546317"/>
            <a:ext cx="1453848" cy="155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33619F-80E4-EE02-ED68-839AB8C0334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32CDDB-AA5B-B3F8-4744-67DE1CFD8D0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4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67234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40E15E-BFA3-F171-79E6-2DB8D0F8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A7AEBF9A-A47E-57CD-E78F-8FCD8830AB2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BF65CD-DDEC-DC72-881B-2CA126765D6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D29F9E5-A23D-2104-2521-D2B2FEFBA902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A7149F-A227-B410-CB92-3D2E844607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4ADCA44-1808-8FEF-9E9D-8A9BA667B53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B9C18F26-6D04-0762-50E9-E99E65945F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E11EB6-1F63-18D8-7B47-EB91D1C1D9A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5" y="3732909"/>
            <a:ext cx="5532526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12C82D-2731-333F-CC9F-46D4AC7876CB}"/>
              </a:ext>
            </a:extLst>
          </p:cNvPr>
          <p:cNvSpPr/>
          <p:nvPr/>
        </p:nvSpPr>
        <p:spPr>
          <a:xfrm>
            <a:off x="6733419" y="4546317"/>
            <a:ext cx="1453848" cy="155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5FC1FC-AE91-4168-61E8-523A8FBD17D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E27C80-7C33-674B-F0B4-E6065D6DA80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4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FE60C61-8F67-47DE-C95D-0F82D63346A7}"/>
              </a:ext>
            </a:extLst>
          </p:cNvPr>
          <p:cNvSpPr/>
          <p:nvPr/>
        </p:nvSpPr>
        <p:spPr>
          <a:xfrm>
            <a:off x="6753739" y="4566637"/>
            <a:ext cx="1453848" cy="155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63619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356E98-1525-37EA-2F1B-DACD3F00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053DACB0-880A-195E-D1FA-9856B862A9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E0724FE-6A78-B29D-565A-E88B4A35133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B0BEB6C-611F-DB41-FFF8-41E02555BF31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672C67D-6D0B-9F9A-FB88-CC14D6866F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0D7A774-93D4-7EA5-D84B-4DF6F4E3FAF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63179" y="1208711"/>
            <a:ext cx="5518433" cy="18980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9F3E6DA6-8B3F-5AC1-EB6E-1367B5053B0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1754B7-9223-89E4-4673-FBAE9E9BB3D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5" y="3732909"/>
            <a:ext cx="5532526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98B049-EE77-E38E-EF6E-0DB5F3E74A0A}"/>
              </a:ext>
            </a:extLst>
          </p:cNvPr>
          <p:cNvSpPr/>
          <p:nvPr/>
        </p:nvSpPr>
        <p:spPr>
          <a:xfrm>
            <a:off x="6733419" y="4546317"/>
            <a:ext cx="1453848" cy="155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EF3115-0DB1-30DE-BC68-EC9DCAABFAC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B36D53-EB1F-85C2-E0F6-761EF8B46B61}"/>
              </a:ext>
            </a:extLst>
          </p:cNvPr>
          <p:cNvSpPr/>
          <p:nvPr/>
        </p:nvSpPr>
        <p:spPr>
          <a:xfrm>
            <a:off x="9461379" y="3751966"/>
            <a:ext cx="1232021" cy="169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63283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93B2966-2527-4957-7515-95429E2EF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A4955F06-0521-7B07-CB4D-21337749D4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6E3E286-ABF1-9231-51D7-9F4637C3581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EC79573-3304-23F5-F96A-CDBC6C0ABD85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DD61674-2517-BE5A-4827-D5EEC2C851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DF894EDB-6311-4E79-43AB-B059AB0C861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C4E8D6-315D-436B-BCD7-B75E4363106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5" y="3732909"/>
            <a:ext cx="5532526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F3E47D-B124-01C1-30B0-EFA3EB963857}"/>
              </a:ext>
            </a:extLst>
          </p:cNvPr>
          <p:cNvSpPr/>
          <p:nvPr/>
        </p:nvSpPr>
        <p:spPr>
          <a:xfrm>
            <a:off x="6733419" y="4546317"/>
            <a:ext cx="1453848" cy="155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F7AA66-FA14-1DB3-22DF-EE708ECC9A0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A9CF2B-47B1-4EFC-8A68-C4427D1D838F}"/>
              </a:ext>
            </a:extLst>
          </p:cNvPr>
          <p:cNvSpPr/>
          <p:nvPr/>
        </p:nvSpPr>
        <p:spPr>
          <a:xfrm>
            <a:off x="9461379" y="3751966"/>
            <a:ext cx="1232021" cy="169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14495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2867C4D-8834-040D-F268-4F7792912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3A93DB2E-1EA3-5674-FA53-A3284CF7B67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AFDCA79-B909-E124-E757-A4E84B42D9F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AF07EAC-EC9D-34B0-E868-582D9A8D80E3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02D8555-9C5D-DE32-0C27-8338126159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9D532D1E-BE4D-0746-005C-0DAC02426D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569BCB-60F6-5C89-D51C-38862F89EF4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5" y="3732909"/>
            <a:ext cx="5532526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AD0426-837F-66C6-1BFC-3E20339D6A82}"/>
              </a:ext>
            </a:extLst>
          </p:cNvPr>
          <p:cNvSpPr/>
          <p:nvPr/>
        </p:nvSpPr>
        <p:spPr>
          <a:xfrm>
            <a:off x="6733419" y="4546317"/>
            <a:ext cx="1453848" cy="155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23217C-3A62-DF34-06DF-AE5F4C538FF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B3E1D9-003C-93F6-F44B-79A33AD57D6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EEE16B-9348-21B9-50F0-168D579C3431}"/>
              </a:ext>
            </a:extLst>
          </p:cNvPr>
          <p:cNvSpPr/>
          <p:nvPr/>
        </p:nvSpPr>
        <p:spPr>
          <a:xfrm>
            <a:off x="9461379" y="3751966"/>
            <a:ext cx="1232021" cy="169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97692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77918A-BCD2-1ACC-4241-4ADF6749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3A033574-050F-F157-4AED-E39265C74B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E260495-2D98-E2A0-264A-D58BDC831C4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18CE179-5C79-97AF-4167-20E252DDEB22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EC4719-8127-0A29-4FF6-1A4183D66F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F1AAF7FC-1848-CA13-B50D-582540EB75F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238EA4-17B4-DF44-AFE1-64226D212FF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5" y="3732909"/>
            <a:ext cx="5532526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2ED50B-31E2-1056-BAD3-D3EEEEB1C0F7}"/>
              </a:ext>
            </a:extLst>
          </p:cNvPr>
          <p:cNvSpPr/>
          <p:nvPr/>
        </p:nvSpPr>
        <p:spPr>
          <a:xfrm>
            <a:off x="6733419" y="4546317"/>
            <a:ext cx="1453848" cy="155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72617-DEA4-CE3E-39A1-5F4B36D6C23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49086" y="3732909"/>
            <a:ext cx="5532525" cy="19151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D1224A-8E94-46F1-0E13-6116542E176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136781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D53F057-B832-16EB-9E81-D8E99457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78CA37-5B76-727F-D996-28CE651804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4" y="3732909"/>
            <a:ext cx="5541797" cy="19088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7ABB0AD-D728-5321-4B4F-D8560ABCF82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8DC8FC1-188C-1D60-94A4-883F99E99DDC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F027DB3-6C5C-6F78-2A5E-7041F4899A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863B4F9D-5227-2916-3CF2-E7AB98D584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5B83A-F131-8D67-9646-FB0732A5AEC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761781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581B219-73C3-B01A-EEDF-38D57E9BD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33B5D2-96B3-529F-E677-8652606917F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5" y="3732909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61A7448-5F7C-2670-4762-4CB78CF8B9F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4EE8495-AEAD-CECD-4933-5E0462250DBB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A3C144B-B2CC-BEC4-94DF-B7AD76E48C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16B2C98C-0F47-7C97-67DD-53BA2F74CCC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EE5228-DB55-DCA8-2F68-013349DA577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3400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62C5840-872C-1527-F677-3660ED8CD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3025B4-3981-FED7-44D2-081688F9DA5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5" y="3732909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8F35E8E-1B0A-2881-3020-C6FE63F7406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E14230C-1F67-C936-E2D8-B517D8931E22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A7F00F-882A-D059-214B-D026E5B3A8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B7FF1D50-9DCF-E8AA-BD7A-D46847F9A9C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95565E-31A9-8944-794C-39DD28A7C94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D489CB-F776-5B9A-7DD0-2B878F91686D}"/>
              </a:ext>
            </a:extLst>
          </p:cNvPr>
          <p:cNvSpPr/>
          <p:nvPr/>
        </p:nvSpPr>
        <p:spPr>
          <a:xfrm>
            <a:off x="8811138" y="4815557"/>
            <a:ext cx="1978781" cy="132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33386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56335F-25E7-32B2-2345-26FAFC087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B8916C-A787-1449-0913-E995805FBCC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5" y="3732909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EBD909F-3140-349B-BB60-96C777053EA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A08EED5-2864-25D6-F263-6A8B9FDC10FB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905F90A-2953-B82C-068D-FB6B8C538C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A0F86DB4-7A17-3508-9898-EF1850831A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97892-7803-9064-59D7-3F535AFA508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737F33-3DE0-5B4C-2BDC-B6EE0434284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3" y="3732910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34144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B94660C-F8B1-E4D5-57C5-4135A4B9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4354C9-A79D-D6E9-FC0F-9AB3596782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5" y="3732909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91E8FEC-5ECB-746A-E29E-1F11C1EAF6C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6BF4EC2-12B5-18CD-2DFC-A11143F1B017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F2B3569-2B7D-2C21-00E5-3AF0931E89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691C6902-5967-25C6-8335-CA11E59658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F555D0-3A41-F7A9-C3A4-76643B89C0D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AF9655-9776-3F28-7A6E-E2B274C77B8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3" y="3732910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3C8E646-A001-B6EF-8975-84A31CB10F00}"/>
              </a:ext>
            </a:extLst>
          </p:cNvPr>
          <p:cNvSpPr/>
          <p:nvPr/>
        </p:nvSpPr>
        <p:spPr>
          <a:xfrm>
            <a:off x="8795898" y="5033996"/>
            <a:ext cx="2943981" cy="162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20425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6DD9CA1-4676-D5FF-A4D8-B5F54869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F91A96-F90E-998E-4466-9A7629056C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5" y="3732909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6EF95E-CE22-253E-8DEE-68A3C6FB215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C3A27CC-FADA-001B-D32D-2620627CC2BC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E7EBDA2-C6E2-1ABF-A6FF-E65081027B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412C2CAE-E080-22D1-EFAE-8E4F1D56EBC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44290-69B3-49DC-414D-60A27753DFA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DB3A7D-85B4-D012-101F-FDDC80F5252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3" y="3732910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86A1B55-40F7-A57E-1A52-841F7C7C49EC}"/>
              </a:ext>
            </a:extLst>
          </p:cNvPr>
          <p:cNvSpPr/>
          <p:nvPr/>
        </p:nvSpPr>
        <p:spPr>
          <a:xfrm>
            <a:off x="8795898" y="5033996"/>
            <a:ext cx="2943981" cy="162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58C1E2-3762-EC7D-89D3-22E17E250F4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4" y="3732908"/>
            <a:ext cx="5533211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81765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6CD9999-7BC0-64D3-E1DC-33EBFA8B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69E7C-1AFD-C618-F23B-7D44371A76A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5" y="3732909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CE7045-38C0-36BB-8696-7CF216BAA10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343A0CC-7703-C30F-4DAD-600DCDA26C64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from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directory above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013EEDA-35D8-3940-59E0-8C776C1E6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E4234A3B-574A-ECD8-6C1F-0B35668DCA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206647-28EC-CC85-EE0A-A83849D7AA0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99AF9-0E4A-26D9-81AC-445F527B48E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3" y="3732910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D958D4-A6D4-F54A-40D7-7EF7AD2603F9}"/>
              </a:ext>
            </a:extLst>
          </p:cNvPr>
          <p:cNvSpPr/>
          <p:nvPr/>
        </p:nvSpPr>
        <p:spPr>
          <a:xfrm>
            <a:off x="8795898" y="5033996"/>
            <a:ext cx="2943981" cy="162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A3E92-B968-401C-5FCB-15A5ADEF798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4" y="3732908"/>
            <a:ext cx="5533211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4023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5899E2B-A913-E1E3-1BBD-9A09F4E22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6B57FE-2BF0-21D9-F2E4-A3CC60C351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5" y="3732909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24FC6E5-9DE2-4031-68B7-69F526E3FCF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F4FD847-99A4-F005-EB7D-0DD762AA090F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from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directory above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..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2705A1B-0A10-4A8C-3959-985D68ECF8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7A3DACB4-64F8-2282-18EE-B955ACC4AA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7F6A3A-68A3-FC47-1BBA-42C917F7994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D1A1F0-2C64-6316-AE15-D45D606EEE0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3" y="3732910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7F486E-7122-B46B-7FD0-F93F3FCDD216}"/>
              </a:ext>
            </a:extLst>
          </p:cNvPr>
          <p:cNvSpPr/>
          <p:nvPr/>
        </p:nvSpPr>
        <p:spPr>
          <a:xfrm>
            <a:off x="8795898" y="5033996"/>
            <a:ext cx="2943981" cy="162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487BBD-52A6-59E3-F17B-31713AD9E02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4" y="3732908"/>
            <a:ext cx="5533211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67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1122A2A-9248-043D-B058-8A4569DA4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31F61E-8B75-FDF8-D06A-A7DA29B25B5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5" y="3732909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09E3A43-4881-254A-F8D0-2D556947C37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40606B3-AEA2-0AFE-450B-2FE18D635856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from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directory above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..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55240EE-F9EB-D25F-F3EF-D7D3267061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3BE7C013-2E9F-6BAF-C850-020421C8FB1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0683C1-8102-C8E2-C078-85F3D355730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0E6A8F-A5B4-9A75-D0CB-A8B7564BE69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3" y="3732910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D65901-1153-3C23-89AD-3162025A197A}"/>
              </a:ext>
            </a:extLst>
          </p:cNvPr>
          <p:cNvSpPr/>
          <p:nvPr/>
        </p:nvSpPr>
        <p:spPr>
          <a:xfrm>
            <a:off x="8795898" y="5033996"/>
            <a:ext cx="2943981" cy="162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2DF3A1-C6DC-F401-C0F4-80CE0CE33C5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4" y="3732908"/>
            <a:ext cx="5533211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D4636F-84D1-51C0-77C0-19CE89758646}"/>
              </a:ext>
            </a:extLst>
          </p:cNvPr>
          <p:cNvSpPr/>
          <p:nvPr/>
        </p:nvSpPr>
        <p:spPr>
          <a:xfrm>
            <a:off x="1803400" y="5130800"/>
            <a:ext cx="4089400" cy="352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1027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A23942C-3C72-ACA6-8D57-95A308E6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0764D2-C189-0A23-4268-C284C7C3F4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5" y="3732909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40AAB0A-E560-B061-F0B3-8110C9564CA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4AB1E12-F2DA-0A5A-28C3-3AD863391BFA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from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directory above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..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FFF0B6B-7A61-DE72-0D9F-6E8B18E9E8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48B11A81-538F-6F04-0244-B69A860FBE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229905-8ECB-01A5-CAC9-48A0604A98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124AD9-EFF1-8D4B-DADB-09903A44636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3" y="3732910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74A7B9-C898-1F77-4FA9-54748C7C9C7A}"/>
              </a:ext>
            </a:extLst>
          </p:cNvPr>
          <p:cNvSpPr/>
          <p:nvPr/>
        </p:nvSpPr>
        <p:spPr>
          <a:xfrm>
            <a:off x="8795898" y="5033996"/>
            <a:ext cx="2943981" cy="162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54E08-54C5-57B9-E655-EE6B6F4EF77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4" y="3732908"/>
            <a:ext cx="5533211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2C7120-9FF6-E9D6-3F5F-4307F309E68D}"/>
              </a:ext>
            </a:extLst>
          </p:cNvPr>
          <p:cNvSpPr/>
          <p:nvPr/>
        </p:nvSpPr>
        <p:spPr>
          <a:xfrm>
            <a:off x="1803400" y="5130800"/>
            <a:ext cx="4089400" cy="352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5CD07-1D5E-9F4E-0FBF-9DE31E36C857}"/>
              </a:ext>
            </a:extLst>
          </p:cNvPr>
          <p:cNvSpPr txBox="1"/>
          <p:nvPr/>
        </p:nvSpPr>
        <p:spPr>
          <a:xfrm>
            <a:off x="1895976" y="5906121"/>
            <a:ext cx="4665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FF0000"/>
                </a:solidFill>
              </a:rPr>
              <a:t>Can only be used in modules inside packages</a:t>
            </a:r>
          </a:p>
        </p:txBody>
      </p:sp>
    </p:spTree>
    <p:extLst>
      <p:ext uri="{BB962C8B-B14F-4D97-AF65-F5344CB8AC3E}">
        <p14:creationId xmlns:p14="http://schemas.microsoft.com/office/powerpoint/2010/main" val="35416252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45FE161-1436-7A30-E32C-5B1A8DD9A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976BE5-5992-58F6-0DB8-5FFB9287F9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9815" y="3732909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C19494A-DD60-AF9A-3164-46C343C0DB3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C0A1897-980C-820B-1714-C45D7F539221}"/>
              </a:ext>
            </a:extLst>
          </p:cNvPr>
          <p:cNvSpPr txBox="1"/>
          <p:nvPr/>
        </p:nvSpPr>
        <p:spPr>
          <a:xfrm>
            <a:off x="976197" y="1828538"/>
            <a:ext cx="5250501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from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directory above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..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4589E8-EA05-B267-D3B8-A7886371E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59" name="Google Shape;103;p13">
            <a:extLst>
              <a:ext uri="{FF2B5EF4-FFF2-40B4-BE49-F238E27FC236}">
                <a16:creationId xmlns:a16="http://schemas.microsoft.com/office/drawing/2014/main" id="{A2F1D36D-F9CE-EAEC-F17F-7147DE5FC7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7E1ABF-D054-A974-2EC5-389C6F81C2D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ED1069-F9FA-AF16-3234-833C35C724F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3" y="3732910"/>
            <a:ext cx="5533212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45A296-3EB6-35C9-D803-787C58B369F2}"/>
              </a:ext>
            </a:extLst>
          </p:cNvPr>
          <p:cNvSpPr/>
          <p:nvPr/>
        </p:nvSpPr>
        <p:spPr>
          <a:xfrm>
            <a:off x="8795898" y="5033996"/>
            <a:ext cx="2943981" cy="1628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59419-AB4B-A189-F11F-89387D416E9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4" y="3732908"/>
            <a:ext cx="5533211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54212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CE82AF-AB63-A33A-ED57-9FFDA3943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BB78D68-FBA7-E6E7-4016-38DC70E1308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81F891D-A156-6FD3-3AA3-9A46431E2AE0}"/>
              </a:ext>
            </a:extLst>
          </p:cNvPr>
          <p:cNvSpPr txBox="1"/>
          <p:nvPr/>
        </p:nvSpPr>
        <p:spPr>
          <a:xfrm>
            <a:off x="976197" y="1828538"/>
            <a:ext cx="5250501" cy="300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load a module into the notebook or another module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by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same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in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neighbouring directory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read modules from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directory above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..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folder_name.module_name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General syntax: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folder.module.function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7" name="Google Shape;149;p19">
            <a:extLst>
              <a:ext uri="{FF2B5EF4-FFF2-40B4-BE49-F238E27FC236}">
                <a16:creationId xmlns:a16="http://schemas.microsoft.com/office/drawing/2014/main" id="{4C173595-71F1-EAE9-CF2B-91E0A5AF3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52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Recap: Importing Modules</a:t>
            </a:r>
          </a:p>
        </p:txBody>
      </p:sp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51E55E0B-3B03-2F5B-AB69-A778C6607F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627804-D8F5-8887-2F79-C023475BF1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271" y="1237728"/>
            <a:ext cx="5519755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0B76B1-B90D-3BBB-CB14-33DB3A0726E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8054" y="3732908"/>
            <a:ext cx="5533211" cy="1907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42524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5AD0D9-A9DF-76DA-A2BB-C01D343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C7F2321-DF01-32A6-85F2-702E158710F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806F9C2-78DB-5FE5-193A-C1FC54C992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5DE021E1-4DE3-F195-22FA-419ACBC9C4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1266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216052-F12E-1C60-B895-718DC5595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6A9C350-CEC1-E5BC-F22F-86F6D87CCBB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D6BD8C-E370-05BF-0C76-A155042D2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A53EBAC-5757-7D96-5452-A04694A8C81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F9EC1AA0-95AB-8A65-F2CE-94ABC0B469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9793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827BD5B-0895-D504-77CC-4D73CF950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A6C657A-5012-4D42-3743-5CAAEF5D938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02CEBB1-B9F7-21BB-3C86-853A38D0D9D5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1B3B5B3-E8CD-B524-F881-BC40A38512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5CC0D7-5AC1-6B76-E8CE-942D00EFD7A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D1C45BF9-ECC1-35E2-1FC2-3F3B968810B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0415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163B872-1064-5A3A-DA4A-3C9B20BE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9107802-DEDC-F16C-0880-36A346A5282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88013D2-3775-85F3-8C2A-C7B454C37812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6FA2FD2-80C1-C84B-CC33-5E0B73C7FA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B2D212-2265-3AE1-8090-24EDBC1498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FF92B1FE-1347-E1AA-174C-734ACBDA16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53C108-CE28-70C3-3D20-66B8D6BAD3BC}"/>
              </a:ext>
            </a:extLst>
          </p:cNvPr>
          <p:cNvSpPr/>
          <p:nvPr/>
        </p:nvSpPr>
        <p:spPr>
          <a:xfrm>
            <a:off x="7280090" y="2057469"/>
            <a:ext cx="1014824" cy="296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F86FEF-3CCD-4651-89B6-E76074875C4E}"/>
              </a:ext>
            </a:extLst>
          </p:cNvPr>
          <p:cNvSpPr txBox="1"/>
          <p:nvPr/>
        </p:nvSpPr>
        <p:spPr>
          <a:xfrm>
            <a:off x="10152664" y="2227488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FF0000"/>
                </a:solidFill>
              </a:rPr>
              <a:t>Import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C0F0A0-8059-855B-A904-60C1FE1B3A45}"/>
              </a:ext>
            </a:extLst>
          </p:cNvPr>
          <p:cNvCxnSpPr>
            <a:cxnSpLocks/>
          </p:cNvCxnSpPr>
          <p:nvPr/>
        </p:nvCxnSpPr>
        <p:spPr>
          <a:xfrm flipH="1" flipV="1">
            <a:off x="8472559" y="2205716"/>
            <a:ext cx="1652949" cy="1967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4474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77217D5-3182-6339-5EC5-A9541629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3A6A09-80AA-6D4E-FB5B-B18DF753657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072A386-0CDF-62F1-7330-8E2DE3D76079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1A3AD3-CD35-8D84-B3BB-4E8096981A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71C608-0882-7601-D993-9EB56EC7B4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DFB4EFA3-7A76-D529-E860-03BA2D993D8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082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92A4497-3C1B-EFA4-98A5-9EBC3F1F1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1C858B4-6535-D2E8-B52B-CBA277A98AD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4FC1450-BDAF-8E9B-D0D9-8884CCD6FBCE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9C5D1E-248C-E6FF-22CA-4803B82F3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A8F62C-F568-7B29-21E3-4A83C7AD3C7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AD819A35-251E-9E64-EF2A-A7F2AE53299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5988B3-BC6E-200C-EB76-9ACD76ADC61A}"/>
              </a:ext>
            </a:extLst>
          </p:cNvPr>
          <p:cNvSpPr/>
          <p:nvPr/>
        </p:nvSpPr>
        <p:spPr>
          <a:xfrm>
            <a:off x="7221641" y="2784164"/>
            <a:ext cx="3544330" cy="296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F8E8B8-CED4-FD4D-E38B-51506D746A77}"/>
              </a:ext>
            </a:extLst>
          </p:cNvPr>
          <p:cNvSpPr txBox="1"/>
          <p:nvPr/>
        </p:nvSpPr>
        <p:spPr>
          <a:xfrm>
            <a:off x="5460129" y="4251493"/>
            <a:ext cx="1040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FF0000"/>
                </a:solidFill>
              </a:rPr>
              <a:t>Attribute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1A6B84-1D91-EB9A-F58B-087524B2869F}"/>
              </a:ext>
            </a:extLst>
          </p:cNvPr>
          <p:cNvCxnSpPr>
            <a:cxnSpLocks/>
          </p:cNvCxnSpPr>
          <p:nvPr/>
        </p:nvCxnSpPr>
        <p:spPr>
          <a:xfrm flipV="1">
            <a:off x="6339973" y="3104845"/>
            <a:ext cx="773324" cy="106504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9795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F07230D-2C48-BD26-CE6A-A55AB8E44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57DDD0-DD84-626F-8B66-1DDA6794F8E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58BF1DF-3CAC-C165-BF79-7E510E3CC04C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FFE7FB8-B1ED-1D49-024A-B6D44E5526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449947-FC5C-39C2-2C8B-A66F14EFA9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0D79C4F4-CAA4-3B79-DF8D-C99A71237CC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329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4DEB0C-A23D-E62C-C36F-AEFC50FD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5783E72-B248-FBFE-57F2-0A49252530E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B33BCD0-CCDE-310A-49E9-22EAB285E1CE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AE5F44-DB1E-5662-A23C-ECF621AF62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6EB4D1-C400-9151-681B-E723D791B7F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4EDBF022-2BF8-2C96-2638-2C86FFE6AF3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A2A8DC-3E23-6E19-C3DD-7531AFAB8547}"/>
              </a:ext>
            </a:extLst>
          </p:cNvPr>
          <p:cNvSpPr txBox="1"/>
          <p:nvPr/>
        </p:nvSpPr>
        <p:spPr>
          <a:xfrm>
            <a:off x="9799089" y="5652104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FF0000"/>
                </a:solidFill>
              </a:rPr>
              <a:t>Function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A8AF13-8A79-9CD2-C780-42B29F33596E}"/>
              </a:ext>
            </a:extLst>
          </p:cNvPr>
          <p:cNvSpPr/>
          <p:nvPr/>
        </p:nvSpPr>
        <p:spPr>
          <a:xfrm>
            <a:off x="7280090" y="3569197"/>
            <a:ext cx="3485881" cy="8286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61A436-4DCF-7D23-731F-29973642C35C}"/>
              </a:ext>
            </a:extLst>
          </p:cNvPr>
          <p:cNvCxnSpPr/>
          <p:nvPr/>
        </p:nvCxnSpPr>
        <p:spPr>
          <a:xfrm flipH="1" flipV="1">
            <a:off x="9971314" y="4484914"/>
            <a:ext cx="272143" cy="9361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251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56F8E9-5FAD-812B-D16B-51724904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9E12637-E3F8-09CB-0FDD-672A0CF2B55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486B83A-963D-ABB4-C6BB-1B97DCA17BA1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15B3AEF-64E8-0B72-F67D-90E7D4110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5C73E1-8C35-0E50-5DB0-1C8BFF3642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E2FA5D74-A702-3CF2-190F-9A6854090E4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2766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F1AD249-6ADC-35F5-15FD-28C99253C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8AB8F31-8A6D-A837-ABC6-F0070EF7658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6CFD440-E7B7-193C-BD2F-61766144BCAE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specify attributes and functions in the usual way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9A76C3-6575-C742-1345-829F22C6DC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C9C6C1-4935-310F-9194-939D767B9D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FA7E8AB1-D299-8964-33FB-017E04749E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6711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E754BF6-0118-BF95-BE35-8622FECB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42A2C22-BC37-4F7B-A33F-4A9C5B28544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6A0D7FD-C5E4-6D2C-1C20-F462BBB003E5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specify attributes and functions in the usual way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And recall them using, e.g.: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54DD64F-2C44-3672-C15C-45000BEF91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52D382-388E-3C24-D612-50B3096A1A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E9ADB742-A237-D4C5-95F7-BF84B2B99D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3485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6522B34-8794-AC5F-1D34-099F3FDB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60977BC-4422-856E-82C9-F1363B9C352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E1DB39-91EF-5E7E-25E7-480115A17347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specify attributes and functions in the usual way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And recall them using, e.g.: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test_module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850A16D-AC12-397E-642E-CF7B2E85A0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607BF86-C6B5-926B-B0D7-2D9A6F39D1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6619EC2D-BD59-56E9-64C2-B328B36BD4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5622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53F62A-81A7-534B-AD55-9D1A52CAA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6606E3-801E-10BF-A17A-1F0032EB922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4A6C1C-2ADA-0EF3-1139-3EF6F818EA51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specify attributes and functions in the usual way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And recall them using, e.g.: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test_module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print(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test_module.my_attribute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D4AC011-6433-3C0C-5C57-DFC675C3F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C96949-ECC4-CB8C-E443-651EF2A3979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179F83BD-7C57-F501-8484-317FB6873A0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5127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AAAEBFF-6675-94AC-03DE-BFE67833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DD4FB7-FFA0-3B8C-8062-511D0163814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178E9D-93AF-D301-3458-FE1307337B89}"/>
              </a:ext>
            </a:extLst>
          </p:cNvPr>
          <p:cNvSpPr txBox="1"/>
          <p:nvPr/>
        </p:nvSpPr>
        <p:spPr>
          <a:xfrm>
            <a:off x="976198" y="1828538"/>
            <a:ext cx="5639628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Typically, modules are composed of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 statements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definitions (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)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specify attributes and functions in the usual way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And recall them using, e.g.: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test_module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print(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test_module.my_attribute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test_module.my_function</a:t>
            </a:r>
            <a:endParaRPr lang="en-GB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0C8A270-BDF5-61D4-2444-62B3EEE59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What is in a Module?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F352E82-7FB3-A27D-23DA-5084FB5849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3470" y="1217692"/>
            <a:ext cx="4517571" cy="34853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Google Shape;103;p13">
            <a:extLst>
              <a:ext uri="{FF2B5EF4-FFF2-40B4-BE49-F238E27FC236}">
                <a16:creationId xmlns:a16="http://schemas.microsoft.com/office/drawing/2014/main" id="{2848872D-6E8C-6190-2BD9-A7015E97E9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086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C9B490-2E3C-34CD-5B76-FBF4B09D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6A689B3-740C-71BC-45FC-3D1C32EB166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6C38EE5-6F4E-924E-B4BE-FD801F431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</a:t>
            </a:r>
          </a:p>
        </p:txBody>
      </p:sp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5476142B-4EE9-6921-3E68-20ADA99161A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8855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45F4E44-999C-1C46-6430-C281A20AB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1BFB807-C5DF-659A-CB96-FB46F162BE3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5C5CD7-822C-9FF5-4CC2-0A3D824374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A843E-4AAB-90E1-2286-20A440229B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4A84016E-6BAA-1E8D-6719-A32CD0636BD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8782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1F7D68D-12E2-EAD3-E262-8526DED5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5BFF45B-2A63-874E-1528-1154A16F17C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8C02368-BB3A-B83A-99B5-8184569424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AE4417-8763-EF4B-EE8A-4EAA2005294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6B5ECA-0CD6-91E7-9DA1-BC475C0BAB0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8779BAD6-77BF-3179-74B0-D8275D2E4B2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5554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F51D329-2458-50BE-4576-9C9A1E0D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1C5D3A-E142-4C30-4516-CE4E28D7FEC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82420DA-5933-237E-751E-F1ABB2C3C8C6}"/>
              </a:ext>
            </a:extLst>
          </p:cNvPr>
          <p:cNvSpPr txBox="1"/>
          <p:nvPr/>
        </p:nvSpPr>
        <p:spPr>
          <a:xfrm>
            <a:off x="976198" y="1828538"/>
            <a:ext cx="5555232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refers to a coding language’s ability to show us information about data and variables as our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8A7A311-272F-22A9-E979-E057C7722F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754774-EB1C-9B1D-EE5B-0FADE4A42A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733EF9-C6AF-6E39-0F47-5F01CD9A68D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D9CAD3C9-E405-CABC-220D-59E6F23127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4712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F1A6C9-C048-17D8-73BB-9171AA8E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8AB860E-4610-BFA6-933B-F8160FECBF2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3E0CE56-5D19-CCCA-5CE5-2EACCE6D7559}"/>
              </a:ext>
            </a:extLst>
          </p:cNvPr>
          <p:cNvSpPr txBox="1"/>
          <p:nvPr/>
        </p:nvSpPr>
        <p:spPr>
          <a:xfrm>
            <a:off x="976198" y="1828538"/>
            <a:ext cx="5555232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refers to a coding language’s ability to show us information about data and variables as our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print(x), 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6B96E3-2AE8-1092-D1FA-23255EEE03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803305-F91F-235A-F631-5277F5C8B6C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93EE03-6FE4-8351-AB48-7BDDD2CCF8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3ACA21A0-829E-A838-B415-131BAD56B8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380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14A2317-AADF-A4FB-36B5-83DBF3CBC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D8C28E8-C101-1C56-FA14-C4CBA3B52CA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03C4B28-93F5-C468-A460-F03BC3A495D9}"/>
              </a:ext>
            </a:extLst>
          </p:cNvPr>
          <p:cNvSpPr txBox="1"/>
          <p:nvPr/>
        </p:nvSpPr>
        <p:spPr>
          <a:xfrm>
            <a:off x="976198" y="1828538"/>
            <a:ext cx="5555232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refers to a coding language’s ability to show us information about data and variables as our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print(x), type(x), 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40D465A-19FD-7494-D543-985D520363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4A0ED-F1F4-D42B-3FE8-8822998689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17EFED-64D6-6EF4-AD53-F9909AC539B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EC5AD2E3-930D-5BE4-8281-C56574F268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4245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1EE92B4-2DB4-D3E5-61C2-6D414569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61813D2-9815-0C70-6549-11EAB6E350F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88B3EED-6F1E-0938-EA8B-64DBEB8D0D63}"/>
              </a:ext>
            </a:extLst>
          </p:cNvPr>
          <p:cNvSpPr txBox="1"/>
          <p:nvPr/>
        </p:nvSpPr>
        <p:spPr>
          <a:xfrm>
            <a:off x="976198" y="1828538"/>
            <a:ext cx="5555232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refers to a coding language’s ability to show us information about data and variables as our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print(x), type(x), str(x)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79FC285-BAE1-952E-6E02-0B41880DC7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68A8ED-61CC-2BC7-1877-4848CB42C6E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BA5A07-6C25-5BAB-5872-A0D17994F9E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529A927D-49A3-A2DF-E576-CBD167A673E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4249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E02F3B-8161-B0D9-9FC7-945CA326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192291C-48E7-5A51-0EBD-CBE515EC935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3B6DEBF-A3A2-FF65-5DE3-E9D193803060}"/>
              </a:ext>
            </a:extLst>
          </p:cNvPr>
          <p:cNvSpPr txBox="1"/>
          <p:nvPr/>
        </p:nvSpPr>
        <p:spPr>
          <a:xfrm>
            <a:off x="976198" y="1828538"/>
            <a:ext cx="5555232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refers to a coding language’s ability to show us information about data and variables as our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print(x), type(x), str(x)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provides many functions for us to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inspect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contents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of a module once it has been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imported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99AEA0-EEAB-7F1E-1357-0D3891316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776828-F0F8-13B1-7F5D-5CB43A44EA1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7BED5D-B1E7-1C72-FDD8-25C0ACE2FA9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AA76A875-322F-F53F-1962-F5AED01C3F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3222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36B7AC2-BE5B-5428-62A1-5F75FB01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813C2C-F9AA-F7CF-7909-971C885129B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23337FA-828B-B762-C010-1DAC6DE38671}"/>
              </a:ext>
            </a:extLst>
          </p:cNvPr>
          <p:cNvSpPr txBox="1"/>
          <p:nvPr/>
        </p:nvSpPr>
        <p:spPr>
          <a:xfrm>
            <a:off x="976198" y="1828538"/>
            <a:ext cx="5555232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refers to a coding language’s ability to show us information about data and variables as our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E.g. 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print(x), type(x), str(x)</a:t>
            </a:r>
            <a:b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provides many functions for us to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inspect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contents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of a module once it has been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imported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Let’s see a few examples for this module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23E7CEA-F073-C8A7-8C34-832944A03C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8EBED-0825-B6B4-A4DC-A55F78F7738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9A7922-B96C-43CB-15FC-B69AE62FBEE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942BE18F-D7AA-AA1F-C770-CD7F0824F7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7766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5D66E5-1424-AC07-CEC3-333F8BFB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6937E8A-63B0-5165-ECE6-FC6F5CFBD28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49D84E8-5D96-784E-9360-F0C13EC76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D8657-79E4-0D44-4CA3-60FD913939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92164D-0453-8DD9-05F2-05D403B25F0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03;p13">
            <a:extLst>
              <a:ext uri="{FF2B5EF4-FFF2-40B4-BE49-F238E27FC236}">
                <a16:creationId xmlns:a16="http://schemas.microsoft.com/office/drawing/2014/main" id="{4DA9F33B-6C33-BAA2-32BC-9E9FE48DB6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9586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A60DA23-8D9C-F281-EC7D-04BCA771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24920FC-7E84-2456-D6B9-A4CA803CCE7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0FFC9F-B947-2B89-3EB3-B31552F61F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6BEC3A-A8E6-9B67-F333-8B9741BA553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D65434-AD06-0754-15ED-FD34C3721F1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03;p13">
            <a:extLst>
              <a:ext uri="{FF2B5EF4-FFF2-40B4-BE49-F238E27FC236}">
                <a16:creationId xmlns:a16="http://schemas.microsoft.com/office/drawing/2014/main" id="{DA72DA84-E6C8-AC04-1E4B-64E9DAE90C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59473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604E4D3-A5A7-8D66-008A-205F0AA5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6B41DB9-83DD-E33E-FCDE-0D1862EBE62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F1DFC77-43D5-9C16-0CB9-034C649867E4}"/>
              </a:ext>
            </a:extLst>
          </p:cNvPr>
          <p:cNvSpPr txBox="1"/>
          <p:nvPr/>
        </p:nvSpPr>
        <p:spPr>
          <a:xfrm>
            <a:off x="9126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function allows us to see all of the functions and attributes inside the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70EB9AC-8975-1CA9-8A32-818749CACF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C78143-36CE-75B0-B0E0-F7F97EADE49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07CE12-D713-82B1-6700-341963DAB7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03;p13">
            <a:extLst>
              <a:ext uri="{FF2B5EF4-FFF2-40B4-BE49-F238E27FC236}">
                <a16:creationId xmlns:a16="http://schemas.microsoft.com/office/drawing/2014/main" id="{F3EFD10E-C2C2-50ED-6A87-176E325264C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72442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DAE12BB-6BAF-E6A3-BA2D-4142A69F8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59F952-38E6-3FF5-73FE-F93A62B13F7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ADA104E-60ED-AD27-4828-45BBB8869F9C}"/>
              </a:ext>
            </a:extLst>
          </p:cNvPr>
          <p:cNvSpPr txBox="1"/>
          <p:nvPr/>
        </p:nvSpPr>
        <p:spPr>
          <a:xfrm>
            <a:off x="9126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function allows us to see all of the functions and attributes inside the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E958232-4311-47BB-0776-30869FFF6E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9EA9EB-2B9F-07FA-4EDF-DA3A7903E96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AE549-C54E-7FAF-D75E-CE61D6B5A9F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E3A06D-2D58-5410-3638-2750C48FA6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55964" y="2852129"/>
            <a:ext cx="1578944" cy="201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03;p13">
            <a:extLst>
              <a:ext uri="{FF2B5EF4-FFF2-40B4-BE49-F238E27FC236}">
                <a16:creationId xmlns:a16="http://schemas.microsoft.com/office/drawing/2014/main" id="{EA09D235-4996-CCA6-39E3-6C0C666710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6152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8596644-C0A2-E434-ED4C-50EB954B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5C44AB4-1BF1-1BDF-1BD2-C657E334A0B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DC5976F-CEEE-9442-7238-4B332FEBD7B5}"/>
              </a:ext>
            </a:extLst>
          </p:cNvPr>
          <p:cNvSpPr txBox="1"/>
          <p:nvPr/>
        </p:nvSpPr>
        <p:spPr>
          <a:xfrm>
            <a:off x="9126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function allows us to see all of the functions and attributes inside the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C4814D4-31F7-4CF8-694F-7FDFA1742B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0CF239-902D-65BD-07DB-3F97D9C9AB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3AA6D1-F37C-50BC-5E67-4347CCC3A54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97332" y="2826358"/>
            <a:ext cx="2029364" cy="2304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07D06B-2E5C-68D8-74A7-2159837295E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932AFB-FDBF-2DB5-10D2-A1BA844D73C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55964" y="2852129"/>
            <a:ext cx="1578944" cy="201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03;p13">
            <a:extLst>
              <a:ext uri="{FF2B5EF4-FFF2-40B4-BE49-F238E27FC236}">
                <a16:creationId xmlns:a16="http://schemas.microsoft.com/office/drawing/2014/main" id="{5D6B1431-0BB9-8F5E-BC2F-997C976D75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448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02FA948-E3E9-F7E8-0F00-9A651628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7C60D92-10B5-9ED1-EBF6-B36A14D43CC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AA99051-D303-4F7A-620C-337CE53DB89B}"/>
              </a:ext>
            </a:extLst>
          </p:cNvPr>
          <p:cNvSpPr txBox="1"/>
          <p:nvPr/>
        </p:nvSpPr>
        <p:spPr>
          <a:xfrm>
            <a:off x="9126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function allows us to see all of the functions and attributes inside the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Underscores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indicate that the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 is intended for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developer use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1BBDBB-0002-C67B-3868-E64B3AD07F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35EAC9-EE44-143E-31AA-B3D447688C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E7291E-1B5E-40CB-9D23-9AFA00B6EC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97332" y="2826358"/>
            <a:ext cx="2029364" cy="2304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28F9A7-2F3B-B75E-178E-50744F0FB0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473BC5-105F-4DE9-CAD0-B925CE7BA6C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55964" y="2852129"/>
            <a:ext cx="1578944" cy="201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03;p13">
            <a:extLst>
              <a:ext uri="{FF2B5EF4-FFF2-40B4-BE49-F238E27FC236}">
                <a16:creationId xmlns:a16="http://schemas.microsoft.com/office/drawing/2014/main" id="{035828BA-C361-4605-B757-C2AAC7F0950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2720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F94CEE9-5F4F-CE9D-550C-213F2318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F4EAEF9-4E6F-45BB-D30F-2C6BC0EB743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75F03E5-6DA0-9633-EDE0-E006DB016285}"/>
              </a:ext>
            </a:extLst>
          </p:cNvPr>
          <p:cNvSpPr txBox="1"/>
          <p:nvPr/>
        </p:nvSpPr>
        <p:spPr>
          <a:xfrm>
            <a:off x="9126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function allows us to see all of the functions and attributes inside the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Underscores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indicate that the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 is intended for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developer use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CF485C7-F314-B0B8-179E-F2E02B068B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E8726-D3BE-B212-4B83-AF4BABEB0D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E2BE64-FCC2-37AF-BC3F-EF0398ABACD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97332" y="2826358"/>
            <a:ext cx="2029364" cy="2304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CB99F-D83E-C154-151B-49B49E73710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A94CA6-AE24-5241-DFC5-5A6D72E53D4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55964" y="2852129"/>
            <a:ext cx="1578944" cy="201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03;p13">
            <a:extLst>
              <a:ext uri="{FF2B5EF4-FFF2-40B4-BE49-F238E27FC236}">
                <a16:creationId xmlns:a16="http://schemas.microsoft.com/office/drawing/2014/main" id="{3623E0C2-6954-DB16-5BF4-DFAF1CA07BA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FE4486-5B81-AC45-6EB5-C68C82710A3C}"/>
              </a:ext>
            </a:extLst>
          </p:cNvPr>
          <p:cNvSpPr/>
          <p:nvPr/>
        </p:nvSpPr>
        <p:spPr>
          <a:xfrm>
            <a:off x="4427797" y="2852129"/>
            <a:ext cx="1202983" cy="14214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4204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1D836E-60C6-3EA5-C4DC-2E850648F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7AD784A-D953-FB7E-199F-E321586091D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E12D173-E1A7-D1B2-9AD3-140476E5F60E}"/>
              </a:ext>
            </a:extLst>
          </p:cNvPr>
          <p:cNvSpPr txBox="1"/>
          <p:nvPr/>
        </p:nvSpPr>
        <p:spPr>
          <a:xfrm>
            <a:off x="9126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function allows us to see all of the functions and attributes inside the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Underscores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indicate that the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 is intended for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developer use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7967F80-ECD7-E9AF-591C-A80336B698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F136A0-DEF8-E9A6-19D8-9451063E4CC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4C6343-3A33-FF6C-F4DB-DCB74448CDE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97332" y="2826358"/>
            <a:ext cx="2029364" cy="2304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817EB-7410-B600-9A7C-BB23E6FA127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EC93A1-9586-3985-43AB-67C3B479A67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55964" y="2852129"/>
            <a:ext cx="1578944" cy="201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03;p13">
            <a:extLst>
              <a:ext uri="{FF2B5EF4-FFF2-40B4-BE49-F238E27FC236}">
                <a16:creationId xmlns:a16="http://schemas.microsoft.com/office/drawing/2014/main" id="{ED91AC8D-7A41-A14A-BC46-D33CC5A3BB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8671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D42086-E6E2-FBC5-7BD3-3FF5B662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78A4DF8-961A-FC56-C04D-3010893FC96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F0AD28C-1F99-99AF-EB8F-614B13726F67}"/>
              </a:ext>
            </a:extLst>
          </p:cNvPr>
          <p:cNvSpPr txBox="1"/>
          <p:nvPr/>
        </p:nvSpPr>
        <p:spPr>
          <a:xfrm>
            <a:off x="9126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dir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function allows us to see all of the functions and attributes inside the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Underscores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indicate that the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function is intended for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developer use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adds several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helpful </a:t>
            </a:r>
            <a:b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hidden attributes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to each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module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2692F36-5B1F-6548-2131-ABD6F0694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03279D-0C51-91FE-ED11-067A867B40A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E4A062-4F26-47F2-2B3A-8E7CBF6F9BA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97332" y="2826358"/>
            <a:ext cx="2029364" cy="2304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9CFD61-E283-2B90-BCAC-9BBC152435F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BFD679-E8B0-E087-B52F-4DFB4B165CC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55964" y="2852129"/>
            <a:ext cx="1578944" cy="201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03;p13">
            <a:extLst>
              <a:ext uri="{FF2B5EF4-FFF2-40B4-BE49-F238E27FC236}">
                <a16:creationId xmlns:a16="http://schemas.microsoft.com/office/drawing/2014/main" id="{50E6491D-393B-673C-2BAA-A852188E7E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95249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C9F9156-18F2-3183-23E1-FF3A838A0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323969C-ECAD-34DD-F5E4-6F9A256BBAE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06F3E2-DAE7-2BBA-C452-0615A239F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59D741-E462-938C-22EC-75CC114D97B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9D0354-4748-CBDF-B408-B53ECFD1356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03;p13">
            <a:extLst>
              <a:ext uri="{FF2B5EF4-FFF2-40B4-BE49-F238E27FC236}">
                <a16:creationId xmlns:a16="http://schemas.microsoft.com/office/drawing/2014/main" id="{70D59C6A-D175-1179-7EA9-F0CB14D34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39458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DC50570-C65E-4A08-5FB6-FCBBC57C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417E9A5-F16E-568A-CFFA-BA2E3B89D55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C84224C-4C90-FDAD-4B54-3F9F4624938A}"/>
              </a:ext>
            </a:extLst>
          </p:cNvPr>
          <p:cNvSpPr txBox="1"/>
          <p:nvPr/>
        </p:nvSpPr>
        <p:spPr>
          <a:xfrm>
            <a:off x="976198" y="1828538"/>
            <a:ext cx="532835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docstring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is a comment at the start of a function surrounded by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triple quotes</a:t>
            </a:r>
            <a:b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1F55234-0A85-5084-05F3-877C110CF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F84ABF-BCE1-2484-3E85-AA842E5A93C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446BF5-8FCD-5F09-67E7-63BADBDC36E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5D20E826-06B5-3AFC-5060-40ECA362B2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30202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FE4CBE7-440C-612E-974D-84EBF744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854B758-9B69-3533-5224-37C95914B2E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9BB6FB7-E09D-E1D3-756A-BF6252FF29FF}"/>
              </a:ext>
            </a:extLst>
          </p:cNvPr>
          <p:cNvSpPr txBox="1"/>
          <p:nvPr/>
        </p:nvSpPr>
        <p:spPr>
          <a:xfrm>
            <a:off x="976198" y="1828538"/>
            <a:ext cx="532835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docstring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is a comment at the start of a function surrounded by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triple quotes</a:t>
            </a:r>
            <a:b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5A89491-CA42-874D-40CB-8F7EC30257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A648E-3C15-F0DC-A422-2F04BEE7ED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82B8AE-6BF4-E34A-59FE-AB03EB2E384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F1936AB-F788-24EF-2DFE-9B3010801678}"/>
              </a:ext>
            </a:extLst>
          </p:cNvPr>
          <p:cNvSpPr/>
          <p:nvPr/>
        </p:nvSpPr>
        <p:spPr>
          <a:xfrm>
            <a:off x="7286323" y="2435192"/>
            <a:ext cx="4583625" cy="2079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44E54335-B1D6-4DE0-7A5B-9680D7CE32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3837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17F494-FEF0-AF28-F7B0-FEF9E571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B16E0E5-C65C-2CFB-0D93-244EC31DAF5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DBABDA4-29CC-7D6F-A5B6-C07E11961235}"/>
              </a:ext>
            </a:extLst>
          </p:cNvPr>
          <p:cNvSpPr txBox="1"/>
          <p:nvPr/>
        </p:nvSpPr>
        <p:spPr>
          <a:xfrm>
            <a:off x="976198" y="1828538"/>
            <a:ext cx="532835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docstring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is a comment at the start of a function surrounded by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triple quotes</a:t>
            </a:r>
            <a:b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6CAC63B-FC45-8F9E-1485-482973EAB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F8CF-CCC4-6661-D02B-F56D318961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A5D7C1-C9CD-72B0-6D1A-1993D61DF37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33221F82-D6EC-0A2B-7BBF-481B9B69EA5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68161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B19299F-CDF9-AA04-F743-C3741D6D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6A22DD-C19B-B1CC-FDB8-C87E272F371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FB492BF-0945-AAAA-0CF0-CB6654E551AF}"/>
              </a:ext>
            </a:extLst>
          </p:cNvPr>
          <p:cNvSpPr txBox="1"/>
          <p:nvPr/>
        </p:nvSpPr>
        <p:spPr>
          <a:xfrm>
            <a:off x="976198" y="1828538"/>
            <a:ext cx="532835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docstring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is a comment at the start of a function surrounded by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triple quotes</a:t>
            </a:r>
            <a:b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docstring can be accessed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help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A449B7E-88F4-E4A5-73A2-0886B8A724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97DF8B-1F8E-DA79-5E2F-C53B7C5C7C4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DF50DC-151F-29A1-C7DC-90524BF3FF9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08D3D4E9-8B13-A37B-B102-CFBD31A606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2591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CBD465-0A16-0C5D-FB42-4712DC1F7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1F6FAAF-4C8D-6C67-B9FF-E241DABA6A4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3CC5D4-742A-307F-A8EA-A4485A9C76DE}"/>
              </a:ext>
            </a:extLst>
          </p:cNvPr>
          <p:cNvSpPr txBox="1"/>
          <p:nvPr/>
        </p:nvSpPr>
        <p:spPr>
          <a:xfrm>
            <a:off x="976198" y="1828538"/>
            <a:ext cx="532835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docstring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is a comment at the start of a function surrounded by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triple quotes</a:t>
            </a:r>
            <a:b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docstring can be accessed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help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718E72-ED4F-CA7F-75B0-C7F585A10D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9DBFED-490B-4368-4644-3ECBABBD3B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C9BBC2-A33F-F755-CAB5-93D4D00DCDC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4930FF-0304-17C9-14B1-5AF3C2F535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78532" y="3595496"/>
            <a:ext cx="1934689" cy="2593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1FCB63AC-CDF9-606D-5F36-EF41FEC501B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34123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5D64E41-6A52-4762-7D36-25D290D2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05E1F8-820B-FF51-3147-98478979F95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5F6BB20-2312-4198-8EBB-E31E4632738F}"/>
              </a:ext>
            </a:extLst>
          </p:cNvPr>
          <p:cNvSpPr txBox="1"/>
          <p:nvPr/>
        </p:nvSpPr>
        <p:spPr>
          <a:xfrm>
            <a:off x="976198" y="1828538"/>
            <a:ext cx="532835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docstring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is a comment at the start of a function surrounded by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triple quotes</a:t>
            </a:r>
            <a:b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docstring can be accessed using the 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help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function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C88C5B-2996-FCEB-89AE-F93C793440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09E1B8-908E-E614-4762-A2F8BC62C7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0C3186-0B69-4E1F-8040-E3A2A7B0CDA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EDE10-6EDA-DCD0-58E3-DA19F951350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78532" y="3595496"/>
            <a:ext cx="1934689" cy="2593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B91992-B15D-6BF8-30AE-FA7307F7F11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78532" y="3994484"/>
            <a:ext cx="4517467" cy="22271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1EAB9383-F260-9562-CB0B-8D633A4189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4111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4E708F9-1C89-E424-8599-03CD1809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F821479-37A4-FE72-C763-D481CB6EE2B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3FAFAB6-F42D-DC76-5CF8-53509B46A2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7E126D-6413-DF87-83DE-80286F31B6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B333D9-A976-E146-1127-7C17FD9625F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03;p13">
            <a:extLst>
              <a:ext uri="{FF2B5EF4-FFF2-40B4-BE49-F238E27FC236}">
                <a16:creationId xmlns:a16="http://schemas.microsoft.com/office/drawing/2014/main" id="{FD70E801-0691-DA79-626A-E4AAE878C2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2630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C8547D0-FC33-89EA-A647-C90066507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3DA3AA-A9FB-057C-AEEA-B9AF4902E94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5550F30-9A30-0B26-8BF4-FB65135A4EEF}"/>
              </a:ext>
            </a:extLst>
          </p:cNvPr>
          <p:cNvSpPr txBox="1"/>
          <p:nvPr/>
        </p:nvSpPr>
        <p:spPr>
          <a:xfrm>
            <a:off x="9761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view the code itself using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??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9DFF9D9-312C-487F-ACCB-BB87912D9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871C02-A214-385C-8F93-A3B2C5E003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354422-0926-959E-A85C-89790424D9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Google Shape;103;p13">
            <a:extLst>
              <a:ext uri="{FF2B5EF4-FFF2-40B4-BE49-F238E27FC236}">
                <a16:creationId xmlns:a16="http://schemas.microsoft.com/office/drawing/2014/main" id="{259CFAC3-D319-3ACA-F4B5-D99162E4809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22049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A9D0307-014C-A143-109C-EEFE69BA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674C4CD-DE25-0BE4-AEDC-912EE427978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BFD35E2-D6D3-1E7E-8261-CC0A3D4EBBF7}"/>
              </a:ext>
            </a:extLst>
          </p:cNvPr>
          <p:cNvSpPr txBox="1"/>
          <p:nvPr/>
        </p:nvSpPr>
        <p:spPr>
          <a:xfrm>
            <a:off x="9761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view the code itself using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??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AEDF76-6AA6-7A13-46B1-9DD0D5DA0C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2B996C-937F-A145-F452-55F4DB43C95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56A4A1-37A0-FB1B-8B4F-D0FAFE439FE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10053" y="2442842"/>
            <a:ext cx="1614270" cy="2310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186649-9F4A-6388-C3B6-D77919247A7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Google Shape;103;p13">
            <a:extLst>
              <a:ext uri="{FF2B5EF4-FFF2-40B4-BE49-F238E27FC236}">
                <a16:creationId xmlns:a16="http://schemas.microsoft.com/office/drawing/2014/main" id="{A98F976D-9528-9867-CE52-4A198715C0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20762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A2160D6-9D9D-25A7-9F2C-47B21A9D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14C2D0D-710D-0989-9403-295DE545CFA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39A9E6E-ADA7-0EEB-B8FF-37384EA46582}"/>
              </a:ext>
            </a:extLst>
          </p:cNvPr>
          <p:cNvSpPr txBox="1"/>
          <p:nvPr/>
        </p:nvSpPr>
        <p:spPr>
          <a:xfrm>
            <a:off x="9761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also view the code itself using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??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4F208B-1243-4CF2-E9B3-F4EB42386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8D2EF5-9030-7B7B-B97B-40A8C133FB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D83AC1-0C39-601D-1D74-9EFDFFF2D5D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10053" y="2952935"/>
            <a:ext cx="3282736" cy="31818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6EC78F-ADED-94C5-A960-143EB0F6347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10053" y="2442842"/>
            <a:ext cx="1614270" cy="2310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0022FE-9AB0-EC95-BBDE-34DB4F2BC8F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Google Shape;103;p13">
            <a:extLst>
              <a:ext uri="{FF2B5EF4-FFF2-40B4-BE49-F238E27FC236}">
                <a16:creationId xmlns:a16="http://schemas.microsoft.com/office/drawing/2014/main" id="{7555207B-724E-7891-D380-571DB7A702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16040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7CE0316-FC9C-68E8-CF9B-E837530B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E6C32F6-E3D5-0508-04E8-AFADB87D0FD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2D4E202-EDC5-93B0-2589-4B130ADACA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5CF11C-F3F3-12A9-521C-BA958895425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7DC3C1-061B-957A-6947-57D00734F16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Google Shape;103;p13">
            <a:extLst>
              <a:ext uri="{FF2B5EF4-FFF2-40B4-BE49-F238E27FC236}">
                <a16:creationId xmlns:a16="http://schemas.microsoft.com/office/drawing/2014/main" id="{9860D8CA-6B2F-F5D4-B744-A4BA4E427F6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767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EC5511D-5B95-2A6D-157C-DDD174E43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692A0B-B19E-DD1D-E784-261FED85521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4716BE8-CA63-A2B0-A122-630452683E66}"/>
              </a:ext>
            </a:extLst>
          </p:cNvPr>
          <p:cNvSpPr txBox="1"/>
          <p:nvPr/>
        </p:nvSpPr>
        <p:spPr>
          <a:xfrm>
            <a:off x="9761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hidden attributes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inside a module are also useful tools for introspection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0D79E0-EC92-26CA-16A0-2DCCF79EDE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BCED4C-208D-2905-F0F8-896E99CF375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1A5EE1-B0CE-E876-FAAE-D5562F1D2CA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Google Shape;103;p13">
            <a:extLst>
              <a:ext uri="{FF2B5EF4-FFF2-40B4-BE49-F238E27FC236}">
                <a16:creationId xmlns:a16="http://schemas.microsoft.com/office/drawing/2014/main" id="{E1B55E3A-7E0C-264C-54D5-FC31379AAD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6576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28E78EF-B072-57DB-6650-5A4E8C0D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5CF3C48-DD07-E415-40EE-EF99DDDEAEF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AAD1CBA-D90A-2459-8108-90C032FF1320}"/>
              </a:ext>
            </a:extLst>
          </p:cNvPr>
          <p:cNvSpPr txBox="1"/>
          <p:nvPr/>
        </p:nvSpPr>
        <p:spPr>
          <a:xfrm>
            <a:off x="9761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hidden attributes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inside a module are also useful tools for introspection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007C98E-43DB-0A17-AF81-F502BDF500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EDB1A5-D5F9-D067-C691-0624284494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E272E8-C1B5-15DE-D151-65AFD68B253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8" y="2854680"/>
            <a:ext cx="2213811" cy="235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C44FB8-006D-7D04-37A5-7ACF49D1576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Google Shape;103;p13">
            <a:extLst>
              <a:ext uri="{FF2B5EF4-FFF2-40B4-BE49-F238E27FC236}">
                <a16:creationId xmlns:a16="http://schemas.microsoft.com/office/drawing/2014/main" id="{762BA448-4E8D-35C8-9627-4704F525C4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15615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6D4F64C-365B-55E1-331E-CECC77463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DE4C4A4-C44B-EF41-B0C1-35BA3A4DED7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05A99F1-D279-4507-9817-1DE0BA03F43B}"/>
              </a:ext>
            </a:extLst>
          </p:cNvPr>
          <p:cNvSpPr txBox="1"/>
          <p:nvPr/>
        </p:nvSpPr>
        <p:spPr>
          <a:xfrm>
            <a:off x="9761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hidden attributes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inside a module are also useful tools for introspection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AF25C56-5822-3CF3-27C5-14CF98620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28A541-F704-136F-5F79-33EC7A658E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A96B43-B048-179A-12FA-F72844E8EDB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8" y="2854680"/>
            <a:ext cx="2213811" cy="235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DD3E66-F2DD-5FF9-ABD7-B61672441E0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089807-882A-E7BC-85C3-3852943CC7E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0592" y="3343014"/>
            <a:ext cx="1430866" cy="3126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Google Shape;103;p13">
            <a:extLst>
              <a:ext uri="{FF2B5EF4-FFF2-40B4-BE49-F238E27FC236}">
                <a16:creationId xmlns:a16="http://schemas.microsoft.com/office/drawing/2014/main" id="{21E36D52-4AC7-BA65-99A8-4E5612F58D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0824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9BC735F-7FEB-7C5E-AF64-A59638ACB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6EF3256-245B-882C-686F-BCD5A475A73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3D0BFB0-1CFD-591D-91F1-4740CAE5293A}"/>
              </a:ext>
            </a:extLst>
          </p:cNvPr>
          <p:cNvSpPr txBox="1"/>
          <p:nvPr/>
        </p:nvSpPr>
        <p:spPr>
          <a:xfrm>
            <a:off x="9761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hidden attributes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inside a module are also useful tools for introspection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BF2C46B-A140-46A7-32E9-A33B83BC5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A2ABA7-0F7D-5C13-F9E0-AAB25E1D00D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AF9009-3A23-3A1C-0BB5-38C9B08F90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8" y="2854680"/>
            <a:ext cx="2213811" cy="235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13CDA0-41F3-6F96-2F21-C7327C7AC7B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974ADA-ED23-4DF8-5E24-B5FAA166141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7" y="3908961"/>
            <a:ext cx="2213811" cy="235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E805E5-4533-5056-2309-FB0C45580C4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0592" y="3343014"/>
            <a:ext cx="1430866" cy="3126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Google Shape;103;p13">
            <a:extLst>
              <a:ext uri="{FF2B5EF4-FFF2-40B4-BE49-F238E27FC236}">
                <a16:creationId xmlns:a16="http://schemas.microsoft.com/office/drawing/2014/main" id="{0BCD6B28-2F1C-168B-9806-EDBE5DD8704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92894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C6EFC40-F572-186E-2F13-1820ED03D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180713-22D0-45C3-9B96-38808C8E26A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75DC712-1544-9F6E-A747-7365C4A5D3A6}"/>
              </a:ext>
            </a:extLst>
          </p:cNvPr>
          <p:cNvSpPr txBox="1"/>
          <p:nvPr/>
        </p:nvSpPr>
        <p:spPr>
          <a:xfrm>
            <a:off x="9761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hidden attributes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inside a module are also useful tools for introspection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F352FC4-1545-15E6-EC1C-1B836DB3F4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B0FE54-0F90-7D29-E5F7-ED133EDC4A3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C13B8E-4422-5EE3-08CC-50AEFDD3E11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8" y="2854680"/>
            <a:ext cx="2213811" cy="235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C4CEF8-1FAB-8864-5169-02C54B19BCD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0A150C-7F98-44D3-002A-D3195ED8006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7" y="3908961"/>
            <a:ext cx="2213811" cy="235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AA5291-A582-C96A-D722-E4440BE8D8D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0592" y="3343014"/>
            <a:ext cx="1430866" cy="312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AD85E4-543C-7759-01B2-E34E782E984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0592" y="4397296"/>
            <a:ext cx="3070475" cy="2608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Google Shape;103;p13">
            <a:extLst>
              <a:ext uri="{FF2B5EF4-FFF2-40B4-BE49-F238E27FC236}">
                <a16:creationId xmlns:a16="http://schemas.microsoft.com/office/drawing/2014/main" id="{40A49E29-090C-24A7-CA71-692BA12052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94671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8FFB936-B9E9-3874-E5E5-63D54B099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315BFA5-7CE4-0FA9-B2F0-5D34F69FEA8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85A6954-DDE6-295D-E040-7E91E9C2410B}"/>
              </a:ext>
            </a:extLst>
          </p:cNvPr>
          <p:cNvSpPr txBox="1"/>
          <p:nvPr/>
        </p:nvSpPr>
        <p:spPr>
          <a:xfrm>
            <a:off x="9761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hidden attributes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inside a module are also useful tools for introspection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C9D1B82-4E55-2A3B-2227-89AE564CCD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DA9F75-8BEC-6626-E270-1DD207FC0C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1A96DE-9F46-4DA6-A2F2-D7B56F63FF1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8" y="2854680"/>
            <a:ext cx="2213811" cy="235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C3574B-9ABB-44C7-986E-2E10DD7C8DE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9F2C59-E928-F856-4444-ED564396DF9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7" y="3908961"/>
            <a:ext cx="2213811" cy="235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229EEC-28C8-AA59-3561-A5DABB9745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7" y="4911451"/>
            <a:ext cx="2505777" cy="2350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2C58BC-5F70-2922-33F2-FB70B363759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0592" y="3343014"/>
            <a:ext cx="1430866" cy="312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7DA417-A8F7-B9AF-FF13-9AA37A8688DC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0592" y="4397296"/>
            <a:ext cx="3070475" cy="2608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Google Shape;103;p13">
            <a:extLst>
              <a:ext uri="{FF2B5EF4-FFF2-40B4-BE49-F238E27FC236}">
                <a16:creationId xmlns:a16="http://schemas.microsoft.com/office/drawing/2014/main" id="{32C0BE20-E781-02DA-F979-3E724332E63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21611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991230E-1846-FFD6-CD71-A3E01E27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195F5D7-84CE-809F-6A2D-8A80EE53B4B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E8AC373-9F02-A4FF-CC65-93B717889714}"/>
              </a:ext>
            </a:extLst>
          </p:cNvPr>
          <p:cNvSpPr txBox="1"/>
          <p:nvPr/>
        </p:nvSpPr>
        <p:spPr>
          <a:xfrm>
            <a:off x="976198" y="1828538"/>
            <a:ext cx="5598774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hidden attributes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inside a module are also useful tools for introspection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4BFB87-FA26-62AF-1CE5-EEDE93CAE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Introspection: Examples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93D4A6-C0F7-7112-E9E3-9CA5AA92F5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1413553"/>
            <a:ext cx="5160875" cy="43885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E881A3-5C37-E7E2-E422-9795E5C402E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8" y="2854680"/>
            <a:ext cx="2213811" cy="235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3F49B1-B706-5E06-D7AD-5027EC4F97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09074" y="647867"/>
            <a:ext cx="2415876" cy="2883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875043-3768-FF2D-73A6-2F36BD4C55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7" y="3908961"/>
            <a:ext cx="2213811" cy="2350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3B4F4B-123C-86DE-79E3-625294FEEE8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71047" y="4911451"/>
            <a:ext cx="2505777" cy="2350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2211B6-F5E2-383C-3BBD-68E629A2FF4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0592" y="3343014"/>
            <a:ext cx="1430866" cy="312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0D3CA6-A74E-F39C-F433-CC4801AC770A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0592" y="4397296"/>
            <a:ext cx="3070475" cy="260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F2AB5C-2BE0-8408-CA59-C5A29DC486BF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00592" y="5399787"/>
            <a:ext cx="242608" cy="3252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Google Shape;103;p13">
            <a:extLst>
              <a:ext uri="{FF2B5EF4-FFF2-40B4-BE49-F238E27FC236}">
                <a16:creationId xmlns:a16="http://schemas.microsoft.com/office/drawing/2014/main" id="{0FD4AA3F-88D9-010C-38F1-12C933EC856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59338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A48DFCB-5B3A-423E-0807-B581920C2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7B5E5A7-D162-4D58-EECF-7815E8A407E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26E22A7-1150-6319-EF78-3878CAED14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02C388C1-F8D2-EC2F-F29B-B5566365A9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58664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4BF993-3A06-8665-104F-3A92E21A1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28CEB02-86C4-38A9-A546-036AF08291E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1219A0F-32BD-36B3-3D15-045D3D3CE919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CED39E8-FAC0-F87E-9098-797EA763A3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0C359064-E82E-259F-4F1A-6BFC96BD9A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11223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29B6372-627B-060F-120D-5CE31348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153085E-595E-A86A-55B1-1AE2998A0CF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503346-E8A5-C28E-B675-F0AF965D727C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1A0DE3-7BE5-49AD-598A-50A535A23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61364A82-57DD-23F8-EC11-89E5F5DD08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3157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639C966-586C-772E-AD3A-5D63076A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8F24461-8437-B89E-AE32-69914BE9EBD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F593D0D-E9CF-50C9-1EB9-0BC01BC22A96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A328FB2-EBC8-5873-DC79-35FE4EB741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660FD357-CADE-0505-C0DE-F9B305BDC9C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90113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09D533C-60AB-988E-B44C-FD7AFEA6C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1D9DACF-AD58-C8F8-EE44-0E7E14DAFF14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8FC77A9-D647-B67D-3921-EA3D47DF3C6F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1: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the module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Restart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all notebook cells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2F5707-E4DA-C619-6B49-E6CB91DAA6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B0C1DCD3-6A49-158D-C3D2-700E740B2B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73259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C2D5DA0-99EB-F4A7-96AC-A7B173FCA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3C204CD-E401-AEF9-F48E-BFE53C54256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3B7FD07-C444-1881-12AA-8886E4B84FC7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1: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the module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Restart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all notebook cells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229D359-FE2C-3BFC-DB54-0359F3F58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0C956-7C5C-8429-8D97-7333BC2A9E2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4256" y="323440"/>
            <a:ext cx="3047274" cy="26837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FF18BD73-957E-F5D0-765B-E09093E76E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9378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697B4AF-DD55-F5E0-1408-FCFACBEB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21D21B4-BF4D-0006-D96F-48FDAD3677D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CE27543-10D5-DA3F-A6CD-3DDA205CA59F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1: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the module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Restart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all notebook cells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57A0208-FF64-4067-B2D3-59FF76EC51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1F4EB-4DEF-57CA-FDDE-2E9D2F6FC5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4256" y="323440"/>
            <a:ext cx="3047274" cy="26837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E8C5F1-31DC-69AA-8FC4-6C2452C1FF51}"/>
              </a:ext>
            </a:extLst>
          </p:cNvPr>
          <p:cNvSpPr/>
          <p:nvPr/>
        </p:nvSpPr>
        <p:spPr>
          <a:xfrm>
            <a:off x="8476615" y="343760"/>
            <a:ext cx="352425" cy="2455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C6E2C103-DF0F-EB54-5848-CF71BBE549D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58921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2EC326F-CE1F-E80C-8E98-88C278458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2E758B0-D97B-7CE6-A6E5-BF4E2549111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B403C81-4DAA-1B41-291C-323A60738327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1: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the module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Restart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all notebook cells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EDD300F-1118-6806-938F-852D021264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3E0718-7EAD-27A4-3222-3FD8D266F4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4256" y="323440"/>
            <a:ext cx="3047274" cy="26837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7F1C34-5497-789B-BB3D-4D9A64BD9442}"/>
              </a:ext>
            </a:extLst>
          </p:cNvPr>
          <p:cNvSpPr/>
          <p:nvPr/>
        </p:nvSpPr>
        <p:spPr>
          <a:xfrm>
            <a:off x="8476615" y="343760"/>
            <a:ext cx="352425" cy="2455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2D3A69-37B4-62DC-5D44-9080377141B1}"/>
              </a:ext>
            </a:extLst>
          </p:cNvPr>
          <p:cNvSpPr/>
          <p:nvPr/>
        </p:nvSpPr>
        <p:spPr>
          <a:xfrm>
            <a:off x="8629015" y="1502135"/>
            <a:ext cx="1698625" cy="1632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289A4332-DC85-C198-B03C-A58C69C9EC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13179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82E53F-9E2F-A7DD-3A6C-759E7D58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C551EAF-4C44-F408-803E-2F749B0DCF0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C83F1E1-C389-82D3-3273-56A816C1EB71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1: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the module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Restart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all notebook cells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8D98E8D-1392-0A0E-8558-726F4F3978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3C25F-371D-3A67-6804-BC2D4079BC5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4256" y="323440"/>
            <a:ext cx="3047274" cy="26837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AC19E8E0-9111-6F40-BCD7-41D11238E9F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67693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B2EF4CC-CC99-E281-34F1-70424D779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213F6C9-AADA-A0C4-2565-5AF91C5F1D5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C1AA8BC-BE2D-DC38-7C52-C5B29634139A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1: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the module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Restart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all notebook cells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2: Use 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importlib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library to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reload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the module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without restarting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52C3E71-8547-1C18-C6CA-B114F4A13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8E9CD-45E6-239E-45A0-FD94F2F836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4256" y="323440"/>
            <a:ext cx="3047274" cy="26837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40E95305-775E-D5AB-CB65-ABDEAA692B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3877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AB412F-A35B-CE19-8DE9-AD96CE2F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9AC849-12E7-0794-0765-802DFF467A28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320DEF9-9AB2-B9A1-2FF3-68BAE31DE77A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1: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the module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Restart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all notebook cells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2: Use 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importlib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library to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reload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the module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without restarting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AE1B02E-31B2-1EC7-FDB3-303E0467A1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16151-A96E-3D25-250B-37F320CD2F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4256" y="323440"/>
            <a:ext cx="3047274" cy="26837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3ED1E2-E0CF-6156-DBA3-53B868A8376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7141" y="3699324"/>
            <a:ext cx="3464390" cy="12754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9D50FBCF-EF9D-3C8B-05CF-C352648B96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95935A-EFAD-A6B3-A74D-D22C59D3F1B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18463" y="3738966"/>
            <a:ext cx="3379787" cy="118863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331419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417C81-86CD-8B78-6EE7-4E9B37D0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E766C2E-BDDD-06A7-878B-B00DDF5B26D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02D8981-B9F1-6A53-525E-99ABBD58E9C6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1: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the module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Restart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all notebook cells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2: Use 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importlib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library to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reload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the module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without restarting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8C64649-A12D-326A-6655-D5AA9E9EBF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CB4B8-FF35-B0FE-158D-41F76DD49E2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4256" y="323440"/>
            <a:ext cx="3047274" cy="26837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1AD0D0-FDC7-3AB7-0C7D-3425764D200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7141" y="3699324"/>
            <a:ext cx="3464390" cy="12754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2FE07789-A73C-ACDC-FE35-5BEDC27F32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0883F0-1ED6-F5CA-8B33-24072D6ACDD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18463" y="3979332"/>
            <a:ext cx="3379787" cy="94826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147745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EA2DF8-451B-7DF7-19B1-B73BDC61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415C21A-B9CC-22A3-08B9-81E722968D6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1574598-F2CE-9D5B-4280-F5665D3B8660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1: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the module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Restart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all notebook cells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2: Use 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importlib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library to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reload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the module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without restarting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88AFC4B-06CC-CC05-B2B8-8189181BD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604207-53E3-4017-FB17-C81D207D96D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4256" y="323440"/>
            <a:ext cx="3047274" cy="26837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8AC5AD-83CA-B0C2-1152-DD745DE665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7141" y="3699324"/>
            <a:ext cx="3464390" cy="12754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EF2AC4A6-BE35-09CB-B3C2-23CAC929CE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FC7A43-68FA-33BE-CF13-424A308CF7C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18463" y="4185928"/>
            <a:ext cx="3379787" cy="7416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41226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9F568C-17BA-5B1A-21FD-63B91409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54E5730-645C-A05D-CD04-5A826C823BE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DC50719-52FE-F695-9032-4F1529A1F7FC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working with modules, files are edited frequently and eventually imported in notebooks.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Notebooks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do not automatically load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changes!!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two ways to ensure that your notebook uses the latest version of a module: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1: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Save the module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,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Restart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and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run all notebook cells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Approach 2: Use the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importlib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library to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reload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the module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without restarting the kernel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3451A16-1B71-E180-520E-3441D2957A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Making Changes to a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A362F-CE25-7BE2-1B4B-B0C8F27304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4256" y="323440"/>
            <a:ext cx="3047274" cy="26837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BC771A-19ED-99F3-EBE5-577A8FA98CE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97141" y="3699324"/>
            <a:ext cx="3464390" cy="12754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Google Shape;103;p13">
            <a:extLst>
              <a:ext uri="{FF2B5EF4-FFF2-40B4-BE49-F238E27FC236}">
                <a16:creationId xmlns:a16="http://schemas.microsoft.com/office/drawing/2014/main" id="{7C8C1EA6-7F22-EFD3-74CF-B01E012F1D6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69145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4DD6814-0CA8-23EC-7AE2-BB7D294D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98B4F4A-E8DF-51B8-3779-FB302992D6E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1F8BB81-C6F0-9DBF-ED6E-6FB11ACB1E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302101D-B400-1C44-3C33-992E980938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Error Handling</a:t>
            </a:r>
          </a:p>
        </p:txBody>
      </p:sp>
    </p:spTree>
    <p:extLst>
      <p:ext uri="{BB962C8B-B14F-4D97-AF65-F5344CB8AC3E}">
        <p14:creationId xmlns:p14="http://schemas.microsoft.com/office/powerpoint/2010/main" val="301001013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D86717-57EC-5088-BBD8-11D77DCE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27447B4-9B46-96E8-AFBC-CB0F211967E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0A9FE79-A03B-65AF-700C-D4DEFD24B960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 is great for identifying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an object is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as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B1A32FC-EE3E-09AB-A062-34A3A68C59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DAEA8D0-91B3-1B1C-149D-D173D424B1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Error Handling</a:t>
            </a:r>
          </a:p>
        </p:txBody>
      </p:sp>
    </p:spTree>
    <p:extLst>
      <p:ext uri="{BB962C8B-B14F-4D97-AF65-F5344CB8AC3E}">
        <p14:creationId xmlns:p14="http://schemas.microsoft.com/office/powerpoint/2010/main" val="198738688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E75657B-DD20-1FE8-8594-BAC4E6D89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C1728A8-FCE7-B6A1-6D70-B052DB5E022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4EC9A99-F262-8034-E3F6-3A2450A1C5F4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 is great for identifying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an object is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as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But it doesn’t tell us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went wrong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code fails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FF0186-3F57-A24E-EA67-AB68FED3E2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879993B-35D2-42E4-2B09-CF9587E3BB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06007614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9232785-376D-026C-1528-F0DDE58D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709CE0F-2E85-18C7-8A72-5C3CA532EC8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7225DD2-C5C8-02B0-6D0D-5501BD33E9A3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 is great for identifying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an object is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as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But it doesn’t tell us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went wrong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code fails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second topic we shall look at today is how you can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handle errors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Python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BF68036-9CC5-34FA-93DD-901FD117EC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417305F-4551-C1B4-1C72-214786C121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2135214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BDB373-1918-5621-3AA6-A15915F0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9B2FCDF-8B00-73C9-2C69-04C2F137AC6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503235-ACAE-E9BE-BDAF-7CA7824C3205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 is great for identifying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an object is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as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But it doesn’t tell us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went wrong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code fails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second topic we shall look at today is how you can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handle errors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Python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06F5915-A0F2-EC6D-BC86-ABFCA4EFA6F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210BDB9-085C-4B43-BD00-83EC25015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Error Handling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4B4591-7BD0-E136-BBF6-C7B400A3F9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556060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9F37806-80A1-33CC-54FA-DB4E1515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7DD06E9-5C0B-378D-B8F0-38010BEBE9A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B9B2530-D67F-F87A-48EE-F663CBB060DD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 is great for identifying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an object is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as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But it doesn’t tell us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went wrong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code fails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second topic we shall look at today is how you can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handle errors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Python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BFF77B-FEFD-84BC-B9B5-A4E2881603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140059-3A2D-EDC7-CCB9-9BB475DA0D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Error Handling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005384-FE3B-DDAF-2B67-B3510D1E34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39ECD-AF9D-FBF7-F56D-76555C083BA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523955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3B6459E-9ED1-0907-99C6-ADBE20B5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F578F5-7216-4E4E-FAFE-6E5325D608F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2F224A7-BD4E-DEEF-3783-8DB1D982AAE4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 is great for identifying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an object is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as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But it doesn’t tell us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went wrong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code fails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second topic we shall look at today is how you can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handle errors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Python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00E5845-943F-92AB-8E58-978CBA2104D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99169A1-3AB7-BBB4-C630-B99886E35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Error Handling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D9CB40-055A-55F4-82A6-85D3B8D2707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E52B30-4BCA-4145-E830-94112E19DD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E34F5C-AF83-3A2B-AB49-A1803BFA593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9046" y="3679000"/>
            <a:ext cx="4435247" cy="21275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16273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511B42F-ADD7-EEA7-DE1E-F9777DE41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FAFD32D-F847-6AE5-6CEE-523AD136DDF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57FD294-2FBA-12F7-72C4-D750530E94A4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 is great for identifying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an object is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as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But it doesn’t tell us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went wrong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code fails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second topic we shall look at today is how you can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handle errors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Python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Python, the words error and exception are used interchangeably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D9AC881-FB83-AB25-0AF6-30E2E11335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4F242F-4310-5C3B-2C63-72FA306CCE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Error Handling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0E8E22-3ED4-74CD-2569-F5E3516A72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BEFD5C-4D21-AD4B-9C62-609BD8AB8CE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CB7FBC-514A-5589-0969-E10849BC837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9046" y="3679000"/>
            <a:ext cx="4435247" cy="21275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531225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4074A4-8E9D-A183-A1A3-05C5EFEA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A4EF3AE-5618-5531-8C1A-AF10030B286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8885FF1-0447-CCAD-10BB-7ED6CFE0314F}"/>
              </a:ext>
            </a:extLst>
          </p:cNvPr>
          <p:cNvSpPr txBox="1"/>
          <p:nvPr/>
        </p:nvSpPr>
        <p:spPr>
          <a:xfrm>
            <a:off x="976197" y="1828538"/>
            <a:ext cx="584442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Introspection is great for identifying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an object is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as code is running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But it doesn’t tell us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what went wrong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when code fails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second topic we shall look at today is how you can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handle errors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Python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 Python, the words error and exception are used interchangeably 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handle errors using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 and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syntax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633B718-690C-CD1F-DC42-EB52DB0B70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A139E0-F560-186A-183C-DB554FA844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Error Handling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B9A83B-FC0B-A1F8-A644-9335EFFC9BD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6F8BF7-A42E-8EE8-9439-A14CE69AA07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CAA499-330D-81B5-00FB-E8FB35679F4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29046" y="3679000"/>
            <a:ext cx="4435247" cy="21275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951730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94D418-C8FB-42F2-DB59-72EB1280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AF185F-1E49-95B4-9029-62C9FDC3B61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2215A5D-C48C-CDE5-252B-2B2E1BA51AE8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8C4D1C0-59B7-8BE5-72A4-689327A57E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55F6700C-19DB-DD9E-E03C-F76AADBEE1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4819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9E37EF3-94A8-B88B-5229-D7923C64E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CE926E6-FEE8-6453-D749-BA1DCE7D5B5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9E6DB8F-2B17-AB18-B40F-20BEFB703AB4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DFF2985-E28E-2C81-C2C1-C054813D6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E30E5D16-C981-12A8-56EC-27CED21282A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98521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AE05BF8-82A8-D8A6-21C6-48C27EA9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C9C9B0-A875-8BF9-1936-BCF0A8FAD2CD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913EBAE-3974-4B08-68B5-99A5EEEE09F9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72C1BFF-3D11-8E60-1EA1-8B4B61CDFF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F6BDA2F0-5B0F-E9E1-E236-505D0D7EFC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21789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C46F48E-2FA1-423A-DFFC-AA6DCD1B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055303E-A5EA-AE6F-CECF-C7AB1FC3756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B75CDA1-CCB1-29CA-3C8C-34479066CB55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544B1FB-C7C3-CC27-32C5-6BF27AE9A7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CB7465-7A96-5F7B-E629-2F5E91D972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7B47A5C3-9262-A487-A423-58E9C3C96B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A02590-EE81-0E07-E367-4047509E382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39529" y="793490"/>
            <a:ext cx="4076246" cy="6098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819450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DF7F5CE-93AC-235B-1283-C6328279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98283F-006F-4E23-43BC-CDA9A2503A2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31742AE-E4EA-AB0A-30C4-E609E53E0808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1206434-D09A-46FF-859D-EABD5A7009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857DAF-A8BD-E57F-8510-C164A39A4D4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1253A684-93B2-A285-2FA6-1D90EFE5FA5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CC1FEC-E3DD-48B3-D24C-F7C45B7A065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39529" y="973666"/>
            <a:ext cx="4076246" cy="42968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403036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403DA02-E7A1-0A53-1ECB-911D1955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F276A08-C202-DF3F-E834-6B2D37F346F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7D8BE94-E314-550B-8686-827935C7A88A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6D66B1-6A17-708A-510D-E9CD70F64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FC8999-68F1-8B09-0F61-B8FD91651E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B2E0730F-3408-EF9C-16EC-B03FD54E025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7E9701-0E1F-5F42-5308-D3C23F95A09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39529" y="1193800"/>
            <a:ext cx="4076246" cy="2095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076395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1F7DFE-9854-4D00-D5F3-9C0DC632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A9217B3-562A-47C7-8B3C-410782F4601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96B4913-A19D-A67F-2422-24E3EFDD50EF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0A83B6-FBB8-3948-4CF1-A2649E3670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E02471-079D-DA92-121B-9C1152F1291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79DB5F4C-2BAE-1857-7E2B-E8BAA1C437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73572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0E6E04-2E48-F5BB-FAEE-921E534D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4B08E01-9B7B-5452-689E-81F86551ABD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E0DAB17-6F2C-8175-6A39-1037753C5F27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7FD1B7-BFCE-447A-3C97-BA74E6E52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93C4-FFAE-DB73-2E3C-7A179CFD0E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191F27-ED06-DD54-EA4C-589A9FD2725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AADB854F-97D5-80F2-CC0F-5E9712AB37A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47733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2F44BB4-8FB0-8427-F83F-8C432CEE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3BD0A8-688A-298F-BE7D-7D47CB7DAC1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10195CB-AB9D-2AC2-93A5-8B6F109DFA15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8D5CBBD-0A10-0B6B-C060-166512A86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C25CED-90A3-F850-5B66-1DA4E6B3CE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B66281-83F9-7A38-1E50-EFCCD98E72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00221420-FEB4-1C23-EDFC-14527F08F59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66464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D45F0EC-CC7E-C888-D0AB-BDC46C74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EA009FC-0318-6A4F-6902-CFA2E2873C9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E4FD8DB-92F3-2B3A-2A15-AF43BB0AD793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Common examples include: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444B561-2239-1221-BFD6-39976D3484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13CEED-E149-B8F2-1077-D19F34BB4D5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DFDAA6-7839-93EF-20C5-08CF0468CF4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0AA4D719-DF7C-6BC2-466B-786FE713BAD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4716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812949F-7795-D9A9-4C37-9E3E75C8E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DA3C12B-99F2-B851-8937-FE7DEC3476B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5DF9A71-6A39-0DA2-9828-D5715ACA56B5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Common examples include: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ValueError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entered a value incorrectly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289CA2E-6AF4-6EB1-AFCB-C085F7319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F296CE-A91F-7A95-AACB-75FCE6DCEF5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1FFEF7-2B89-2756-1CEB-E7774FBC39D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0BADFA5A-5DA3-BD3E-9867-FC87F36FE6D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18514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2B23161-BD2E-3A20-6EFB-44ACCAF6B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905884C-5B6B-3911-4791-B9F07086159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DEC94AA-A677-4E7F-6556-45BE4AA3470C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Common examples include: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ValueError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entered a value incorrectly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used the wrong type of object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1B79180-57D8-3C70-8E7C-B1E62BDB11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605BC4-8C26-DB4E-1564-9B7FEB673C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82A190-D5DC-FCD1-2EB9-D858995FF5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B77BFE6C-B170-73AB-6C2B-EFDD628BDCA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36365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E2730D-371E-87EE-48F8-39E3ADB2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81545C-9851-F88D-D812-D7714566DD7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DF57C16-21B1-F0C1-C1A5-972A4D424041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Common examples include: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ValueError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entered a value incorrectly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used the wrong type of object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44C019D-58CE-92DC-8FBA-39251E511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74663C-7DF4-B1B3-D40F-74A3F407BA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4E717D-C72D-4EAA-9C8D-EA0ACB9FA3C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B23642-3356-B2DA-0818-F5DB4034DF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1058" y="3680823"/>
            <a:ext cx="3553235" cy="6528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005A50B5-E5EF-68FC-E06C-14E68BC80D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114F8D-F72E-625D-84AC-45829EEAA00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6298" y="3704527"/>
            <a:ext cx="3496462" cy="5931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005650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72ECDB-A5EC-B20D-D56B-D18232A6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A17E6F-BE83-4B8C-895F-F5B19508858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6B2ABC4-B4C8-4927-7232-3C499B1BD19A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Common examples include: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ValueError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entered a value incorrectly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used the wrong type of object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9485AA9-5516-D660-04A4-BAAB3548B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0A8827-814E-F578-1A0D-08E68D60CB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3D6FAC-2D33-5129-D78B-C8375139022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C418AF-E198-995D-9B78-05D9F2E4956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1058" y="3680823"/>
            <a:ext cx="3553235" cy="6528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2E3C64B0-3D02-2505-97E0-39D60FCBED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B33BF-8829-F3F3-AB06-4AA9A6D9A2F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6298" y="3877733"/>
            <a:ext cx="3496462" cy="4199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64827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9E4E36-FFC0-4F54-A63B-CA3AF07C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9E1FBF-67ED-5E19-D0D5-2FB382DC32D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2337DB2-81B3-F7A2-D19A-8DE10EE7E9EB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Common examples include: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ValueError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entered a value incorrectly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used the wrong type of object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CCDE6C0-5F83-546B-17DE-FDAEA3CA9E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E39270-4FB2-63F9-39C8-167AF3627E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09F503-945B-95C1-7CDF-E7C2B72D2C4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D505D7-B283-B740-C0E9-D291F774032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1058" y="3680823"/>
            <a:ext cx="3553235" cy="6528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3D888BCF-527E-0D7C-7ED9-A07F8794AC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86350F-6F7D-3607-D10E-E3B8DA7796A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6298" y="4106333"/>
            <a:ext cx="3496462" cy="1913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739248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CD03201-3537-C0BF-FCEB-6C0583863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EDA9107-8615-F330-FED3-EFC976A3D06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0E0F0F4-126D-41B2-29B0-A3210B847130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Common examples include: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ValueError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entered a value incorrectly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used the wrong type of object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136E7F9-9D28-8576-7746-7BF2CBB24F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2AC99C-B5E3-AAE4-6106-2A5B35FFF8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4CC90D-8C59-09B5-93B6-176395C0207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561C50-D548-D77D-8E9D-4B1CC2BD721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1058" y="3680823"/>
            <a:ext cx="3553235" cy="6528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817438E4-50D3-445B-7CCA-7E5EFBF3F1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25123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85D0D64-DBB4-D5F6-785B-2863AA71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FCC0904-B9B9-544F-2B55-74A644EBE1D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FA4FF11-656D-330C-78E8-9AC3FC4B6B49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Common examples include: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ValueError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entered a value incorrectly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used the wrong type of object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7E17E05-95B1-E5F8-9122-7E05BC8C24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DA3E56-F705-3666-C530-793F96CD133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BABACD-F423-01F6-A909-1FEA42DCF30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B9A06A-A6D0-DFCF-FB84-6AE8E9ED717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1058" y="3680823"/>
            <a:ext cx="3553235" cy="6528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5F2105-F942-6C36-53D6-80D57865451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06435" y="4784562"/>
            <a:ext cx="42578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61E154FB-FD68-6B80-69A7-DA8B0DA8FF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69524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5F06351-72F1-8A34-55B3-7625083C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1612838-D5D1-7669-9587-AEFC625C42A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FE88F8F-58CC-FEA2-731D-A2C0108A2111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Common examples include: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ValueError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entered a value incorrectly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used the wrong type of object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RuntimeError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Something has gone wrong when the code ran, but it is too complicated to describe simply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0B5D465-0379-7F5B-CCDB-82C5E08D8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6DD44D-C00C-0521-2102-2522D9EDC3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2055B6-1977-819D-71CC-A078680097D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B76ABF-C1DC-9057-FB28-D116E79B66B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1058" y="3680823"/>
            <a:ext cx="3553235" cy="6528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713985-1B9B-C1C9-C9B1-2F4453065BD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06435" y="4784562"/>
            <a:ext cx="42578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3A6FE6C9-DE2F-051E-FDD3-2C2A826758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18638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C77C8E-C684-36A1-0A0C-D3E3DA41F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08F15E6-5C55-95D8-9B56-53BCA5B59A1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CA18370-57E0-C69D-9C73-FA3A390E9758}"/>
              </a:ext>
            </a:extLst>
          </p:cNvPr>
          <p:cNvSpPr txBox="1"/>
          <p:nvPr/>
        </p:nvSpPr>
        <p:spPr>
          <a:xfrm>
            <a:off x="976197" y="1587238"/>
            <a:ext cx="6578489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throw an error and interrupt code execution, we can use the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raise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keyword: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raise 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Type_of_error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Error_message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)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There are different types of error in python. Common examples include: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ValueError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entered a value incorrectly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TypeError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used the wrong type of object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RuntimeError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Something has gone wrong when the code ran, but it is too complicated to describe simply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NotImplementedError</a:t>
            </a: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user has tried to run some code that the developers haven’t finished yet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612C39-3E5D-A4CA-EE8E-ECC6EFAD95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8784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Raising Errors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5AF5F2-C195-6268-B1F5-E70E8898DF1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26829" y="779397"/>
            <a:ext cx="4137464" cy="6528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1A2E1C-CC72-326C-76DB-C116F290E10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98035" y="1882325"/>
            <a:ext cx="42662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0D274F-336C-12CA-9FDD-10D8CDACBB9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1058" y="3680823"/>
            <a:ext cx="3553235" cy="6528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A4D4B9-5189-5D26-FC03-39E3BEC65AF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06435" y="4784562"/>
            <a:ext cx="4257858" cy="1348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103;p13">
            <a:extLst>
              <a:ext uri="{FF2B5EF4-FFF2-40B4-BE49-F238E27FC236}">
                <a16:creationId xmlns:a16="http://schemas.microsoft.com/office/drawing/2014/main" id="{A3EB8094-8AA5-6F73-2010-390D397898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29208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20ED25-999B-3262-4914-D36D5493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F69E901-CA99-6BC6-F3C9-E4B078321C7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D25B33-CD1B-4021-1D7F-DCFF4F7BBF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E430D42F-F0BE-6270-878B-28440BCEB0C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8551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F415FC0-774B-5F92-1EF2-65A1BBED9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EE1FC6-81AB-EE30-52A2-B0CA39AB671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7C4ACEE-CD3A-711F-F83B-682B44477C1A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7449755-52B7-B1A5-86EF-09230AF4FA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EDBAE05E-6340-F62E-7FB7-E2B948418D1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40841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B73E0F-CCCF-55E5-E2B8-49A01599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2F4CA40-3577-91B1-CDFB-3AD75408282A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8E421D1-8380-31E7-DE60-5B91EB9C95B3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43BDFD-0721-9109-3B37-70FB9F516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1BA9A4-43B5-F934-D96D-9B2FF4AC8B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44AEF4A0-A686-2325-C151-0782A2729B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C346001-E6A3-F597-1C7B-4C7ABF99BE2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1456415"/>
            <a:ext cx="5339749" cy="25883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505458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79DFE43-A102-03D4-3E4D-7F30458CB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ADB77C3-8E8F-6442-110B-3779330DDF7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3F5689D-3412-457B-3567-F94179EA56C1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E520A9-3113-A5BE-F941-00FFD09F9B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DA77B2-0CA4-6BAD-FFD1-C5BA39CDB2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892D85B8-5C8B-6698-5F6E-85DF90DA5AF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AE1D6A-64E2-62AF-030C-402EFD6ACB5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1828537"/>
            <a:ext cx="5339749" cy="219702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198408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A12C78F-7B61-6283-ED27-6F7D100D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156D282-65B6-F050-855D-03109E3E862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0A6830C-8787-2233-AB47-F217F5CD38A5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56FB9D6-C764-BE6C-549C-174D94987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8788F-50B0-A9A3-A020-8367D313A2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AC8BBCC4-4E39-CB80-73F7-CB8B464D9ED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4BF48FB-336F-00B9-C736-BA02A6E3117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1905803"/>
            <a:ext cx="5339749" cy="21197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447655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5B923FB-8C01-5D26-0107-29E8CC94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C573B12-4A61-B172-6178-F64D5EB3323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5BF2362-0206-64FD-38FC-319CAB0D018F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80098E-1972-D2A6-7DE9-7453D1293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24D00-B3F1-FB25-7453-0979D8BBCB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3A61F855-CE97-483F-7702-D84E780D35A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F679E1C-9FFE-DE6B-A3AD-8D6573E1F98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2219912"/>
            <a:ext cx="5339749" cy="18056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055390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7E97F2A-7613-FF0D-C897-8AB60E0C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003057-7D24-F3EE-78D5-23116F4ADD1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D84EBD5-E003-2712-A008-071FFE9582DB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7719AD2-23C3-CFF4-4AA6-852F6CD0A2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2142C-9E9A-687B-6AE5-8FC2DACDADB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4174BCD2-917A-A8CA-6099-F2ACFDBA2D5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37048F8-E8ED-D5E8-C034-F7264D0B560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2464067"/>
            <a:ext cx="5339749" cy="156149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0746260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A6FE36-DAFD-ACB8-F69B-C0FB8FFAA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22D96F-4DE7-58D9-2C67-0ECA87A1BFA7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D1891A1-0EF5-1BE5-E49D-06C0CC888ABF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BB3A5EC-C94F-B16B-A699-A84457C98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611250-EFDD-F4F9-536A-19FE70A3DEE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D5B41224-317B-D9A8-139E-2E1D04973C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A33688D-0D5A-FF88-7209-880B517F756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2454442"/>
            <a:ext cx="5339749" cy="15711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059607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B1A37DC-9857-313B-B797-F2362193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E0E6796-7847-BCFF-1C1B-639E241EA0E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03E315E-AE8C-80DA-C3DF-F4816904C72C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B912389-41EB-382D-69E5-1F4F4ABE01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7E209A-32DB-930E-F43E-AF6ABDA6FD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0237D133-322A-505F-70D7-A0CAF3AAF0A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7AD93E0-A936-589F-5C50-C1E4F0AB4B0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2762451"/>
            <a:ext cx="5339749" cy="12631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087550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1259CF6-9DBC-525E-1829-799CE5CD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6E8049A-F629-CF5F-D770-A1BAADB98073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86FA276-8B22-F612-6B25-68CF3290FEA0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6146B8D-96B6-D2C6-CCB0-A80A283CF6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A5F33-CE2A-673E-D9FF-6E7891DAFD3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6A31CF98-B61A-75CB-C0BB-B428400B828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E4FD8CB-65F7-0574-DAB8-826A0219412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2972185"/>
            <a:ext cx="5339749" cy="10726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962569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FB482F9-64BD-2B78-432A-9F96E941C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E0893C7-9FA7-E8F0-04FE-D4EB7AA32C7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0417C42-3451-2DAC-474A-429BDD69484A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AC69CA-1894-9650-717F-1C7550E2FC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07A27-C70D-0712-0932-E8920CAE8F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6BDB1050-A29A-76A4-571F-A807400A3F8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CB9B9F5-3C88-F64E-80BF-091D2E5EF2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2972185"/>
            <a:ext cx="5339749" cy="10726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9578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C9A417C-153A-2331-172E-43FCF122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4639E93-03E2-7051-2EF5-92595A68E88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26E076F-89C4-6E9E-FC68-64E9A9D31870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10B4637-6BBF-C48E-57F1-0C2EF805A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1A00E-CCF0-B80B-8745-A66CFBC5574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A1376111-AD63-A807-7FFB-2680A409456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328455C-1928-991D-0397-8E133B0222B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3291839"/>
            <a:ext cx="5339749" cy="7529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763176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51E967-F476-4847-95EF-D5BA5E898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DA419C5-73D7-C7A3-F8E3-FCE21D96437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ED95AB8-B498-372B-FD9D-FAB5FE039999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5B3567-2C57-4787-0867-CC3A222C77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C7161-438C-78D9-6D25-E4A2BFB62AF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DB9CA038-1EC1-64ED-43E4-7343FA54A24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439F46-5B7A-5CA3-58F1-737E8437B98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3551722"/>
            <a:ext cx="5339749" cy="4930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896432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971659-C0DC-D87B-60B7-6F5DFF857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BCFDE5-0B16-071F-1156-6C527848C95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F420553-995D-E48F-E390-D267B2FB817F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84E763-E9B8-42F4-8D3A-706CCC94EA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C48B4-884C-7041-5867-98A003E0FF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12CD1551-1ECC-2055-9952-B79E95859C1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4260ACC-35C7-5F44-4CD0-E3A6639B76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3570973"/>
            <a:ext cx="5339749" cy="4545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072037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3E99D2-F453-923E-D8D3-7E25495C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57FE292-06D2-40DB-D920-BA9BCD9EF9A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E0CB91-0522-216B-40BB-C91AFDD139B6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13CFFEE-5CA6-FB3E-DF2C-295946C4C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BA80B-BAE5-FA38-DFD8-AF33FC2142F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C3F09E55-452C-7DC2-051B-4EA92A1BF14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C6AFBF-A41D-0436-1901-1E1F0D30A44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37825" y="3782727"/>
            <a:ext cx="5339749" cy="2428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285486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C3394A3-4DAE-9B11-588A-7BCE5BF76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2E4D0E8-90A4-75AD-973E-109191DE270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B75656-FFCC-CC30-0355-007E2F41C0AD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22D53D-BDBF-F760-3340-F1F0629B0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44B54-C39F-AD7C-AE0D-2B563D83670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CD2CD7D9-05D5-D04C-BDE3-32064F39A8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13337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EA77E2D-D4FF-AA4D-A35D-AA229E3B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95EC16-8140-9D5A-42C4-40019D76322B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A51FD0A-E399-4AD2-7EE3-F6491FC24FF1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86A20D7-691B-41FD-FF4C-D55A117E1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15910-016A-7A1C-9145-C37AC4A43F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777AB87D-4F60-9E93-FB07-00FF6C7F208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480627-56B0-7B7B-676B-CCE5D890BB26}"/>
              </a:ext>
            </a:extLst>
          </p:cNvPr>
          <p:cNvSpPr/>
          <p:nvPr/>
        </p:nvSpPr>
        <p:spPr>
          <a:xfrm>
            <a:off x="6498826" y="1946504"/>
            <a:ext cx="2558548" cy="507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31247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68BCEE-DA1C-7526-AAFB-76DFD323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F14E83-4DEA-D6A0-45AD-B44B46B4213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BC00409-6B99-D115-8B8D-639247FA8221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96FE3B7-EFFB-396C-460B-6C8A9091E2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2C1A6-2EC7-75B6-5D9F-30BE7C64276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615A363A-447B-A77C-8FEE-7A5936792D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5BD484-C2AA-2094-AFCA-A471107C2291}"/>
              </a:ext>
            </a:extLst>
          </p:cNvPr>
          <p:cNvSpPr/>
          <p:nvPr/>
        </p:nvSpPr>
        <p:spPr>
          <a:xfrm>
            <a:off x="6498826" y="1946504"/>
            <a:ext cx="2558548" cy="507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A0132-D9D8-A524-73C7-5DD4969D5244}"/>
              </a:ext>
            </a:extLst>
          </p:cNvPr>
          <p:cNvSpPr txBox="1"/>
          <p:nvPr/>
        </p:nvSpPr>
        <p:spPr>
          <a:xfrm>
            <a:off x="7302574" y="4645388"/>
            <a:ext cx="31694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FF0000"/>
                </a:solidFill>
              </a:rPr>
              <a:t>Python will first try to run this!</a:t>
            </a:r>
          </a:p>
        </p:txBody>
      </p:sp>
    </p:spTree>
    <p:extLst>
      <p:ext uri="{BB962C8B-B14F-4D97-AF65-F5344CB8AC3E}">
        <p14:creationId xmlns:p14="http://schemas.microsoft.com/office/powerpoint/2010/main" val="188601006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EEB8942-36E5-80DB-3106-B4D4EC56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E90CE69-426E-7E9F-0673-B00A67E77EC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297B64F-58B7-3E43-130E-166A7B16EC46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DE414DA-AC07-0FF4-CFDC-1DA133E9CA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6DA689-207B-8D67-143B-D6377E9CBF4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A1804181-7EAB-9586-46DF-518AD8EFBEA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25199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136C854-08B0-904F-E489-26F89B017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9ACFC7-11CD-2ECC-DF59-58ED810F9D0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94A05BF-DABF-4082-CEF2-0FE326CAABE0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FC98791-2886-DFA7-D091-69DE27D9E7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E67D2-E28B-61F3-052B-394EB958D95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72C07E0F-A0B0-B9EB-0138-8CF935262A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C88410-4B05-460B-88B6-41CD7FA6A8BB}"/>
              </a:ext>
            </a:extLst>
          </p:cNvPr>
          <p:cNvSpPr/>
          <p:nvPr/>
        </p:nvSpPr>
        <p:spPr>
          <a:xfrm>
            <a:off x="6498825" y="2481640"/>
            <a:ext cx="4146715" cy="507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85847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2768017-04FA-CB4D-FB44-ACCC9B66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4790449-F5BE-B8FA-1625-FFC942B9F78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28134DC-54DD-0DE5-A89F-DDA75B14ECF8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9EC47C7-93B7-0F65-9BE8-ABB4D34156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9AF23-A01C-F153-CD5D-3B2BE50535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45E4DB3B-A26E-8467-0EA1-9BA7F551B88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4104C8-2E00-1C9B-0AF0-AA377D339E0E}"/>
              </a:ext>
            </a:extLst>
          </p:cNvPr>
          <p:cNvSpPr txBox="1"/>
          <p:nvPr/>
        </p:nvSpPr>
        <p:spPr>
          <a:xfrm>
            <a:off x="6654514" y="4399167"/>
            <a:ext cx="40183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</a:rPr>
              <a:t>If the division by value gives a </a:t>
            </a:r>
            <a:r>
              <a:rPr lang="en-GB" sz="1600" b="1" dirty="0" err="1">
                <a:solidFill>
                  <a:srgbClr val="FF0000"/>
                </a:solidFill>
              </a:rPr>
              <a:t>ZeroDivisionError</a:t>
            </a:r>
            <a:r>
              <a:rPr lang="en-GB" sz="1600" b="1" dirty="0">
                <a:solidFill>
                  <a:srgbClr val="FF0000"/>
                </a:solidFill>
              </a:rPr>
              <a:t>, this code will run</a:t>
            </a:r>
            <a:br>
              <a:rPr lang="en-GB" sz="1600" b="1" dirty="0">
                <a:solidFill>
                  <a:srgbClr val="FF0000"/>
                </a:solidFill>
              </a:rPr>
            </a:br>
            <a:endParaRPr lang="en-GB" sz="1600" b="1" dirty="0">
              <a:solidFill>
                <a:srgbClr val="FF0000"/>
              </a:solidFill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</a:rPr>
              <a:t>… otherwise, the else will run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75837F-177B-0723-367D-B27FD2B5D9B2}"/>
              </a:ext>
            </a:extLst>
          </p:cNvPr>
          <p:cNvSpPr/>
          <p:nvPr/>
        </p:nvSpPr>
        <p:spPr>
          <a:xfrm>
            <a:off x="6498825" y="2481640"/>
            <a:ext cx="4146715" cy="507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05856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EC995A8-1459-B2F4-0125-5445605C4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183FBF-C11E-6315-3327-F15A8197D9F5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6B92D93-A323-289C-1B96-F9477E692D80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7ED2069-0177-1968-97C6-F85EC86F60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8DB66-5CC3-F391-E4A5-65F4E3D2C3B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C35D91A7-7D0C-9188-6D33-F1967102A2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0708C-7F1C-B30B-8921-322AD0F6C6CA}"/>
              </a:ext>
            </a:extLst>
          </p:cNvPr>
          <p:cNvSpPr txBox="1"/>
          <p:nvPr/>
        </p:nvSpPr>
        <p:spPr>
          <a:xfrm>
            <a:off x="6654514" y="4399167"/>
            <a:ext cx="40183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</a:rPr>
              <a:t>If the division by value gives a </a:t>
            </a:r>
            <a:r>
              <a:rPr lang="en-GB" sz="1600" b="1" dirty="0" err="1">
                <a:solidFill>
                  <a:srgbClr val="FF0000"/>
                </a:solidFill>
              </a:rPr>
              <a:t>ZeroDivisionError</a:t>
            </a:r>
            <a:r>
              <a:rPr lang="en-GB" sz="1600" b="1" dirty="0">
                <a:solidFill>
                  <a:srgbClr val="FF0000"/>
                </a:solidFill>
              </a:rPr>
              <a:t>, this code will run</a:t>
            </a:r>
            <a:br>
              <a:rPr lang="en-GB" sz="1600" b="1" dirty="0">
                <a:solidFill>
                  <a:srgbClr val="FF0000"/>
                </a:solidFill>
              </a:rPr>
            </a:br>
            <a:endParaRPr lang="en-GB" sz="1600" b="1" dirty="0">
              <a:solidFill>
                <a:srgbClr val="FF0000"/>
              </a:solidFill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</a:rPr>
              <a:t>… otherwise, the else will run</a:t>
            </a:r>
          </a:p>
        </p:txBody>
      </p:sp>
    </p:spTree>
    <p:extLst>
      <p:ext uri="{BB962C8B-B14F-4D97-AF65-F5344CB8AC3E}">
        <p14:creationId xmlns:p14="http://schemas.microsoft.com/office/powerpoint/2010/main" val="344222180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490B38-3204-AD4E-A3B6-7AD2258C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494B43B-3979-CEC3-5AAA-B59CD9E4B391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6E8AA8D-36B9-F37F-4C91-D75E811CA018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DB0BA2D-F613-7F0D-CA00-587DDB5F1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EBD7C-603E-393B-A8AB-78C04F789F5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A5DE2C48-CC1E-4587-B52F-31A47FD8FB9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CF2F1A-0A56-59D5-15CF-BB7FCAB892F7}"/>
              </a:ext>
            </a:extLst>
          </p:cNvPr>
          <p:cNvSpPr txBox="1"/>
          <p:nvPr/>
        </p:nvSpPr>
        <p:spPr>
          <a:xfrm>
            <a:off x="6654514" y="4399167"/>
            <a:ext cx="40183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</a:rPr>
              <a:t>If the division by value gives a </a:t>
            </a:r>
            <a:r>
              <a:rPr lang="en-GB" sz="1600" b="1" dirty="0" err="1">
                <a:solidFill>
                  <a:srgbClr val="FF0000"/>
                </a:solidFill>
              </a:rPr>
              <a:t>ZeroDivisionError</a:t>
            </a:r>
            <a:r>
              <a:rPr lang="en-GB" sz="1600" b="1" dirty="0">
                <a:solidFill>
                  <a:srgbClr val="FF0000"/>
                </a:solidFill>
              </a:rPr>
              <a:t>, this code will run</a:t>
            </a:r>
            <a:br>
              <a:rPr lang="en-GB" sz="1600" b="1" dirty="0">
                <a:solidFill>
                  <a:srgbClr val="FF0000"/>
                </a:solidFill>
              </a:rPr>
            </a:br>
            <a:endParaRPr lang="en-GB" sz="1600" b="1" dirty="0">
              <a:solidFill>
                <a:srgbClr val="FF0000"/>
              </a:solidFill>
            </a:endParaRPr>
          </a:p>
          <a:p>
            <a:pPr algn="ctr"/>
            <a:r>
              <a:rPr lang="en-GB" sz="1600" b="1" dirty="0">
                <a:solidFill>
                  <a:srgbClr val="FF0000"/>
                </a:solidFill>
              </a:rPr>
              <a:t>… otherwise, the else will run</a:t>
            </a:r>
          </a:p>
        </p:txBody>
      </p:sp>
    </p:spTree>
    <p:extLst>
      <p:ext uri="{BB962C8B-B14F-4D97-AF65-F5344CB8AC3E}">
        <p14:creationId xmlns:p14="http://schemas.microsoft.com/office/powerpoint/2010/main" val="265364898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215578A-21CA-4A07-0713-DAE9BAE6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06294DF-5944-2C71-70D7-011F73944940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0F0B22F-74E3-8550-E181-B03E7B193E43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861D24-7010-62D0-21B3-DA35B31E51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DAAB00-A134-0A34-E433-B2FDF46E8E2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80C0606B-2517-E8FA-44CF-1707684F03D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D6710-09B1-1933-03AA-19641652B4CA}"/>
              </a:ext>
            </a:extLst>
          </p:cNvPr>
          <p:cNvSpPr txBox="1"/>
          <p:nvPr/>
        </p:nvSpPr>
        <p:spPr>
          <a:xfrm>
            <a:off x="6654514" y="4399167"/>
            <a:ext cx="40183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</a:rPr>
              <a:t>If the division by value gives a </a:t>
            </a:r>
            <a:r>
              <a:rPr lang="en-GB" sz="1600" b="1" dirty="0" err="1">
                <a:solidFill>
                  <a:srgbClr val="FF0000"/>
                </a:solidFill>
              </a:rPr>
              <a:t>ZeroDivisionError</a:t>
            </a:r>
            <a:r>
              <a:rPr lang="en-GB" sz="1600" b="1" dirty="0">
                <a:solidFill>
                  <a:srgbClr val="FF0000"/>
                </a:solidFill>
              </a:rPr>
              <a:t>, this code will run</a:t>
            </a:r>
            <a:br>
              <a:rPr lang="en-GB" sz="1600" b="1" dirty="0">
                <a:solidFill>
                  <a:srgbClr val="FF0000"/>
                </a:solidFill>
              </a:rPr>
            </a:br>
            <a:endParaRPr lang="en-GB" sz="1600" b="1" dirty="0">
              <a:solidFill>
                <a:srgbClr val="FF0000"/>
              </a:solidFill>
            </a:endParaRPr>
          </a:p>
          <a:p>
            <a:pPr algn="ctr"/>
            <a:r>
              <a:rPr lang="en-GB" sz="1600" b="1" dirty="0">
                <a:solidFill>
                  <a:srgbClr val="FF0000"/>
                </a:solidFill>
              </a:rPr>
              <a:t>… otherwise, the else will run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8A950B-2DE4-16A4-AA69-E1BCD184A092}"/>
              </a:ext>
            </a:extLst>
          </p:cNvPr>
          <p:cNvSpPr/>
          <p:nvPr/>
        </p:nvSpPr>
        <p:spPr>
          <a:xfrm>
            <a:off x="6493933" y="3062308"/>
            <a:ext cx="4146715" cy="507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042622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C6D58A7-289E-42EA-B5DC-73AB18F76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A67DBB6-8071-3D77-8692-88A8D98928CE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4BEA961-CD12-8D8C-7529-6405F7630AC6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50D2CE9-B914-4761-47FB-F168263489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E4C10-5AE8-AA92-8762-0B621692DB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E1BA4249-3322-F9CE-6F24-334EE2ED76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35947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FF0D3C-3A9A-B485-3B93-43A78DC9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636DEE-4982-72BA-9FFF-64D18A8D5836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AD6B3CF-3B11-AEA1-916B-D8672260E9D7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1E7DE8-57F4-5D77-93FC-96AF6E56EE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006CF4-5DEF-18E1-E41B-19DDA2137D3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A3852B01-C48A-37E5-BF09-299E3BEA898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FD3432-18C8-CD56-D586-A7C224417929}"/>
              </a:ext>
            </a:extLst>
          </p:cNvPr>
          <p:cNvSpPr/>
          <p:nvPr/>
        </p:nvSpPr>
        <p:spPr>
          <a:xfrm>
            <a:off x="6493932" y="3562166"/>
            <a:ext cx="5473700" cy="507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80825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1EA6DE-BC95-A1A5-C47C-AA37B6C0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D147D1-B5FC-FE90-6EF5-B4C03B18F9AC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8B5EBEB-4A81-3380-BBDF-B58C569A13D4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25B285F-2A45-B38D-CD41-3BB6B33C65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0101F-EEDF-2CD0-A6FB-46DA8DA7BF2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65F05E1D-973C-7D93-5E33-CED16192B0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69EFE1-944D-0408-C73C-835A7FCAE796}"/>
              </a:ext>
            </a:extLst>
          </p:cNvPr>
          <p:cNvSpPr/>
          <p:nvPr/>
        </p:nvSpPr>
        <p:spPr>
          <a:xfrm>
            <a:off x="6493932" y="3562166"/>
            <a:ext cx="5473700" cy="507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01CAE-1566-6EF1-59E3-6A61A106B29B}"/>
              </a:ext>
            </a:extLst>
          </p:cNvPr>
          <p:cNvSpPr txBox="1"/>
          <p:nvPr/>
        </p:nvSpPr>
        <p:spPr>
          <a:xfrm>
            <a:off x="6749162" y="4878428"/>
            <a:ext cx="4018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</a:rPr>
              <a:t>This code runs regardless!</a:t>
            </a:r>
            <a:br>
              <a:rPr lang="en-GB" sz="1600" b="1" dirty="0">
                <a:solidFill>
                  <a:srgbClr val="FF0000"/>
                </a:solidFill>
              </a:rPr>
            </a:br>
            <a:br>
              <a:rPr lang="en-GB" sz="1600" b="1" dirty="0">
                <a:solidFill>
                  <a:schemeClr val="bg1"/>
                </a:solidFill>
              </a:rPr>
            </a:br>
            <a:r>
              <a:rPr lang="en-GB" sz="1600" b="1" dirty="0">
                <a:solidFill>
                  <a:schemeClr val="bg1"/>
                </a:solidFill>
              </a:rPr>
              <a:t>(Even if everything else errors)</a:t>
            </a:r>
          </a:p>
        </p:txBody>
      </p:sp>
    </p:spTree>
    <p:extLst>
      <p:ext uri="{BB962C8B-B14F-4D97-AF65-F5344CB8AC3E}">
        <p14:creationId xmlns:p14="http://schemas.microsoft.com/office/powerpoint/2010/main" val="325056909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DF5B30-B1C4-EA29-883C-5531CA09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AB8B04B-8CEF-D8EC-84B5-09286768A809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D41C9E-37CB-C01A-37FE-2D0DA3859091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88BF2C5-D3EB-BAD6-9903-890B575A85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A27D1-0FDA-F11A-B186-91859D20EA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94E7CBB6-7EFD-3DB4-54B2-5D0C7A7705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7C989B-46ED-6B1B-59B4-301739A51480}"/>
              </a:ext>
            </a:extLst>
          </p:cNvPr>
          <p:cNvSpPr/>
          <p:nvPr/>
        </p:nvSpPr>
        <p:spPr>
          <a:xfrm>
            <a:off x="6493932" y="3562166"/>
            <a:ext cx="5473700" cy="507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8F32F3-9C49-3E7B-CF62-EAE47A7D084D}"/>
              </a:ext>
            </a:extLst>
          </p:cNvPr>
          <p:cNvSpPr txBox="1"/>
          <p:nvPr/>
        </p:nvSpPr>
        <p:spPr>
          <a:xfrm>
            <a:off x="6749162" y="4878428"/>
            <a:ext cx="4018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rgbClr val="FF0000"/>
                </a:solidFill>
              </a:rPr>
              <a:t>This code runs regardless!</a:t>
            </a:r>
            <a:br>
              <a:rPr lang="en-GB" sz="1600" b="1" dirty="0">
                <a:solidFill>
                  <a:srgbClr val="FF0000"/>
                </a:solidFill>
              </a:rPr>
            </a:br>
            <a:br>
              <a:rPr lang="en-GB" sz="1600" b="1" dirty="0">
                <a:solidFill>
                  <a:srgbClr val="FF0000"/>
                </a:solidFill>
              </a:rPr>
            </a:br>
            <a:r>
              <a:rPr lang="en-GB" sz="1600" b="1" dirty="0">
                <a:solidFill>
                  <a:srgbClr val="FF0000"/>
                </a:solidFill>
              </a:rPr>
              <a:t>(Even if everything else errors)</a:t>
            </a:r>
          </a:p>
        </p:txBody>
      </p:sp>
    </p:spTree>
    <p:extLst>
      <p:ext uri="{BB962C8B-B14F-4D97-AF65-F5344CB8AC3E}">
        <p14:creationId xmlns:p14="http://schemas.microsoft.com/office/powerpoint/2010/main" val="357297173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4454FD-AEDC-684A-8EE8-A78E319C0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5BDB444-0051-CBA3-C85C-41718C539362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B854CFF-1E55-D453-A17F-B46CA9BC9692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D19B7E2-B763-6C8F-938B-2B6F03CF76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A8765-524C-2B4D-3E16-4231ED5F5F2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53E66284-07F2-F1C0-6438-898DA1D75D0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85780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36AB472-40FD-8BDD-2E28-262B79847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9D3C2CB-1922-3028-B7E4-C463BD9F0B2F}"/>
              </a:ext>
            </a:extLst>
          </p:cNvPr>
          <p:cNvSpPr/>
          <p:nvPr/>
        </p:nvSpPr>
        <p:spPr>
          <a:xfrm>
            <a:off x="1153842" y="15021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53087D2-248F-2658-7DF6-DC7F6E70E752}"/>
              </a:ext>
            </a:extLst>
          </p:cNvPr>
          <p:cNvSpPr txBox="1"/>
          <p:nvPr/>
        </p:nvSpPr>
        <p:spPr>
          <a:xfrm>
            <a:off x="976198" y="1828538"/>
            <a:ext cx="4721870" cy="374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You can also handle an error in Python using a </a:t>
            </a:r>
            <a:r>
              <a:rPr lang="en-GB" sz="18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try-except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statement.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try: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Python will attempt to execute code written under try.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except: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raises an error, the except code will run instead.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else: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If the code under try does not throw an error, this code will run.</a:t>
            </a:r>
            <a:b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</a:b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finally: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This code always runs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Else and finally are optional!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AC8A4E-462A-4D0A-146F-DD51CBE55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214537"/>
            <a:ext cx="6028008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sz="3800" dirty="0"/>
              <a:t>Try-except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CE8C1-6FC6-E62C-FB1A-277B1125E8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93934" y="1437164"/>
            <a:ext cx="5473700" cy="26257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03;p13">
            <a:extLst>
              <a:ext uri="{FF2B5EF4-FFF2-40B4-BE49-F238E27FC236}">
                <a16:creationId xmlns:a16="http://schemas.microsoft.com/office/drawing/2014/main" id="{FA454F08-256C-4C8C-8A70-AEF87B8A83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1443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85E371-5F25-F6A6-E85F-AF9367F6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5A3AE7-BDE2-1E0B-BFDD-783BED07ADA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54D930-B7A1-7572-7172-607DA16FA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CB7A1427-D993-5CD8-21D7-A1731962BC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84618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DB7824-1F60-2DF6-CE0A-1AD05D51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C3F451-54F1-3406-B76C-621C83289CDB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B31C1F6-70A1-79B9-CEEE-5579E6CB7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080695B-69A7-B9C6-B948-7878BF8CBD57}"/>
              </a:ext>
            </a:extLst>
          </p:cNvPr>
          <p:cNvSpPr txBox="1"/>
          <p:nvPr/>
        </p:nvSpPr>
        <p:spPr>
          <a:xfrm>
            <a:off x="914400" y="1866994"/>
            <a:ext cx="47371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A7CCCBB1-AD4B-FD6B-8AA9-C1D417F78A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72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47CD841-4177-801F-D9CE-654808F2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19CBEBE-FE98-AF81-E9AE-48832720D3B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544F3E9-DF0B-31AF-E6FB-7158727EEF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87F0433-4E95-B0F2-9833-846140A840DD}"/>
              </a:ext>
            </a:extLst>
          </p:cNvPr>
          <p:cNvSpPr txBox="1"/>
          <p:nvPr/>
        </p:nvSpPr>
        <p:spPr>
          <a:xfrm>
            <a:off x="914400" y="1866994"/>
            <a:ext cx="47371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8FD4FEE1-F10C-FA46-5E02-47AB01245A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065206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DB0D91C-CD83-8117-725B-E0CA3303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C88E12-CF98-4CD0-0068-29BD397D7FE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91C4E94-CA0F-6A73-7BB8-C0854FA02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9CF6BC3-EA25-C525-A86E-D9645A7FF947}"/>
              </a:ext>
            </a:extLst>
          </p:cNvPr>
          <p:cNvSpPr txBox="1"/>
          <p:nvPr/>
        </p:nvSpPr>
        <p:spPr>
          <a:xfrm>
            <a:off x="914400" y="1866994"/>
            <a:ext cx="47371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5204E-75A8-357C-5C06-26F1EAF9409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F44DB8C1-BC7D-3B2F-9FDB-E3BD93FA23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424070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0B28FC4-7C30-34E3-6BB5-AD10CFFEF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9296EC-7E03-7BB1-C0AD-5BB5AAD6526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0D03A4A-5CAD-2520-A01A-06DE49A727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A415940-701A-43A6-A807-DA3C8F596FAA}"/>
              </a:ext>
            </a:extLst>
          </p:cNvPr>
          <p:cNvSpPr txBox="1"/>
          <p:nvPr/>
        </p:nvSpPr>
        <p:spPr>
          <a:xfrm>
            <a:off x="914400" y="1866994"/>
            <a:ext cx="47371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11B34-B082-BB99-8999-1B59E104833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B18BD0F9-5F3D-22D2-CB79-B17A7BAFBCF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75928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50D96DD-1A6B-09BE-70D8-1332823D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AA3898-684F-E4FC-E233-A5B21A22417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B7E7097-85A0-C71C-CFBA-2F27B9FC8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AF6DD0-D476-2056-E93A-78A0006A0739}"/>
              </a:ext>
            </a:extLst>
          </p:cNvPr>
          <p:cNvSpPr txBox="1"/>
          <p:nvPr/>
        </p:nvSpPr>
        <p:spPr>
          <a:xfrm>
            <a:off x="914400" y="1866994"/>
            <a:ext cx="47371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lecture_modularisation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73539-06E3-EF07-FA34-267697CC02B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164FFED6-11EF-179E-22E8-197E9207D8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1286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41BDF1A-2218-B69F-75B4-1DD3818C7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2F02CB8-9505-BB20-785E-56A20A92999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60654E-559C-A111-4E87-DE9FFA922B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89A373E-CD71-C03B-AB0B-9CDAABE6732C}"/>
              </a:ext>
            </a:extLst>
          </p:cNvPr>
          <p:cNvSpPr txBox="1"/>
          <p:nvPr/>
        </p:nvSpPr>
        <p:spPr>
          <a:xfrm>
            <a:off x="914400" y="1866994"/>
            <a:ext cx="47371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lecture_modularisation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9E4C85-83BF-6BBE-EAAC-B34647B220F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FA3C39-287A-EBF5-0445-EC5C0503CF8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6287" y="2008907"/>
            <a:ext cx="5212274" cy="39086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DD14A3FB-8944-6679-F211-DE737829967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729850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F7C0CD-A6B8-D2DD-4D4A-0AF81DCF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9670C6-A321-F42C-4732-686501AAF00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E9D1848-5F6C-E5AE-724E-CE8C3A6FE1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C0258F0-63DD-F79E-1294-DC893F91F02B}"/>
              </a:ext>
            </a:extLst>
          </p:cNvPr>
          <p:cNvSpPr txBox="1"/>
          <p:nvPr/>
        </p:nvSpPr>
        <p:spPr>
          <a:xfrm>
            <a:off x="914400" y="1866994"/>
            <a:ext cx="47371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lecture_modularisation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exercises in: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0A3D29-1E7C-F8BA-966D-275E0115746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6D5A6F-3BEC-3DE4-2E9A-C519ADEF30B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6287" y="2008907"/>
            <a:ext cx="5212274" cy="39086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D0856A59-6A05-4692-AD84-537C5038DCD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135195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DACCBE8-14F2-2797-CB20-01EB1486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69DB67-B855-50B3-CE57-F32CA502FA8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FA7B402-0A6F-6226-F182-23A6EDA318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755494E-89C1-BE8F-02E0-C4D682EB0170}"/>
              </a:ext>
            </a:extLst>
          </p:cNvPr>
          <p:cNvSpPr txBox="1"/>
          <p:nvPr/>
        </p:nvSpPr>
        <p:spPr>
          <a:xfrm>
            <a:off x="914400" y="1866994"/>
            <a:ext cx="47371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make sure you select the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Standard Python 3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environment when opening 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work through: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lecture_modularisation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Work through the exercises in: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exercises_modularisation.ipynb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A75B3-E4CF-6C86-958A-A25BA58373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95474" y="591994"/>
            <a:ext cx="2143086" cy="1152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BA6535-6B8C-E51E-9E18-1211A966A4E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6287" y="2008907"/>
            <a:ext cx="5212274" cy="39086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03;p13">
            <a:extLst>
              <a:ext uri="{FF2B5EF4-FFF2-40B4-BE49-F238E27FC236}">
                <a16:creationId xmlns:a16="http://schemas.microsoft.com/office/drawing/2014/main" id="{96A7068E-2FB3-CC1D-5634-677AFCF33BB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15/16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5843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0980" y="1836535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17: Modularisation and Error Handling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Modules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Introspection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18: Writing a Scientific Computing Report</a:t>
            </a:r>
            <a:b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Writing a Report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Advice and Good Practice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pt-BR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pt-BR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pt-BR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br>
              <a:rPr lang="pt-BR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pt-BR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16/16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33414</TotalTime>
  <Words>8380</Words>
  <Application>Microsoft Office PowerPoint</Application>
  <PresentationFormat>Widescreen</PresentationFormat>
  <Paragraphs>890</Paragraphs>
  <Slides>190</Slides>
  <Notes>190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4" baseType="lpstr">
      <vt:lpstr>Calibri</vt:lpstr>
      <vt:lpstr>Arial</vt:lpstr>
      <vt:lpstr>Courier New</vt:lpstr>
      <vt:lpstr>Retrospect</vt:lpstr>
      <vt:lpstr>Lecture 17:   Modularisation and Error Handling</vt:lpstr>
      <vt:lpstr>Todays Lecture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Jupyter Lab</vt:lpstr>
      <vt:lpstr>Recap: Python Files and Packages</vt:lpstr>
      <vt:lpstr>Recap: Python Files and Packages</vt:lpstr>
      <vt:lpstr>Recap: Python Files and Packages</vt:lpstr>
      <vt:lpstr>Recap: Python Files and Packages</vt:lpstr>
      <vt:lpstr>Recap: Python Files and Packages</vt:lpstr>
      <vt:lpstr>Recap: Python Files and Packages</vt:lpstr>
      <vt:lpstr>Recap: Python Files and Packages</vt:lpstr>
      <vt:lpstr>Recap: Python Files and Packages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Recap: Importing Modules</vt:lpstr>
      <vt:lpstr>What is in a Module?</vt:lpstr>
      <vt:lpstr>What is in a Module?</vt:lpstr>
      <vt:lpstr>What is in a Module?</vt:lpstr>
      <vt:lpstr>What is in a Module?</vt:lpstr>
      <vt:lpstr>What is in a Module?</vt:lpstr>
      <vt:lpstr>What is in a Module?</vt:lpstr>
      <vt:lpstr>What is in a Module?</vt:lpstr>
      <vt:lpstr>What is in a Module?</vt:lpstr>
      <vt:lpstr>What is in a Module?</vt:lpstr>
      <vt:lpstr>What is in a Module?</vt:lpstr>
      <vt:lpstr>What is in a Module?</vt:lpstr>
      <vt:lpstr>What is in a Module?</vt:lpstr>
      <vt:lpstr>What is in a Module?</vt:lpstr>
      <vt:lpstr>What is in a Module?</vt:lpstr>
      <vt:lpstr>Introspection</vt:lpstr>
      <vt:lpstr>Introspection</vt:lpstr>
      <vt:lpstr>Introspection</vt:lpstr>
      <vt:lpstr>Introspection</vt:lpstr>
      <vt:lpstr>Introspection</vt:lpstr>
      <vt:lpstr>Introspection</vt:lpstr>
      <vt:lpstr>Introspection</vt:lpstr>
      <vt:lpstr>Introspection</vt:lpstr>
      <vt:lpstr>Introspection</vt:lpstr>
      <vt:lpstr>Introspection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Introspection: Examples</vt:lpstr>
      <vt:lpstr>Making Changes to a Module</vt:lpstr>
      <vt:lpstr>Making Changes to a Module</vt:lpstr>
      <vt:lpstr>Making Changes to a Module</vt:lpstr>
      <vt:lpstr>Making Changes to a Module</vt:lpstr>
      <vt:lpstr>Making Changes to a Module</vt:lpstr>
      <vt:lpstr>Making Changes to a Module</vt:lpstr>
      <vt:lpstr>Making Changes to a Module</vt:lpstr>
      <vt:lpstr>Making Changes to a Module</vt:lpstr>
      <vt:lpstr>Making Changes to a Module</vt:lpstr>
      <vt:lpstr>Making Changes to a Module</vt:lpstr>
      <vt:lpstr>Making Changes to a Module</vt:lpstr>
      <vt:lpstr>Making Changes to a Module</vt:lpstr>
      <vt:lpstr>Making Changes to a Module</vt:lpstr>
      <vt:lpstr>Making Changes to a Module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Error Handling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Raising Errors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Try-except Statements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133</cp:revision>
  <dcterms:modified xsi:type="dcterms:W3CDTF">2026-03-12T13:55:10Z</dcterms:modified>
</cp:coreProperties>
</file>