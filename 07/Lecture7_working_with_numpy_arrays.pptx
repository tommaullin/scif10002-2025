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0"/>
  </p:notesMasterIdLst>
  <p:sldIdLst>
    <p:sldId id="256" r:id="rId2"/>
    <p:sldId id="1587" r:id="rId3"/>
    <p:sldId id="1847" r:id="rId4"/>
    <p:sldId id="1848" r:id="rId5"/>
    <p:sldId id="1849" r:id="rId6"/>
    <p:sldId id="1841" r:id="rId7"/>
    <p:sldId id="1842" r:id="rId8"/>
    <p:sldId id="1843" r:id="rId9"/>
    <p:sldId id="1844" r:id="rId10"/>
    <p:sldId id="1608" r:id="rId11"/>
    <p:sldId id="1855" r:id="rId12"/>
    <p:sldId id="1853" r:id="rId13"/>
    <p:sldId id="1854" r:id="rId14"/>
    <p:sldId id="1850" r:id="rId15"/>
    <p:sldId id="1856" r:id="rId16"/>
    <p:sldId id="1851" r:id="rId17"/>
    <p:sldId id="1860" r:id="rId18"/>
    <p:sldId id="1857" r:id="rId19"/>
    <p:sldId id="1858" r:id="rId20"/>
    <p:sldId id="1859" r:id="rId21"/>
    <p:sldId id="1861" r:id="rId22"/>
    <p:sldId id="1852" r:id="rId23"/>
    <p:sldId id="1832" r:id="rId24"/>
    <p:sldId id="1863" r:id="rId25"/>
    <p:sldId id="1862" r:id="rId26"/>
    <p:sldId id="1865" r:id="rId27"/>
    <p:sldId id="1866" r:id="rId28"/>
    <p:sldId id="1864" r:id="rId29"/>
    <p:sldId id="1867" r:id="rId30"/>
    <p:sldId id="1871" r:id="rId31"/>
    <p:sldId id="1872" r:id="rId32"/>
    <p:sldId id="1868" r:id="rId33"/>
    <p:sldId id="1875" r:id="rId34"/>
    <p:sldId id="1876" r:id="rId35"/>
    <p:sldId id="1873" r:id="rId36"/>
    <p:sldId id="1877" r:id="rId37"/>
    <p:sldId id="1878" r:id="rId38"/>
    <p:sldId id="1874" r:id="rId39"/>
    <p:sldId id="1879" r:id="rId40"/>
    <p:sldId id="1880" r:id="rId41"/>
    <p:sldId id="1881" r:id="rId42"/>
    <p:sldId id="1882" r:id="rId43"/>
    <p:sldId id="1869" r:id="rId44"/>
    <p:sldId id="1833" r:id="rId45"/>
    <p:sldId id="1891" r:id="rId46"/>
    <p:sldId id="1892" r:id="rId47"/>
    <p:sldId id="1890" r:id="rId48"/>
    <p:sldId id="1895" r:id="rId49"/>
    <p:sldId id="1896" r:id="rId50"/>
    <p:sldId id="1897" r:id="rId51"/>
    <p:sldId id="1898" r:id="rId52"/>
    <p:sldId id="1899" r:id="rId53"/>
    <p:sldId id="1901" r:id="rId54"/>
    <p:sldId id="1900" r:id="rId55"/>
    <p:sldId id="1893" r:id="rId56"/>
    <p:sldId id="1903" r:id="rId57"/>
    <p:sldId id="1904" r:id="rId58"/>
    <p:sldId id="1905" r:id="rId59"/>
    <p:sldId id="1902" r:id="rId60"/>
    <p:sldId id="1906" r:id="rId61"/>
    <p:sldId id="1887" r:id="rId62"/>
    <p:sldId id="1907" r:id="rId63"/>
    <p:sldId id="1883" r:id="rId64"/>
    <p:sldId id="1912" r:id="rId65"/>
    <p:sldId id="1913" r:id="rId66"/>
    <p:sldId id="1914" r:id="rId67"/>
    <p:sldId id="1915" r:id="rId68"/>
    <p:sldId id="1916" r:id="rId69"/>
    <p:sldId id="1917" r:id="rId70"/>
    <p:sldId id="1918" r:id="rId71"/>
    <p:sldId id="1920" r:id="rId72"/>
    <p:sldId id="1919" r:id="rId73"/>
    <p:sldId id="1911" r:id="rId74"/>
    <p:sldId id="1921" r:id="rId75"/>
    <p:sldId id="1922" r:id="rId76"/>
    <p:sldId id="1923" r:id="rId77"/>
    <p:sldId id="1908" r:id="rId78"/>
    <p:sldId id="1924" r:id="rId79"/>
    <p:sldId id="1884" r:id="rId80"/>
    <p:sldId id="1831" r:id="rId81"/>
    <p:sldId id="1935" r:id="rId82"/>
    <p:sldId id="1934" r:id="rId83"/>
    <p:sldId id="1928" r:id="rId84"/>
    <p:sldId id="1933" r:id="rId85"/>
    <p:sldId id="1929" r:id="rId86"/>
    <p:sldId id="1936" r:id="rId87"/>
    <p:sldId id="1930" r:id="rId88"/>
    <p:sldId id="1925" r:id="rId89"/>
    <p:sldId id="1940" r:id="rId90"/>
    <p:sldId id="1942" r:id="rId91"/>
    <p:sldId id="1941" r:id="rId92"/>
    <p:sldId id="1943" r:id="rId93"/>
    <p:sldId id="1944" r:id="rId94"/>
    <p:sldId id="1937" r:id="rId95"/>
    <p:sldId id="1945" r:id="rId96"/>
    <p:sldId id="1938" r:id="rId97"/>
    <p:sldId id="1939" r:id="rId98"/>
    <p:sldId id="1834" r:id="rId99"/>
    <p:sldId id="1952" r:id="rId100"/>
    <p:sldId id="1953" r:id="rId101"/>
    <p:sldId id="1949" r:id="rId102"/>
    <p:sldId id="1956" r:id="rId103"/>
    <p:sldId id="1957" r:id="rId104"/>
    <p:sldId id="1958" r:id="rId105"/>
    <p:sldId id="1959" r:id="rId106"/>
    <p:sldId id="1954" r:id="rId107"/>
    <p:sldId id="1960" r:id="rId108"/>
    <p:sldId id="1961" r:id="rId109"/>
    <p:sldId id="1962" r:id="rId110"/>
    <p:sldId id="1963" r:id="rId111"/>
    <p:sldId id="1964" r:id="rId112"/>
    <p:sldId id="1965" r:id="rId113"/>
    <p:sldId id="1946" r:id="rId114"/>
    <p:sldId id="1835" r:id="rId115"/>
    <p:sldId id="1971" r:id="rId116"/>
    <p:sldId id="1973" r:id="rId117"/>
    <p:sldId id="1972" r:id="rId118"/>
    <p:sldId id="1974" r:id="rId119"/>
    <p:sldId id="1975" r:id="rId120"/>
    <p:sldId id="1976" r:id="rId121"/>
    <p:sldId id="1969" r:id="rId122"/>
    <p:sldId id="1979" r:id="rId123"/>
    <p:sldId id="1977" r:id="rId124"/>
    <p:sldId id="1978" r:id="rId125"/>
    <p:sldId id="1970" r:id="rId126"/>
    <p:sldId id="1982" r:id="rId127"/>
    <p:sldId id="1980" r:id="rId128"/>
    <p:sldId id="1981" r:id="rId129"/>
    <p:sldId id="1966" r:id="rId130"/>
    <p:sldId id="1836" r:id="rId131"/>
    <p:sldId id="1987" r:id="rId132"/>
    <p:sldId id="1988" r:id="rId133"/>
    <p:sldId id="1991" r:id="rId134"/>
    <p:sldId id="1985" r:id="rId135"/>
    <p:sldId id="1989" r:id="rId136"/>
    <p:sldId id="1990" r:id="rId137"/>
    <p:sldId id="1992" r:id="rId138"/>
    <p:sldId id="1986" r:id="rId139"/>
    <p:sldId id="1995" r:id="rId140"/>
    <p:sldId id="1996" r:id="rId141"/>
    <p:sldId id="1993" r:id="rId142"/>
    <p:sldId id="1997" r:id="rId143"/>
    <p:sldId id="1998" r:id="rId144"/>
    <p:sldId id="1999" r:id="rId145"/>
    <p:sldId id="1994" r:id="rId146"/>
    <p:sldId id="2000" r:id="rId147"/>
    <p:sldId id="2001" r:id="rId148"/>
    <p:sldId id="2002" r:id="rId149"/>
    <p:sldId id="1983" r:id="rId150"/>
    <p:sldId id="2003" r:id="rId151"/>
    <p:sldId id="2005" r:id="rId152"/>
    <p:sldId id="2004" r:id="rId153"/>
    <p:sldId id="2006" r:id="rId154"/>
    <p:sldId id="1837" r:id="rId155"/>
    <p:sldId id="2008" r:id="rId156"/>
    <p:sldId id="2009" r:id="rId157"/>
    <p:sldId id="2007" r:id="rId158"/>
    <p:sldId id="2011" r:id="rId159"/>
    <p:sldId id="2012" r:id="rId160"/>
    <p:sldId id="2010" r:id="rId161"/>
    <p:sldId id="2013" r:id="rId162"/>
    <p:sldId id="2016" r:id="rId163"/>
    <p:sldId id="2017" r:id="rId164"/>
    <p:sldId id="2015" r:id="rId165"/>
    <p:sldId id="2018" r:id="rId166"/>
    <p:sldId id="2019" r:id="rId167"/>
    <p:sldId id="1838" r:id="rId168"/>
    <p:sldId id="2026" r:id="rId169"/>
    <p:sldId id="2020" r:id="rId170"/>
    <p:sldId id="2021" r:id="rId171"/>
    <p:sldId id="2025" r:id="rId172"/>
    <p:sldId id="2027" r:id="rId173"/>
    <p:sldId id="2031" r:id="rId174"/>
    <p:sldId id="2028" r:id="rId175"/>
    <p:sldId id="2032" r:id="rId176"/>
    <p:sldId id="2033" r:id="rId177"/>
    <p:sldId id="2029" r:id="rId178"/>
    <p:sldId id="2034" r:id="rId179"/>
    <p:sldId id="2030" r:id="rId180"/>
    <p:sldId id="2035" r:id="rId181"/>
    <p:sldId id="2036" r:id="rId182"/>
    <p:sldId id="1839" r:id="rId183"/>
    <p:sldId id="2044" r:id="rId184"/>
    <p:sldId id="2043" r:id="rId185"/>
    <p:sldId id="2041" r:id="rId186"/>
    <p:sldId id="2045" r:id="rId187"/>
    <p:sldId id="2046" r:id="rId188"/>
    <p:sldId id="2047" r:id="rId189"/>
    <p:sldId id="2042" r:id="rId190"/>
    <p:sldId id="2037" r:id="rId191"/>
    <p:sldId id="2048" r:id="rId192"/>
    <p:sldId id="2049" r:id="rId193"/>
    <p:sldId id="2050" r:id="rId194"/>
    <p:sldId id="2051" r:id="rId195"/>
    <p:sldId id="2052" r:id="rId196"/>
    <p:sldId id="2038" r:id="rId197"/>
    <p:sldId id="1840" r:id="rId198"/>
    <p:sldId id="2057" r:id="rId199"/>
    <p:sldId id="2061" r:id="rId200"/>
    <p:sldId id="2058" r:id="rId201"/>
    <p:sldId id="2059" r:id="rId202"/>
    <p:sldId id="2060" r:id="rId203"/>
    <p:sldId id="2053" r:id="rId204"/>
    <p:sldId id="2064" r:id="rId205"/>
    <p:sldId id="2065" r:id="rId206"/>
    <p:sldId id="2067" r:id="rId207"/>
    <p:sldId id="2066" r:id="rId208"/>
    <p:sldId id="2062" r:id="rId209"/>
    <p:sldId id="2069" r:id="rId210"/>
    <p:sldId id="2068" r:id="rId211"/>
    <p:sldId id="2070" r:id="rId212"/>
    <p:sldId id="2072" r:id="rId213"/>
    <p:sldId id="2073" r:id="rId214"/>
    <p:sldId id="2071" r:id="rId215"/>
    <p:sldId id="2063" r:id="rId216"/>
    <p:sldId id="2054" r:id="rId217"/>
    <p:sldId id="2055" r:id="rId218"/>
    <p:sldId id="1830" r:id="rId219"/>
    <p:sldId id="2080" r:id="rId220"/>
    <p:sldId id="2074" r:id="rId221"/>
    <p:sldId id="2075" r:id="rId222"/>
    <p:sldId id="2076" r:id="rId223"/>
    <p:sldId id="2082" r:id="rId224"/>
    <p:sldId id="2083" r:id="rId225"/>
    <p:sldId id="2081" r:id="rId226"/>
    <p:sldId id="2077" r:id="rId227"/>
    <p:sldId id="2084" r:id="rId228"/>
    <p:sldId id="427" r:id="rId2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>
        <p:scale>
          <a:sx n="75" d="100"/>
          <a:sy n="75" d="100"/>
        </p:scale>
        <p:origin x="2112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notesMaster" Target="notesMasters/notesMaster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231" Type="http://schemas.openxmlformats.org/officeDocument/2006/relationships/presProps" Target="presProps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theme" Target="theme/theme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826943D7-A479-A811-EF06-B02967C6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C06101F3-5660-7B46-FD9A-78E52C5F3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4EA2D33D-2AB1-06C9-C32A-9D93DCB86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669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092EC7E5-06B3-EB3A-1BE5-D208861C6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E88A74E4-B097-C411-6944-C5BE22087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59F61675-A48F-0AA0-D7DD-5857C538F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1871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AF50FA48-7388-802B-4EE3-92373510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B9B6948A-50C8-9210-2C66-C2EA15B20B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81BA00E6-2E3E-1567-BC5B-451525000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3318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E66075A8-FCB9-151F-C976-DD909FA85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4CDEC85A-13D3-7C65-A0B1-E72D084E52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77455E58-008A-A700-9D21-934128927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999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35279B18-D26A-C631-3FAD-14DB8DC94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5D4D56EE-8F98-9028-8E50-5937A7E0E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B0B81D0C-4A03-CEF4-D440-1D11781F64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4931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CD43CED6-51BF-43C2-BC4A-FB0D6297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F55811FF-8351-6955-33FE-4A3552661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17FE9B89-D253-56B0-76A1-272C09AAF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6258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81A4C45D-9006-EF04-C392-4A31AEBE5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C5D1176F-2476-0097-4B34-8B3F38B659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588C6F37-92D7-4850-654F-C91B058249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8575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4A9836B4-36B6-E8C1-77CB-72EAB62AB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A7412A2F-494D-E955-7298-483174A1B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E215E9A1-F0D1-C4F5-8CA8-96FDDED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255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FD13DB3-2F2D-0E8B-7220-6BA5DA1E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B13C83A-6E78-7F7C-1B3E-AA29282F1A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E1A614-C0A8-012E-5F70-4D0A33DE8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3621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DBBFB65-7F43-8C06-3160-8471FC29B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2C9828D-9622-94E1-6C69-C5C1C7CC9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663BBC7-10A1-A3CE-EF50-D1D0FC5D85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048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446DD2-B153-7499-BE12-0AACD43B3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B61DC2C-C265-014E-D42F-BFA383F58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4A18620-F10A-0BA6-4DFA-ADE8F86F4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678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2AAF006-3A2D-6CCA-108D-510343FD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B8CD30F-F87D-19B6-518B-4F8FE5BDB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2058A0D-2A54-9DBD-39D7-8A7CAF8BA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2467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85F19D6-0DC3-0158-B8A6-9493C954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6313873-D62B-3B56-AB09-D8D146AF1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7B2CB43-9AC1-16DA-42CB-EE15BF019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9175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0522CB6-D72E-9A01-A6E4-8EFDBE436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53E2950-9B6C-423E-7260-CC1B58DF1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AD78DFD-FA89-4856-C23C-17FF5BFEC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33499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80BC755-02A2-A42F-CB22-0B0AF968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AC3E3DC-3342-42C9-7CBC-37E8C467B3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19A4480-A81A-9D84-2289-2B49A7BA7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59048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1A4505B-D421-3F36-110A-945AB6D38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616E045-F530-1C5E-19A5-11D22FBDFB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515AD99-9128-9648-C65D-66C3255AD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69501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3A12384-919B-EC28-A914-441F5A80D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028FFFE-B7A8-A397-18B2-D8063F6FE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7BB7468-DC1A-EDDE-99B1-7FCF6D6D78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73357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52BE385-6126-AE59-546A-9E4FC3501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B6ED1A1-C3C3-59DC-3986-CEDE5B2509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279A6F7-6CA5-F6F1-F6EF-4C8ACB376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371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B993709-62D9-E20D-B880-48268D427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38E117F-CD3D-2E7C-CEC4-1C6FD0B31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4799D6E-27B1-81D6-9AD0-A7C8D81D42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13333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45B0847-065B-F504-8260-AF698A72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B9DE8DD-79D0-B741-5FAD-6C71D42109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1A1A733-43FD-F2CD-3DF0-6D381DD59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6641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5B6C5B0-CF47-257F-ED45-E1F8C2A7F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26E7441-3F13-822A-6843-AD63842D2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572CB57-70D7-FC2A-E755-EA69C48F6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1579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A779DE4-A665-A853-0E9A-715DFEFB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0ADB3E2-275F-709B-067B-8ADA511103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4C64EAE-EDA3-1DDF-D7DF-ED92E0255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4137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4B1EA5D-C924-A9AC-23D3-AEEF3FF34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02F8E5-B959-F025-9B9C-385657A09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90FED0A-3B33-A2FB-9DA7-9181BF330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5171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7634FA6-95C7-6C53-B9B8-B42F73F59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5349E39-8665-0E64-7779-116EED38CE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AFB8C44-4ABD-98BD-BA0B-0F722C8C34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2550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33024B5-F2AD-413E-39F8-1A5602F5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27071D2-F0C4-C399-7D54-2588744DE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00CAAB5-0FBB-D11A-B264-2E377D334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5061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3CED1AE-72F0-DD9D-C31B-8DB2A62EF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5789100-F9CB-441B-FF7B-740A42880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F733DF-F0E1-0325-E9AC-ECE79BD1F5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97186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6D2C54-9CDF-40AD-15EA-5DC8C311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8BB78AF-ED97-61DF-0F14-E55E777016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853467-62AA-D65C-BE01-CCB1D239B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2772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20A35C3-6349-834C-AEB4-425E80695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63A8102-D685-DB00-6D15-75C6595B11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2BD2B0B-3389-346F-907D-835E7E3BE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8972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459178-E13E-A5F1-F59A-23139E9A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3057AE-06A4-6C68-59D5-06008520D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0ED304B-284F-BB85-EBF7-1B3AADDF67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52187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56113EC-E7A3-497D-320F-77A63BD52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CE26C6A-9A0E-C48B-3195-50B9FEFB29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4EF7467-3E6D-06E0-8AAA-B512E9F6F1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56683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BE4ACAE-02DF-7702-E1E0-AE98BD8ED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3790055-D24C-2163-6226-AF91C86755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C8682B7-CFF3-BEAD-9471-038653E03E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8055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3D962BC-0317-ADDD-906D-EC696A955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549C30-6F12-5DBD-71F0-192CAF92C8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9D6D6F5-DE9B-FCAC-16DB-1C3E3B7D0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19965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C165158-656B-231C-738A-850320C8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AB4A3EC-E5A0-F8B6-9013-455FEB25DA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EC1EE75-B974-9D64-983B-49F6C8B86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2748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8B3B997-D14D-0678-C187-C2C47FB7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784132B-523A-CA78-A88B-AC2BABEFEF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55E0D6-DF77-C0D6-909F-82923C585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16004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E8A17F1-A663-50B9-B998-4E2C4C3AC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3F40579-CE8E-4DA4-B8F4-4446939365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3E6A04-F5EA-93E8-E69C-2941F8B21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41178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62068F1-EE60-A346-319F-19761968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3E67A1C-7DAA-A82F-78DE-1130FB66A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EF41330-9758-DB06-C7AB-E2060DA731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61266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0223197-4E68-AEBD-C196-660E098E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81A3C02-62DD-0416-7C97-7AC6B7489F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EEF299F-673B-9EC1-B482-3FDBDB693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0274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1A6695E-D443-36CC-4799-E532E460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B5EE8E0-4B7F-8D01-A73C-35866D0B7C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6D68A09-D70A-4A64-9D85-D4D2C3F561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5998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9F41380-7EF0-FCEE-F7C2-1A23AC45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3FDD0DF-1DB9-C867-7FC8-892F952D1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ADD665D-B99B-50CF-12AA-53AC4EFF6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41495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E3233F4-2AFB-EF74-D07C-AC7DFB68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F2507E9-C1EB-9855-709E-1CE822F0B8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C8627A7-DAAC-C6F3-1142-1F5A38C983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74763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14E8148-F501-D24F-143B-35C10F4EC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C31DE08-3199-FE0D-DB59-74BD6EA42E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189B08-B848-B7DA-1D80-6A864A5668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72201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DD23928-A644-B899-E26B-6B863EDBA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E3B6DDA-ECCC-1CD9-B7CF-C5167EDF84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05F1490-6B3C-53A9-EFC5-46C89977AC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06284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A9ED5B8-8B44-8187-6C39-D0D20839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6CF3534-410F-12DA-389A-448E5D7036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ED48653-B8E0-E5CB-5922-2920B60AC1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22940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A93A86B-2B39-192A-820B-CF7C1B92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5CAECAD-0579-DBE2-2095-2AD43C86C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6DE02B6-DB52-836F-AEBB-B7419E576E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04435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F690A25-8C88-9FAE-283F-F14FCD6B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677E491-EEDA-3453-B46B-504EA5476F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89B3C60-6B9D-0DC7-D412-36F560A26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89796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3264007-5846-2D4A-4FC5-E7D2BCFD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DB3A477-F653-3322-9202-113AD80D4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5F0440-2AF1-726F-17F6-1B92B82AE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28903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0378184-7772-2483-9A74-64A30F0F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7702CC2-8722-C368-3120-4BE04266A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F4A2032-3FC4-CE4B-0972-162A9CAFB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38548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0A90BCE-F893-EDD2-82B9-13E9ADCC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95C3ACE-4976-3012-2AC8-23A2D6F8C6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8DD73D2-80D4-DC1F-3F12-5EED3E4E3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4494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DDE5715-718C-1B3B-2E8A-A474C9D73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B8E0A22-5EEA-14B1-AD69-67D59AC85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59EAF69-BE06-C7B6-9A73-7F9308A845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730726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46C63A2-C4D4-F995-7449-28C30F609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968A1B9-5679-F9E2-6FFA-67F9AE9544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CB034B-42DB-47DE-57F0-D43518D6F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368750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3AF0F5C-A4B3-33B0-6760-A7344DD0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6CDC1A7-17F7-06DB-7D63-4C3B38846C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F1485F5-0F55-FC94-8EC2-C51D926119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46029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B9B6FB3-7EB8-733F-2F76-31BE1B93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9576F25-C1DF-BD6D-7932-4EB61200E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153D1E-569C-5C60-5F92-C094D2AA2C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621729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A069DAF-604A-3B66-DDD8-4D8793FC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B01DAA4-D513-D8B7-C36E-9B75B46B2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EF12ADE-E4DC-30C6-DD01-3CF8244446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8193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F0FE03-FDD9-E36E-3BC4-9D2F0C76B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C292DEA-ED5D-9506-C59B-59F853728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7654EC-D304-8DDA-794A-2B3D282D4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898258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D8F74A9-28FA-7C67-A4F5-E50C0F98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AB31970-1894-A369-77F1-ADAF889E1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27A700E-DA45-172B-1300-AB8935C0A6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08091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184CA38-A52F-18B5-1B31-115AD969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0574159-1AF8-0ACA-FBC0-EADE78EFDE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F375703-318A-D781-2693-67E3E3DBCE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143058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DFB38DF-EC88-8095-4C28-FD3AD9484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5A3F85C-655D-039A-1F01-25C4AFCBA6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F529F76-54B3-2033-6B84-2617B3118C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548830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EDD33A5-DE2F-A5A1-61D9-F9558DEA8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6F2D4D6-7005-2E75-EE8E-1E725E36C7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210DF07-8B28-2647-6209-77057DAA93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243149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56A9156-F990-B8DD-47C0-C973C33AF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6C94FA-2867-BBC3-C0A5-B8B0DBF690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8534928-8065-A7CB-1398-91350E3D36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3864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CF893E5-2D04-5D20-8757-1F49CAB70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9CD4E5A-FB4F-BB11-7174-F12D0EDF44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9EB13E5-003A-8331-0007-547BDC54AD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339459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C1BCCA-9EC3-4353-51DC-046582656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E459DA1-5061-939C-2E0E-D3321B20F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3FC2AFA-FFC5-F5D0-9495-1F755BCF4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32111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5A2B087-E4A5-0476-7240-F2C37C1A8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BCF3B58-B4D1-1F54-73F1-F0EEE44AA8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95221F7-F511-8796-2468-448FF1DFA4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615890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F26E34D-7964-1047-A7E1-1B81B7B6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B28D52C-DCCC-86AE-B66C-0ADC1B2B2B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BCEFD54-3096-9BA3-A7C4-3515102364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201330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75FB906-8C91-C7F8-198F-55B8599D7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ECE15B6-35CA-AE89-9FE1-4281D5C71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127EE08-8B04-F6C6-9BAD-BA8F1EA7F0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7751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BA550A0-3092-9F07-AE4E-38F60F087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4B0616A-4EFE-F728-E9EC-D170043D8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4F09CC9-FD78-CB29-A587-C64D0D174B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60645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CF17E51-9456-D0A5-0590-9F93585C0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A4544B-E333-BCE8-3695-4164758E5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6A6A987-79A4-ACEE-8404-CC55B0FFF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897665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E8933BA-476C-2F0D-A902-424D0A70B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2E15658-2A32-DCBA-E4F9-44F8434096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7FE8A18-0479-76B3-DECC-0F0672579A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979543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3081678-B657-2EA4-9A46-B0084A801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FAD0D61-CE47-732A-4BA5-06E227EC9C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79B90B7-04BB-6087-318A-EC3612F4CD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908361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4DEA24B-93EE-01EA-4DC8-0B3F2735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0FDCB6D-73C8-ED8A-F6B1-696C456B33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5F9BEC6-EB76-477A-D2FB-E1DECA549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64741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CFCAF64-B7A3-09B7-5FAA-F8F80BBC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5109E01-FE56-FFBB-218B-6BBE7D16FF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EBD5B80-055A-3C5F-CB8C-D0A2D480B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48017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B6A84E5-7DB1-0FCF-44B9-A262DAE8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0222591-82AC-189F-FB1F-A578CC69B9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EF13795-1F1D-E2B0-33C0-167387B06B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4353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CE2F188-047A-F216-DE92-79D41EA7E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4C3B32E-B6CD-0439-D8C2-1C1BAE286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390E8E3-C4B2-3C0A-7853-837C0912A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873362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E26DDEB-FCEE-8DC6-25CB-6E8A8D2CD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7891769-2D9F-17CF-4DC4-F01861F4B2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4484FF5-D15D-4042-1B1E-1CF9E5F232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837700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A3FF045-CAA9-69C5-FF90-57483583A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AF98A1C-5222-1CC7-5BA4-39C8192278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9F39BF6-28BA-8E89-A8FE-58C3AFCC3D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644225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BA52A53-0186-F2A1-E7E3-1FB178F04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C17F765-F10B-6322-F878-AA5162FCE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4BEBE64-F538-498F-B015-1859B9F089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10111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4DBD7B9-C05C-6D04-C17E-71D19FB1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49A600F-688D-1FC6-ACE4-377914A205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BE78B3A-E236-75BE-5A67-63A7C67B3D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893684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D2B5313-DBA3-FD0D-16FA-ADF404E0E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AC99CC-2F35-B36C-B1B0-97065A5A7B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8C3DEFA-BC7C-E0FD-8CFC-2FA17AA05D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09673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520C1FD-8917-2B50-9607-F49FD498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1722D94-A5E5-5A60-A082-1EA2E80994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9A3995A-1824-BE21-878F-BC809ECB0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868064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B145334-80D5-9F16-1C96-72951F839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6EA0F35-B8B9-6A2F-9926-4F94A95E51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5FF9914-6AAE-116F-C9D1-BC1C917FA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07201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6B3B01F-D202-AC27-28FF-198380E70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0E8443B-295A-D4FD-A1EE-485A53974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3B69F60-7052-C112-49D5-312DFDC961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491316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852B4A9-FCAC-2413-66EA-707115EAE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C2B27CE-3B3C-01D3-AFAE-5D60E25E2C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4E7719E-36CA-C1EB-CACE-BB93F2DC6A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25793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3FF1556-05EC-E9CD-7DA8-91A02C2AB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9BB8E05-DB98-F90C-BBED-032ED8276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C712E4F-C862-81E2-D3CF-014544D585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735733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D788436-E0D7-696A-7D11-17986CBE8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EC88F5C-1653-A8D0-5BC5-FD79204D25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59692D0-60DC-DFB0-2C96-A9143D8AB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67848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A0BE8C0-364C-B425-333F-F6D2E4AB6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4C4AC95-8764-1651-A605-EED46DAAA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46A152-CBDC-AF43-2108-72E184DD19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20728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B6A5B7A-37AC-EAC0-F5D6-05891D4D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202645C-5223-B3CA-0C33-A4772BE1A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64F415B-84D1-E588-44F2-C57B4FEF99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64225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AF8C5FE-4BA4-3304-127A-42E33951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4798AD4-DD5C-D6B4-2B38-7010524B90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9830E51-E56E-1E66-71CF-662915FBB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371830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4008F14-E52D-AAFF-15B3-7FED27AA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906B82A-AFCF-3B77-9666-673A16E0D6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9928D0B-53C7-8D84-A1CA-7C6405E21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449949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E8503D7-3B9F-136C-BE96-FD65E254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3B4A842-A6B8-6246-1163-700FC58CB0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4488F1A-3135-B3DF-6544-F04556F56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473419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0099254-6CEF-CA6C-E7F9-BAE2EDA1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0E9615A-846D-24CF-7C1A-2CFD98B99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EF3D45-FE0A-88E5-83F4-7D37A9D2D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85610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87D2565-2E1B-5D11-85DD-A99DB36A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DAA81F0-2453-7A7C-6AA6-C316AA2A19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3921330-9BCF-CFAF-480C-847EB71112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28791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C44DF9-19FD-833C-A48C-2EADB3C1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3FAB540-DE5E-9141-A622-8F4AA0E5F8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2B6D53D-99F3-93FB-0DC2-53EA9169CF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61428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4CBBA46-C99E-D436-62BF-B5B649E8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681D74F-EC0D-9CC6-D8B6-D2891BA24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B350A3D-B8D8-5D32-477F-3498E9B332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647834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6FF9A60-00EC-BF5A-C22A-B9F132458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9637AF0-2AA7-8995-2953-DFBB47333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A5F61AF-2F0C-23C4-D2CD-392CC02240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51333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BC3D6E2-8A5D-9CB8-5A7D-C420F2E7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D45D6B4-B24D-E2A8-8CDD-075977D092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36ACEF7-DBB2-3762-62B7-9F5235784F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49212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F060C54-7A1E-6010-93A7-78B0E159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3F28535-1863-5F76-FA34-CA496AFC0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D58D6FC-A41B-45D3-1D3A-CE27A2EEA0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781022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D9C076F-3ED4-1365-0434-C071160A7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1BDFCBD-F3B0-9544-285D-A4B911B29A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5A56A61-A262-B550-03FA-CEAC15CCAF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53057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034CCA3-6702-CC72-36B2-0C601289F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004E359-F7F1-15C8-6010-C1B407BEC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F77C2AE-4F49-A0CE-2E80-80300EDF49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3711218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B2589AB-93D8-CC42-80ED-BF269D0C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4361418-49E1-E10F-AA63-5EE7AEF584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A346630-D5A3-70FD-4C73-B00ABCC43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343471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2A74FE3-CEF3-0B3F-F9A1-137D34CAE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EC57288-1C05-BD65-9F32-C308E3013B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22F9DC7-A79D-98FD-338F-3F1E58145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864420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60BC609-394B-F042-F041-0213DED8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4C42829-4349-C610-F685-8383A66B68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4ECF1C-08B6-6A15-C830-781FC5EA5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40997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923DFC5-8385-AFFA-BD34-7CFD25E72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0665B76-714D-E0A1-B767-C7AF13CF9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7DB6C87-F60F-733C-01EA-5A38D500F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865854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CF06DE6-B0F4-04F3-4FB0-AEEF03EB9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C1F011-8F58-9A91-8E9E-5F66CE300A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58AA620-9282-3A4E-A4B4-395367DC5E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103904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5EF404A-ECC6-CB6C-1B74-FF3113577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D57FED-C528-0A8B-8DAA-80059286E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DE5E289-8946-BA1D-A4C2-DCB0B833C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9093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46AD82F-9BCC-F526-512F-F75F00AAB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0765DC2-B402-F92B-1843-CCABE240B5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C5EC320-DA41-C3E1-73B4-F1DCCC3A6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03019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7825E27-FA59-AB84-4C28-A9689EDA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0E290BB-DB74-134E-1484-B962223CF4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C7D322C-8E37-C33E-F9A3-78EEC947F9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981781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2FA5C52-65EB-C59E-8160-C382E02F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0FC8256-DDE8-9242-415F-1B6FBD8DF0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C178493-C419-B12E-EA69-E6E7D8B14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352146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56672E2-37A5-C949-3E7B-840EEB2F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8EC4689-FA81-CB8D-1F73-3023BA62BD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F95EF77-79CC-63C5-47CB-523CCDD18B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39510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7B8025-CA21-D4EC-40B6-FA3E4FA8B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12D1F08-EF87-FA82-7479-370D323866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3C31C46-6B83-6D2D-820F-7C7FB88D1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901965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5E99EBF-69E4-6C83-2EC1-EA97201EF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ADC17B9-330F-6107-EF32-BEE5E4F9A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EEF7E3B-87B2-E382-C83E-9039061E6A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0838047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D361A41-AD16-1292-3172-72B503CA0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4D5D706-40A2-5558-7843-D77F6619C1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1934818-47A3-4DC3-A258-975A655F17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321021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403B21-997B-54D1-98A5-05DB4ACC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D5430D1-FEDB-598F-70A2-784D64C0E7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8336789-AE9F-635D-1012-B74A92DB02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748397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0541E81-5809-329A-8E4F-3EA6AEC53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BB2B3F6-7B62-F86D-C58B-80127DAD4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F35CE26-2AAD-1839-5728-B39E002015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27785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F29D144-3E4B-AEC1-1160-B6317DF80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BD680F0-8714-CE8F-3A63-AC3423B97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CAF56D2-921B-73D2-C261-0A650B96C3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7893404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4AAB134-7561-79E2-997D-D373EDDFC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D805349-A7C6-C412-D4F5-661EC1BC4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A2B5B27-DB6E-5203-F30E-2339D5FA0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44631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E52827D-FDF0-255D-B444-865C8DFA2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A693C05-4594-0166-A7BA-F2D643611F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26A06E3-4E8E-E3B0-B331-2A0E46B48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0097103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B46A7DA-08B7-462C-A5B3-E937250AE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BD6A142-8003-7178-152B-C5B49ECDD5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B41812-4FEC-9CE4-CAC0-41E2E125D7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2350923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4C5B229-0895-3B32-F24C-B3A36538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5E036F6-642D-1407-35C1-E1FA93D14C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7EF2DDF-A5CF-EB99-086A-CDDCC0C8A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2438693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B065158-6592-549E-8902-0DA812DB6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F1C1601-A11C-D82D-3123-F1A95D78C7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CE64672-C5BB-0C35-2281-C3C9ED7D0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5556408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84F2EF-200A-6CC9-1798-A067AB109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CAA83E-2806-C950-A9A5-26D122CCA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DE2DE8C-0640-04FB-124C-0CA805FCC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2886203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4315514-3682-A31B-D496-ECBE1868F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5E70EF6-D872-7D0E-44F1-723B0693E1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972414-48DE-3C84-549F-69E9DF829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18604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0D32FEA-5A78-C113-C971-C8A6AE73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5DAD44D-B15B-A5D0-FFF9-5013B8B8D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0B43B7-515F-8BE1-73E4-F15814F828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5035284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47165B3-B5FA-F1BD-7032-A352F0CDA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2D25097-EF7E-F4BF-EFD1-3CD5AA0984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D3D5B26-247E-8BB9-03AA-A44623FBA6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991347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792B955-A337-7FA2-F40E-130A1CEBF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9DCDCC4-10BC-C857-4044-2ADD2BD16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4A7764A-5163-A305-DFCA-A5D4DB560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413142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9B90AC0-D423-2F05-D13A-7965355F1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010D455-5A06-F1DB-B734-D4245591F9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1097EB8-A694-03AE-D283-B68A37E74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6453589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1E2DB5F-1BF0-C0AD-1454-6AB9579E6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84486F7-6C8F-AB14-0F42-8B591A417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B130FBB-5FDA-6688-CD56-ADF5308879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4285198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3A98839-EA9D-6E0B-2A04-77F2B34EC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D05C004-78B3-C7FB-0885-BFF1FFC6F7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BA37088-BF9F-A7D8-B9D3-E17AB75694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802309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50CD014-F1D3-8A61-D258-0918A603A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3C0D57-924F-C8EC-E792-47FF240A5A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D8B846F-35CE-6CB5-C20E-5DCDC6ED54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929139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B8580E9-1D43-7040-4D72-368C764E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16EE6A3-FEC3-AB83-3217-3504FA7123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9B4525E-32EF-A450-E37D-0F0BF2946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5631189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236B76-D923-46B5-0D56-4995DC41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F71B09C-B72B-6804-B62B-FD8B3C43F8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CEF5D38-0B40-65E7-2F2C-76E08018F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39553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35425EB-8F04-6F5F-A7A1-339047307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A343D77-A87F-33BE-1237-C3D9E8F21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A748E3D-DCE1-1135-8505-FDBB036CA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155727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A867589-D658-087C-D5D8-34B56E19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971F55B-4D11-B883-7CE3-D9C068FD7D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374E50B-14B3-EC06-BCE6-344558191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4612534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B4BFA6-9267-B6D9-4ADE-26B8D58F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58260D-DC6B-180B-92C5-6C1574A1F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1B6A0FD-77ED-EBC7-6E28-790282904D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717636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E1F959F-3013-6612-9E40-8D3DE6F80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C45B2B2-9EEA-25DD-46A7-B196C965A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209F12B-3C81-F37E-FEE6-E5C5B1BF8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2259777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C451B70-8801-ADFD-CBEA-A7380FAE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7447347-9403-6D64-5079-3F42C205C7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FA6F9C3-CDF7-23D0-31CF-5B86F0966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0430953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1D72771-AB64-5D11-6642-69617F3DF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8E2BAAD-89CD-A239-99DB-FCB6130317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57A283C-C441-A4B8-3FFB-DDA08AED1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86565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7DAD835-5B12-2E3D-9769-7AE6517E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3F019D3-ED87-9025-5C3D-CF569E690B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DB70223-625C-E4B9-08CB-945BBAE506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0573116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1DE7A0B-AED9-8D20-F843-3E05AAD22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707E34F-1E64-B217-9A39-FF0923A113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7806AE7-D3AC-7CD5-FE0C-D0E2CF416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0798579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7A9CDD2-A4F9-A226-97F4-D8C5AAAD6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09DA3CA-E2D6-0E21-3057-94BEEA13A7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310C971-5A93-6E48-8499-356D86F177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06220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BB6B337-CF67-5196-8F10-E1D1334E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06F76E-08E7-5131-278B-80004DD03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962A241-851A-495A-0EC9-C8DFF710C9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3576367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B4312D5-FCC0-FFA2-5590-F1FA2134B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625AF78-825F-71AF-951B-2790D24FB1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0C6D8C6-DD2C-5F8C-7AD4-25B0228C6B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2008118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80F66BA-B1CD-E33B-37F7-65463A29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C16857-9269-7A62-AA75-057F4804D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791BC35-1F7E-7047-E9E1-D21C9B139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6765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3689F38-7C00-2D8F-1874-9E01EF7A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02DFF22-1260-4DB6-AAF2-B06A6B4EB2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C9DC32B-35BC-6865-C122-2D1C871942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5728139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250478-7256-730B-E914-DE28F76A4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5A16D44-4D66-B90A-7FAE-98701CF2D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94C50C1-89F7-EFB8-AA60-8D04B3286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0040088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D7015FC-52AC-83E6-2579-AE367F474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26A34AF-6C22-CBCD-E648-7BE6E5EFF3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AC423A4-146E-D425-6146-80E964E2EC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906660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3B9031A-2F96-A164-E1D8-AFC19145E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AD6824-F405-3552-E9B0-1FBE26926D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CCBDB02-1D37-D280-ECFB-27964A8CF3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426551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10515C2-02CA-EC46-8D22-90876EFC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898E9F-AC0A-B78C-B5B6-E1E35F9EA7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CB1FF14-7969-B46D-CE7F-F31B9174E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072708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CB7BCAD-FB48-09F5-49CD-3290150FA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19DDCD-F2C3-207E-C49B-106235C76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68FE543-66D1-C5F8-4C9A-561A69D2E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593673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FD9E6C3-7485-71C2-86D2-1DB0070B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2E5364F-DC7E-0BB3-7EE0-E30EBE37AD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6844DC5-7C76-D7AF-D864-1A98A15CD5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8280084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FC26A1F-480C-6715-AF66-640AA632E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DA3775B-5BEF-55BD-EC65-DD36E7739B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5899B7B-7347-7283-C1FA-D1F9103346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31957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F46A53C-4536-5AA4-FAE0-F7C916867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8FD2C8D-63B7-A039-F76D-B0A23AC95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616A7AD-255C-D89D-A734-49F6899E87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417278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5BA5B3C-94A4-09A6-9E48-FF2CFEAFF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B8E1F8F-85C7-6715-9CDC-DCB7A9104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693AA79-1ED2-612F-FEEF-26B2ED1177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3784738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843CA39-1239-2602-22C2-FA62441E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DDF0D5C-EFB8-9C3D-4C43-F9311E071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FEA539C-9C8F-C91D-D1FB-0F55EADB01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849872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76B067C-FEE5-729B-B122-6BF69426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8F0C45B-479D-53DB-36B7-EEF3194AD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E7EC7F2-1920-8096-E3D5-79CD44A1B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859658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0129A4A-4884-527C-D63A-7D8E0B5EC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C7F816F-47FB-A4AD-5F43-E42027D70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3A39CF5-ED20-133A-77A8-95E722E96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225538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D27A50E-977F-05E6-331E-B23F47A5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66A8DD6-F4C7-AA26-7223-9293DF3407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5112973-6FE4-BF7B-7866-40C4722670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8998349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33AE807-B404-3C96-29ED-592F0ED2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76238F2-FF17-4040-615A-60A9D6F171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8BCA3D8-38A6-62F8-8485-F635C5984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0487772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40455D-990D-A41E-FCA5-E9167E307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3B18023-67FB-5BD0-E50D-C2CAF294D1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15571FF-3A8C-98CE-CC6C-8283B12EC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264785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42558EF-CEAD-1D33-2D03-7284269F7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96D4333-EC8A-5D0C-580B-A74CE701F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43DF4BF-C77B-AF66-9FFC-D098E02EBC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8245587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9F6FAE3-035B-DD3B-5032-EEA187E6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029D6AA-408A-6E12-6380-96FBEC2C9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CE71F24-19C7-F4D4-EB3B-2FF64E4CD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069436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9454B0F-5229-AE06-8FE8-761C89B6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CE404DB-6B17-3D4F-3285-54BAD80024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83CA0DA-353A-A396-1BBC-FAC7848713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0394586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F7708F2-D744-CF6B-AFA7-694E4410D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8D3FBB3-2FE6-C846-4EC8-563DEEF85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B66AD3-283E-2409-BF6A-8E364FAD9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502452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5D0E1F-B350-C030-7322-E9C3071C2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B6B625D-AFC5-6D37-38FB-016561FFD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E65000C-A607-7BCA-59C9-EFFEEC7F72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4669239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75C65DA-D4E4-1A5C-4772-167805BC5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BE4A26E-7843-21E7-481D-1C9024D814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8DEA2FB-606D-DA1B-3FB0-1A1E521F04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5006442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542A37C-D871-2B5F-1B56-4A6160FF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937D35F-A28E-232F-4B0A-3F0619C7C2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C79426D-4BA2-3D77-F3C1-D298F6EE3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0117820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54B7E57-FB79-E5C4-6E47-A7210F78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15FEBD2-CFBF-B15A-E606-FBDC86A0E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EC11968-1085-ED70-7DC6-B5CB7C5A80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6781714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0297BCD-9B92-43FA-20B3-80A7C629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CC26FDE-CC56-3FDA-B2EE-AEE6F80CEC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FD1BDB-4577-D734-734B-29F785A7D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279576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BADD26B-E69A-CE91-FF9B-6CA5DEA6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39087E7-5ECC-6C27-4660-61DC75D00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66C3A3-356D-7F6A-9551-303E4D3CF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6295829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B884DA2-78FC-5487-97AE-6F12F905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0848AAC-004A-4642-DABC-67B267D715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DE77C46-EBB4-6671-D3F5-080AB18358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5346062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6FC7EE6-06EB-6F7E-3CF5-F53B1937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E1A83B3-C01D-7BA3-5147-E81ADC9CCA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BCC52D0-6706-BFA7-9034-B190757288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12344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4D2D9F2-2FFA-1F18-2E5B-71B747E3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69FF215-E522-0A2F-AEE3-2E21052AFC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94D25A7-E820-4E36-DA56-830806CBF7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4021763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639851B-FFF3-0E93-996D-B3CD0AFDE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C45BD3C-96F9-A3BD-A7DE-FF65698CE9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F570056-6977-DDC4-91CF-D327AA621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269982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65A558E-1126-C604-49CC-036538ACB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F152876-B88B-9D20-4D23-6051DCE4D9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EE5E042-EEF1-D503-0BF0-594F99BD26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208112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498CC0B-0690-275E-72AB-A5DBBE91C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E9BC2F5-87F0-DC5F-CAD0-70BA233641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645852-5872-5910-C149-AC8C209834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1866346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892B44E-DDE5-CD3D-D625-CD6A0E19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1E7AE03-8EA1-BAC8-3DA2-838E8104F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E085224-1BE2-F28F-13B7-2DC70FD7A9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9331262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EC32065-B7DC-A975-EB31-2D33870B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58573B3-2A34-317C-7B94-44860C651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F30411E-B274-7A44-B6EF-015D542CD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5997003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48670DA-9418-6231-25FF-94274FC93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E3AEEF2-BCF0-0134-C6A7-AA14F2F01F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B2FEA7C-5C0B-35E9-074F-21BA7376B4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9381224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C85366A-411B-246F-8436-27BE67974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8D0FC40-CF2E-1A93-B278-4F9E1A30C3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503520-F273-0914-2126-5C6515C0A7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166589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F324C0B-F6FF-9325-3AA3-F0A747735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36FC93A-5880-63AC-E265-9E54E957F7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458CF6A-A42D-AAB1-9656-0505DE38C1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69966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D47FF9D-B156-FB4E-FB11-8E92763FA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6C416B7-102A-9FB8-206E-9CE0E1788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06F9351-9340-F068-9984-869D81C1D4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7132460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49171D1-FBD3-69CD-1B43-2E668AD7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B014B96-336C-DF6C-4039-443717BF0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F753945-7578-8C2B-B43B-D6971979D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297656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C8D22F0-A209-05E1-F3E7-E8417C11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26B2ECC-6014-7F6A-A135-AC2B925AB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D44429B-0972-7C00-2A62-47A2879BC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9560776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AEACE0B-3000-D2C7-4E6E-250628D75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F791E62-1969-C406-03D7-3EB3A0550B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B7AE5D-305F-A542-3318-70A9515953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4535866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2F6F40E-EFF0-04CD-49A6-4F6CD709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68EA494-D430-42B0-B6BB-86311A93D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E546B16-7F80-441D-4509-0E105CFCBA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0983608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FA813F0-01A4-0A5C-47E8-6AF692AA0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DC13617-E1F0-EDA1-3718-42C2E86B80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5F50409-450E-4140-002A-A3980FF89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2352503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23DE870-A8F3-242F-0A10-C435A8231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7AD9505-7D93-8769-BF9B-3BF3C98CE6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40367FD-AD80-0DF4-28E8-DC41D5768B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7624239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DE09E51-D0B4-785F-3A95-61D23FF3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6715A2C-4DB2-0E9E-F8B5-D029F15EE7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1B79BEB-7078-43DC-F55C-DB516C8B4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4141026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4766E13-1852-F8C4-E089-9B429946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7801CA2-5407-0B32-B1CC-D785443AA3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8582378-8049-EFC2-2E50-9A3C4D4D14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8474369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2FD236A-55D6-9077-D0A2-FFB73B72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6FCC65D-F05A-96AE-B2AB-7BF29A025B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98F548-4652-CB3B-5957-F8C26624F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5482895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DA45FD0-D37B-E5E1-2868-8C621A92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FEC2F31-1CA6-BFE7-6EEE-AE76774C62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E27DAF6-186B-E100-1D3C-85BD7CE70C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855069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B26C528-FBE9-6A79-5456-9D87532A1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28B4CDE-0B0B-49E3-1DD0-C47A50E77C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8E9EEDB-089A-4C45-D850-C24C7F89D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7977057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74EC784-0EE7-8C8A-6268-8F129E99E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972176E-62FE-CD12-536A-6216CEF5F1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675EB82-EA45-7234-F213-5AAE8D218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4923037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EBC731A-A46F-5593-E957-6EE7F68FD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EBFAE4-F792-8078-D699-FC791271AA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50454DE-1BC8-6398-8ABB-01FC8D8CD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0046625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0C5B9C1-EF4B-B7CD-76A7-F5A1E4F02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C3D030A-BD81-8CDC-28D7-50FB4153B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C6C8C33-7DAC-A463-CD80-766455A658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121616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0541E15-11AC-E118-35B2-1E12419A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9014782-BC7A-15C0-71ED-D3373E3630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44F7D5F-D8B1-AC3F-4638-066DD263FB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3983769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DDC4A9F-0098-3876-5583-7A938F672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DF38E93-E9ED-9A77-4125-ABAEE9975D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5C92BC-6588-838E-3D65-13EFACC0F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0216457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32D7581-43C8-8BA3-5B52-E400C1B2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AD7AA2C-98B0-7365-A6E7-1144DA9C5E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D25B24-8D5A-5C53-F95D-AFD911508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558084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92E0704-8C5A-4297-8C13-5F61A35A7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D3F19B0-022F-E828-C368-BB770AD924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0DCEB41-4FDD-14B8-69CA-7C01F98C1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93436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EFFE9F8-FB11-4BF0-D740-A7B2953B7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87D97F-5BE3-707B-8F11-9328049DF2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77A0792-F4C6-3DFE-67E7-80D3DBEDFC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220794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939EFD1-7F49-F08F-B4F3-6E744500A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F83E352-666A-5146-44E0-2077A5841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4A8D1C7-7462-16FE-4CA8-217428861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809764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6364CD9-E4E8-52D7-AE8C-8FAA7A51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B942934-6933-D182-A73D-F6070EA33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7A10B86-0A09-7D7A-1A21-5D0478CA8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7292327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4CA0700-6BC5-B159-2261-25A3901E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865581-A6AA-EB35-E814-53FD20630A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E222951-6DD5-B0AB-9D46-B5C6554580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5242370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9737C42-3434-49DB-71D4-79BBF042F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FF3A4F6-2831-8DED-3312-4FD3090DA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A86FF1-637F-D774-FAA1-E07A98EBAE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8842632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FE6B5DF-D4AE-0163-1850-EC51A6C20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81EB2E1-0F5C-52EE-6A4F-DE6A329217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00A2286-56D0-1FE7-CAFF-B9FED1C367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3469152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F169055-843D-4C5C-2B5E-0871A9E47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316E947-5E8D-6CF6-82E6-823FF3689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9C082E9-5147-E8E0-6090-6FD1EADE49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2980525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9E30640-2382-835E-77FF-AD6FE5D4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82DAC77-74EF-DCF7-D823-34D4FBE963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8FA76D7-B5CB-C337-BC3C-C1D474674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0063113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CE45508-D437-BE8E-9A29-E0DBF9550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552C828-2579-2042-B26B-BD3E331230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824371-EF5E-9F8E-4160-307AEB8F8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7471039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4E8E01B-DE97-BA94-7FDA-A47F3571D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AE17B0B-1710-D4D5-48F7-B789BC93C1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6AAB55D-8B83-15E3-3E55-3521E97694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1395004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6523456-82B7-B049-1234-CCA47AC38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918CBD9-74BC-E25D-C343-9A935F383F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BEBED3B-9C87-1436-C526-81677E4D7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7492246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0B5236A-8288-7986-7537-18FCFECEC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F9BEEB-1DF5-09A7-A309-064EBEEB58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311AEAC-C765-CCB7-94EF-D631DCA3E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229642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E832422-7614-5055-B446-D023C400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595E322-441C-9DC9-83E4-5A80EEF9D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38E4F18-064E-545C-6B0D-34BDF38BE4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24648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EE7F42E-CC8C-44A7-0A34-5ACE73AE7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D60EC74-15F4-7E73-493A-4F08231A0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2B9A4EF-5E66-EAB8-F304-AFFD38E23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340577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3AF27C0-216C-2050-6CCF-F93BE820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3AE9BE3-345A-CBFB-2C73-CDE52B64F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8400078-CE86-9C05-2C3A-26618BD7C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1457569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2D5C379-BD45-DC7A-CC6C-058FF493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9CC1394-E344-F7A3-0095-CF2390FAD6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62D9A48-0C0D-F3E5-1ADB-C8E445255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7790840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F0AC4A4-A071-877C-D3CD-FAD2FDF2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2F66150-8F9C-BE40-9BB3-A25A04B43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7E95823-0144-9F01-D686-2E854EDD07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329697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4B7BA19-FBDC-5582-DC48-25D39D7AD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C6EFB8D-73D1-1040-86B6-B6BCB2E6D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70C8F3-60A0-4D36-46F6-1DF8A2D2C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1344058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472773C-7AD0-DF37-94B0-948A15053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A737907-08FB-6B47-E241-05ACC5D1E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90C38EC-8A64-C19E-E23A-B60C60F757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6194202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933097-D736-F33F-2102-8A1A8324C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201320-5A57-5F65-F319-E19AA90BD6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1FAD8C5-C542-F1EA-E184-A0D6B394B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5229769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FB65175-65C1-4BB3-D37A-0272D600A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D09C816-6F57-DB6D-614E-6B8CAE3B8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B7DA1ED-85D5-2A0C-A4E7-CA6F67E4B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758043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8323099-CB4A-32C9-02C3-14F24E19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34A00A9-853A-9562-761F-E55C34476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D9CD489-DCE6-2641-D3C5-CA229DE9FB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399379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4287DCE-D30C-1DD4-64FD-B83A6252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6B532EE-62F1-2CF8-80E1-05424D282D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EA12F84-7056-CAAA-C0C8-76E7478C0F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0393066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07E40B1-2F31-7FA6-B8A0-53F2C07F4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EE13A9D-3DE7-4C4F-BC27-1D97ADC5B9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1F3F3DE-E560-17C4-633E-B227A00313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6554640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73DAC20-6793-CF03-BCEB-D0EC793BC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6179177-996A-EF97-A2F6-BD71BC9A8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B112BA1-4577-1747-FC9C-F24881D124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4849449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9B9A0AA-0A77-EAD1-73E0-6C0B7070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08AB09A-7B84-C8C7-A423-62924E6F7B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C4F69C9-58E4-1BF3-33B6-EBDADEA2C4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6925824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81F0ED-4762-03BE-6AF8-5800BF2D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0D6D15D-4386-9291-9A6F-93D9C220E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A00053F-FA26-45FC-CEFC-02C5803E8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135393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949C392-1C27-FC60-3A04-9A362EE9D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4A2087B-385F-EC4E-8129-0E48C71101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B301E80-1EA2-2D5C-6D4D-8EB9C260B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0301969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C45620B-C10D-89AA-51D1-85988A66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4181137-0370-6A30-BF1F-5EFB382784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00B1555-C88A-5E42-FC81-9BA1D29011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0517932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stable/reference/random/generator.html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stable/reference/random/generator.html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stable/reference/random/generator.html" TargetMode="External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7: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Working with 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sz="3000" dirty="0"/>
              <a:t> Arrays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907028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November 2025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0/14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FF92D570-8CF7-921F-0ECD-B855C1DA1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5F0D546E-20DB-B31E-D4F6-CB06ABF01E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7EB6B5B-52F2-682E-2554-CA33981F50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7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0DBC9E53-896C-7269-9958-F95490FD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9EDD0425-FAE1-C9D2-2EBD-28A40D7471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F8267888-6F88-0BF1-54E6-71DF9312D0F1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7: Working with NumPy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385034D-22C0-267D-894C-0A3293B0356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11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8ABE7CB8-9C96-7152-18A8-3D86D4275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EDF4B681-B630-55B0-9663-9699FF38E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1DBD3D3B-5393-F7D0-E36D-3BDE52DE6A2E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7: Working with NumPy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5674DA0-7251-5018-F2FF-DA11B64363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6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80D860F5-96AA-81F1-5A26-A7627F46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9EED0D4C-9C35-1DD0-233A-E641820544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F37FA438-D2E4-2E8D-6BE9-72B5FDFFA620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7: Working with NumPy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7AC773E-F7F4-D058-F1D4-6DC110FE301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00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BAB9D9FC-F71D-B407-AEF5-97A86A7F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39D2C48B-7C05-784F-30C5-A3AB660E65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82A390D4-7566-5E83-F8A7-AD3C73B62D9D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7: Working with NumPy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 generation functions</a:t>
            </a:r>
            <a:br>
              <a:rPr lang="en-GB" sz="10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108E513-E8FE-AF3D-3FB0-3D48E7BD71A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914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E424DCAE-C134-848E-9F87-7E0E91D0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C03C466C-D80B-FD5C-39D5-8BF4FE2C2C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44D72862-67F4-A2E9-057B-9ED0493C9387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7: Working with NumPy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 generation functions</a:t>
            </a:r>
            <a:br>
              <a:rPr lang="en-GB" sz="10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Random data generation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4725A8E-DE82-8187-FBEF-E44CFCF210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193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7E24D30F-D0C0-3F26-07EE-F11812E5A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19C150AE-CDDB-9002-5DFE-B8B3A29BAF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96B9E82A-2A70-8C6A-6D31-7D1C710C4DC4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7: Working with NumPy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 generation functions</a:t>
            </a:r>
            <a:br>
              <a:rPr lang="en-GB" sz="10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Random data generation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118C8A1-858D-0F8D-6F1A-1B015EDAC0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191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7FB50B6E-FAD6-B0A5-63CA-3229237F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60527938-915D-1930-6EDC-34AF11A13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1F2FF773-8680-0EC2-A0C1-955D67E7E2F6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7: Working with NumPy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 generation functions</a:t>
            </a:r>
            <a:br>
              <a:rPr lang="en-GB" sz="10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Random data generation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8: Plotting with Matplotlib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Figures and axes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Annotating and adding features</a:t>
            </a:r>
            <a:br>
              <a:rPr lang="en-GB" sz="10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Types of plot</a:t>
            </a:r>
            <a:br>
              <a:rPr lang="en-GB" sz="10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Anatomy of a plot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818E810-0FF2-7391-2C4B-4D971B66CB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280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1593632-4142-3BB9-FC4B-04D3553D8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DD48584-0616-9F05-D7C0-1D0CAFFE50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D0F6DDD-6762-B464-A4C3-D3E1E633F1D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89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59FFAEB-7C7D-9D2F-B758-42C9E166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992BD36-7884-3EBB-6970-1532E31DB1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37BCF20-DB82-81A3-C9DC-0C16CB9D0C9F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met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9AFA1B3-3F8C-3C18-8DB7-10441F04F0A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7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7B4E74-2ED5-7DC6-7BE2-0F2DA755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7A4C959-236C-99C5-71D5-DBDCF817A1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D7494AE-A1FF-1BC9-795C-57D5A40D1053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met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9F11A9-2B41-3E91-68F7-36400BF3CF1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47DD0312-1C1A-67DE-C25F-72C89C7F4E7F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37540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88F6ED-00E4-8979-7282-7764CFC7C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5F4AA41-4841-72F5-9A91-56A2991405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0AC4363-4F3A-75B4-AB59-427DF3413C38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met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356BC7C-72CE-5D5E-9307-71933E97649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F7676497-F50F-399E-6FA2-B9D5AF021FED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12D2A9-A2D4-F4A1-F250-44F6EFCB746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69568" y="417642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6862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BCC2440-4D26-92A8-3B04-C2E877C70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CB0F477-F550-BD7D-B843-6C16F6BFA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7D1864C-D3F1-2B85-193B-BDDF74ED7637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met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particular, we started working with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E56D394-535F-D800-7CA8-1D54802007F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A180D181-E5E8-F7FD-5CF2-FA8E6C979366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FCD4DF-6273-C961-B61C-21FCF4AD692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69568" y="417642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70364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0A7E64A-245E-CEFB-6BA2-7615FF95E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B6992FE-CA01-03C1-93CB-4D54DD2DF0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41E2866-3B88-11FA-9380-0201F878EDB9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met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particular, we started working with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7B05200-1A09-5FE7-E350-422B300FD2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6BCC37BD-89C5-4242-5A86-0F9264C62279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FFD58C-381E-1BB1-0525-8F315BE2F9D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69568" y="417642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88BB49-64A9-8AFC-E874-845177D801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40001" y="5300091"/>
            <a:ext cx="4425633" cy="2866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81795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B3BC20B-D1D5-9B95-6FEE-86CEF9BF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CF2C14A-3690-65E6-58D5-F5C4933F62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8EEA90C-5843-2406-17B0-44A22C1B76EA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met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particular, we started working with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continue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58BB2E9-8B20-2CB8-4491-DC9AA57B08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EFED3D42-80B7-AEC9-72C4-46BBC56BFC04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FA2C8F-B879-C27E-E5A9-24023CD6B61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69568" y="417642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721159-A242-B487-6D52-AE89ECCA06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40001" y="5300091"/>
            <a:ext cx="4425633" cy="2866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4755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6D0956E-F82E-D4C1-29B4-E88D6771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0A42587-4486-5A28-9592-ADF8D45418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DC7CB64-944F-E756-E5D3-FDB59AD91D1C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met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particular, we started working with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continue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 Specifically, we will look at: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935BE0-F194-83C3-FD03-371954034F3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756981E4-7E70-A934-89E1-45C345995864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0273C6-6B97-6107-DAC3-76D8300B0E6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69568" y="417642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A9F95C-79AC-FC60-9BA4-7F19A79170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40001" y="5300091"/>
            <a:ext cx="4425633" cy="2866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4708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37B5C4A-00E0-8A59-0E6D-039391C53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2F8C366-168B-4750-5797-5ABF9DAB94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44D40C1-8A8B-26A7-080B-AD67FB97324C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met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particular, we started working with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continue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 Specifically, we will look at: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5C5065C-1C9B-FF35-2394-8E9C8086B07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46CC54C8-B2C4-CDFC-BB7E-360ABF2B7C27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D598FC-BD78-D1EA-1635-404C8C32962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69568" y="417642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2059F8-0F89-2D7E-88EC-B4A624D114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40001" y="5300091"/>
            <a:ext cx="4425633" cy="2866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64822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B327492-EBF1-0F0A-FD71-EB7FD2AD9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43223C5-EEDB-AA55-32B9-6B79CDD059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A7A570A-27B3-E849-96D2-F07531298E0D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met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particular, we started working with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continue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 Specifically, we will look at: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EC4DBD-1A54-E574-FFF0-85148C7B0E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9B709E83-960C-F7BC-112C-1558E280B164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C322E2-64A3-5FF9-D26A-DA282B8C43F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69568" y="417642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4457D2-6627-05BF-B9AD-C3EC5BA7DF2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40001" y="5300091"/>
            <a:ext cx="4425633" cy="2866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7234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D026D70-D674-AFC3-B741-4A87BD83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E40E54D-EAEB-4012-4A39-6023556EC6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79C5EC6-CBDB-AD5A-A661-2D5ADA20C55A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met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particular, we started working with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continue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 Specifically, we will look at: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generation functions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FFD5476-BEC9-B759-8ACD-A87916B145C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817954A8-9CE1-B7C0-56FD-50C66EB509B6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873E21-0749-152B-2455-0F27F1513C2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69568" y="417642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D3EB3F-712E-AE0D-FC90-04AFC218454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40001" y="5300091"/>
            <a:ext cx="4425633" cy="2866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79709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3BEFD52-42B8-2484-9574-3E80E130C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F5FAE2B-EC50-16EE-AF9E-1E6B89F33C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EC024C5-41E6-23D4-A7A0-43A7131354D0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met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particular, we started working with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continue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 Specifically, we will look at: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generation functions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Random data generation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8882C07-5D83-B776-49E8-89538CE2B3E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F6C64DF7-9EBE-EC8A-E96E-60F2110E19E6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402BCF-22FB-7B8F-A0C1-D16277B86CE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69568" y="417642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FAD92D-2C27-E920-1926-64B90DA5DDE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40001" y="5300091"/>
            <a:ext cx="4425633" cy="2866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7247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63498FB-935B-CD04-C07A-C813DA35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300A5AF-4451-A154-E57D-6A6AB65FF5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Overview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13C7730-9C9E-3325-7AA5-4DF2091925C4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met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particular, we started working with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continue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 Specifically, we will look at: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generation functions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Random data generation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9E8C0E6-F1E1-6A7B-05CD-AB832DF813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AA07F1DE-A06C-7466-B3FE-F9F322FE5BD8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0F00E8-E388-8A4F-C4EA-F5456F02466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69568" y="417642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9408BC-4748-686F-CF49-AD8EB3F4E12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40001" y="5300091"/>
            <a:ext cx="4425633" cy="2866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10D92BB-F212-DD4D-C325-D49E37F269EC}"/>
              </a:ext>
            </a:extLst>
          </p:cNvPr>
          <p:cNvSpPr/>
          <p:nvPr/>
        </p:nvSpPr>
        <p:spPr>
          <a:xfrm>
            <a:off x="1732547" y="4166797"/>
            <a:ext cx="2868328" cy="4052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141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3EC4009-0166-72E7-F154-3DA1A9582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169F3FC-6C7E-5C80-E799-44B657C775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E6E579-74E2-A904-6CCA-2A0C64058CD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387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1B17CA0-E7CE-6EF3-CBAF-B5AE05E5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EF611DB-336F-0AC6-2155-3E1FF2CA26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18C2956-A3EF-505D-F81E-1437DCD41B5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BCD88EC7-EB82-AAD8-7FF8-BAB76A086E99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7119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031BF92-D87B-507C-540F-041F1BEE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E3DB788-5555-7616-1662-99039DFB38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B068036-B0C8-018F-FDBA-C210F12189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5D5598B8-60FA-55BA-0A45-A749DCD146D6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309140-0139-D481-388B-BC53518F47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A554E9-C5B0-1D06-9EED-EECCC36E92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3877732"/>
            <a:ext cx="3787512" cy="14774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7841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396206C-D930-C62E-5D28-9E150FF8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A8A7E3-12B3-020B-0FAD-C3E816662A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C4C63BE-5E09-A579-A093-CA875CC8B3D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8DE0B0D3-2D05-6B70-991D-C8A6E749310B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DFDE96-DA43-D0F4-DC4E-CEA444D984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FEF3D4-BD0F-5466-FC9F-32AA8D0331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4199467"/>
            <a:ext cx="3787512" cy="11557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19118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14FB7E8-B2F5-DF3D-75A6-D80B78AFF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4FDB6BD-D9BC-0D4F-65ED-CDE4128168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7A308D0-349F-B5E3-3014-2CB0C99FC7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590510F1-1402-FFD5-BC44-13B7218123DD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A72A28-AAD2-962B-0B9A-7868047393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E15107-C618-4E59-1B84-8D0681567A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4458792"/>
            <a:ext cx="3787512" cy="89642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7984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6B40C50-B8B0-5545-F2BE-73DE3B8C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E2CB7A6-93A7-566C-0962-BF7D167F7F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42807DE-9A84-3491-3BBE-C4C448937624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D55CCE4-927E-BD2F-C3E0-E0EEC30E59C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90D94CA8-336B-18E0-25B8-B41B2C633662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D19358-24D2-0C94-CC7A-8AA6F4DAF2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0E2231-5850-6399-5E3C-11AFCD30B8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4458792"/>
            <a:ext cx="3787512" cy="89642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639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26E9B7-ACD4-9770-B71E-5FF80A111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0CDA69F-2289-AC40-879B-E606DEB1E7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83F3C0F-3417-96BD-525C-F07372088A75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B48DE9D-7644-5F2B-181E-40569B3C8C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2B872061-5143-B931-223F-2A2CA26E4A91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989A17-2AEC-2846-AED9-92C7446431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7E4966-EACB-DC7F-3574-75D37689CA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4458792"/>
            <a:ext cx="3787512" cy="89642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4749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C4E3407-F05B-9B52-3579-41E70F6A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6ECAD3-D163-ECC8-5CF4-796624AEDA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1025D18-BE15-927F-A715-8991E92377C6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180C182-677C-56A9-DF95-6F30C4BB44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BFA236CA-83F8-D020-90E8-4EE989EFBE5E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A3498A-D8C4-4814-C47B-E2E7500C5A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D232E2-F03E-0E5D-8F2A-F6BE612022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4669970"/>
            <a:ext cx="3787512" cy="685249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489240-B02E-4950-62E0-8D76F6B4A5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3963" y="4480068"/>
            <a:ext cx="1893756" cy="6852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583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ED990A5-F641-EF4E-F229-506605B18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290136A-AAA6-2F5C-17B7-ACBBA313AA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C1B0FAA-0151-0C2C-D2B5-D93246371B8E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2BA7F87-7D0E-8156-7920-51A6104DD28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33D8E6B2-D08E-7003-DE5D-4997D9F92969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C05EFC-EFFE-ADC0-8FE5-95A64C8282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B2D021-6FDC-B0EE-1FD3-A000F1682A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4669970"/>
            <a:ext cx="3787512" cy="6852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5392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7722BDE-6B33-F18D-D3D2-74ACF7286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FD74487-7C78-C14A-8FC1-868FBCF53B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6F0FD54-EE94-5427-BE45-D8C6B7804730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 range: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[1:4]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extracts elements 1 to 3 (end exclusive)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78B0259-9BC8-9EDE-8828-76FF64C41D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7BFABEBB-987A-AD3E-4A25-2AC5E65B4756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C1B64F-42AC-80F9-2D30-0A9282EEF8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640751-8DCC-0283-67E5-5DC50EC0833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4684713"/>
            <a:ext cx="3787512" cy="670507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F99C47-3C3D-8766-4734-367A90BEE0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18486" y="4656639"/>
            <a:ext cx="1578114" cy="4784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91357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BF4CD64-8292-223E-90CD-BFE1C6E5A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693365C-61BC-91E7-0B1D-29ED5CF9F0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07B304F-FEE1-88A6-B846-677294C1402A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 range: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[1:4]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extracts elements 1 to 3 (end exclusive)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FC08FF4-AA0E-2411-68B6-AB32EF650B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E1BDFC4E-1324-CD8D-7795-7935559F77C2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8BE9AF-97CB-8E14-44B6-B0B4007716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F757DB-DC6D-7813-AC6F-C8B498A7C2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4876800"/>
            <a:ext cx="3787512" cy="478420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D6EAB8-9118-269E-D0D1-8D53BC1447A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18486" y="4656639"/>
            <a:ext cx="1578114" cy="4784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3699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45387E-ABE3-4748-93E7-A240C023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33D2938-3B93-03DF-CC25-FABDA7C51C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F062313-F50C-CAEF-38E7-E3E9FD2DA609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 range: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[1:4]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extracts elements 1 to 3 (end exclusive)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A8D5E04-6579-1F16-8E83-92295E853C2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AE381334-5802-FC48-8B21-591FE4B21382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A4AEE7-63FE-7125-7D3B-138211AF0B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A3A998-4D93-F113-C939-D0B95D1DEA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4876800"/>
            <a:ext cx="3787512" cy="4784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1162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B18AAD-A10C-EFD6-C6DC-918FEBE22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9E4C056-D60B-AAF9-BA2B-8412E341C9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019650E-CA13-5279-DC3E-381A2AE9D081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 range: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[1:4]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extracts elements 1 to 3 (end exclusive)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size: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[::2]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takes every 2nd element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C321F30-667B-2FA1-8BCD-EF0A4D4B470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9DDC0CD4-0B80-720F-0E3B-886F07452810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EBD494-DFEB-5ECB-58AC-1F6A3AA0C81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D33FDF-ED0A-2A2F-CE12-EA98CA8B99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4893734"/>
            <a:ext cx="3787512" cy="46148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32240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18BECB2-1A7C-C002-0310-DAA74F64B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AC2A7E-4D3C-B224-49DB-90785C09DA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713FEC1-C8C9-02B1-15C4-32C2AA258B21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 range: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[1:4]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extracts elements 1 to 3 (end exclusive)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size: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[::2]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takes every 2nd element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B46AE68-AED7-58EC-035D-64CFA50AF1B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61F756E4-5A44-621B-5B0B-31E71EABCFFD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A8A810-4B56-B4AD-CE0C-3027731EBE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C71670-A0F2-FCB7-4CA2-D665EF7CF08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5113866"/>
            <a:ext cx="3787512" cy="241353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9AB683-E509-E03A-1568-FF3BBCA1C2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31186" y="4885267"/>
            <a:ext cx="1578114" cy="33912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01110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2DC921-88BC-1983-B6E3-10D4A5982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9452D37-905E-D940-D554-071AA59F9A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1FED84E-B55A-5A6E-B873-32D87D31FD91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 range: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[1:4]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extracts elements 1 to 3 (end exclusive)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size: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[::2]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takes every 2nd element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44B15BE-0859-7B4D-8FD8-9950F9BE77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A7ADA936-D03E-FA90-1424-D4E7AA178946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2FA86F-7196-DC89-D0C6-508AE4131E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50D8AD-8FD5-A84C-B22C-0206126A68D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7430" y="5113866"/>
            <a:ext cx="3787512" cy="2413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2073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5FBE61F-F02A-873A-2BF8-BA84798C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6DEA18-4E3C-317F-5D13-7EE54DA8E3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EA6333-1553-E6E5-E365-180D07218ED2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 range: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[1:4]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extracts elements 1 to 3 (end exclusive)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size: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[::2]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takes every 2nd element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Reverse: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[::-1]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reverses the entire array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B0ABDC7-9CE6-C8B4-BC9C-FBAFFD6F07D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1C488C8E-9E90-CA2F-A354-A2CFDC425F71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2DC91D-B109-655F-44AF-E701B71CBF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1FEF25-68BF-497C-C217-1688DCFFBE4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2" y="5096933"/>
            <a:ext cx="3800210" cy="25828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6480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FB308F6-CD8A-878D-71EA-171D2A257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86E972-0F4A-F87D-05E0-5903D13A23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D98154A-3C40-B367-2F65-063DAF27F336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 range: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[1:4]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extracts elements 1 to 3 (end exclusive)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size: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[::2]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takes every 2nd element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Reverse: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[::-1]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reverses the entire array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7C0D740-AA73-D84C-C9CF-72ACAFDDB0B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43CB66DC-8E23-7C17-92DA-A25B1C8F8792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9EEF1C-F14D-E377-C1A2-F1C4D84869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9180BC-D0FE-92D4-F025-D9FD00AA05B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27066" y="5096933"/>
            <a:ext cx="2097875" cy="25828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07845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60C7DDA-9FDC-6088-F879-FB88B69D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4BB5372-00BB-6B4B-42B3-26A5EDE2F3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FFF7B0E-2F6C-324C-4744-6347C6E6A087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 range: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[1:4]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extracts elements 1 to 3 (end exclusive)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size: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[::2]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takes every 2nd element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Reverse: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[::-1]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reverses the entire array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26F22C5-2966-5A7E-7012-9E4B2A7877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61589310-DEFE-72AC-68C7-4A03BD88D735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3EE7D1-1452-D323-C073-B21F801EA91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6013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55E7A53-C574-EAFB-C0CB-19DD99856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F6CFAA7-BB92-645A-3E1C-003CEAC15C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E6CCA38-459D-5C1D-93F4-2F207BC518C2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 range: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[1:4]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extracts elements 1 to 3 (end exclusive)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size: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[::2]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takes every 2nd element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Reverse: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[::-1]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reverses the entire array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0141C75-D8BF-277E-DC10-B402B474B88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45CF25E8-0E76-72DF-8240-D9BDBD2BDDC7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C505C4-A5DA-754C-4A8D-42F03AF05A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3EF48993-ECF3-AD27-FB2F-5D8F974E2296}"/>
              </a:ext>
            </a:extLst>
          </p:cNvPr>
          <p:cNvSpPr txBox="1"/>
          <p:nvPr/>
        </p:nvSpPr>
        <p:spPr>
          <a:xfrm>
            <a:off x="2923349" y="4998602"/>
            <a:ext cx="412234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Taking a step size of 1, but backwards!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67509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CD6F94C-BA95-F364-B954-CFC118583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AFD7AC4-C9C6-DE8B-D379-3ADD3F306F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3477117-A8F5-2AC7-CB8A-B3E1DFF749C5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 range: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[1:4]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extracts elements 1 to 3 (end exclusive)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size: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[::2]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takes every 2nd element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Reverse: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[::-1]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reverses the entire array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E47D7CC-C976-9AC8-82B1-3346414D45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76F0A9FB-12E5-D1FF-47AD-94E40C1366E4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2228F4-9D36-CAAC-9C9D-DD80A0B5409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15065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5DEDC2F-5B78-933C-BC86-B4FE3C820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CE131D-947E-10AE-6BCC-628878DBE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Indexing and Slicing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00F51B9-0A80-3074-E070-D7EB617DA5DD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access array elements using integer indices and slicing: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Single element: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gets element at position 1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 range: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[1:4]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extracts elements 1 to 3 (end exclusive)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size: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[::2]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takes every 2nd element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Reverse: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[::-1]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reverses the entire array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General syntax: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a:b:c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start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end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take steps of size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AE16544-8545-33D3-2497-A293FD35398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44ACF6F0-6862-8C11-70AD-265367FD9921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1DB383-4FC5-B305-6303-FFB4FD9C8F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4731" y="3792778"/>
            <a:ext cx="3850106" cy="15751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43723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665EF82-DBEE-AEAB-870A-8CD2825D9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B26A451-EC87-5141-BE71-52C4BCCF594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4FB6289-68D1-9C4F-1F08-6B56674B33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D42BBFD-4D54-D72C-BB32-BB05866E0D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5365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9D78FC-A3B1-F72B-4155-C451E562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AF27A73-9E59-0DC1-6E9F-E0B9D275D626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75050E3-9795-B4B5-F9C9-705A746520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D7D6873-99BD-3213-6902-6EF1561E2B70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E2B7E67-5FA1-09B6-1E13-5189AC2BA65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8357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0615CF-A516-B436-AE87-965D4186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E8F4C44-11CC-1C36-06D8-8EFC011211A5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1DFC27D-F3A9-FB5E-E1FA-B3E9678FD7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37828A3-96EF-8FE3-4E6E-BE5A39FE4414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8F6E48B-0BE1-EAC5-490D-D4FB44C58D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7742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32521BE-58CC-85CC-BB46-9475E0CA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F7AE17C-0031-3430-1B89-C867CE8D34F9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1B924F3-3DC3-AEAF-3798-407C366F65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8EA7402-FA5B-BA97-FCAF-4D43B648679F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3DD2F58-EE0F-FB64-5101-1DF16120D7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82492F-714D-3177-3627-C8FA1CFAD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289886-8B78-00DD-D153-5F272C9CBE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87430" y="719839"/>
            <a:ext cx="4083770" cy="17444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98033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883D8DF-073F-517E-2CF7-69954E8F8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EC624E2-0254-8DCF-5BFE-F5AF510396DC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BC6C0C6-1AA2-7F72-937B-BEB51311C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E93C75C-E302-5FBA-8D0D-AE52B34F35D2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2445ACA-4737-48B7-E035-ACE92EDC78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4A0C8-C75E-980A-9AB5-00183CB285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9EE47EE0-9388-C868-9F23-4F88580CD76F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3E6FAC-7C1D-446D-956C-FEB3CF137A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87430" y="719839"/>
            <a:ext cx="4083770" cy="17444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26776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19294D-6790-2402-5891-62904713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5E09D75-DDAE-ECEE-AEA1-0E7A96DB9EC6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5AD2FC0-8FA6-553B-1F6B-14220D91E5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0238AD1-87DF-1427-1CB9-C31D3E75C5AF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8723932-07B0-A1CA-5DC0-DFCD685DE4E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AFBAC-F944-BC30-11CA-A6F08D549D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D21DD643-5666-E84B-29E0-F1B8D0C76CEC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43E07B-D7EB-DEF2-3D1C-E7D9250427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87430" y="1035050"/>
            <a:ext cx="4083770" cy="142923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47431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B65FBED-887B-A465-9C30-B591EACEF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33661BE-B372-CB14-CDAC-12DB17413B67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26358E5-4E4F-4044-5A9F-4B385925A9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0254AB2-1679-FF44-1312-D8809E7487E1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9C04759-B286-D572-5F8E-F4DABAB5C7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1F18BC-4070-6CD8-F65C-2EB095D2DD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A94A8163-EE4F-E4A4-39CD-F34FAC643773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2379D2-3857-1E54-5D0C-AD1779628E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87430" y="1593850"/>
            <a:ext cx="4083770" cy="87043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54245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E8EFB6A-DD81-7FC8-84B6-05886CF31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64EE7D8-7678-6CF6-72BD-999461DA7D77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02D6D91-7BBB-23A5-7D66-3C0D8B88A9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B47EDF8-DBA3-8C99-CBE6-38FBE183A46D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64018C-CB33-D2F6-0054-06AAEF019E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23E3F7-0642-118F-4BBB-A97BFD5BE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A9E3DDA3-98D3-E6ED-B80A-DD6BD522F373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498D4C-6938-57B9-65C7-454D006F73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87430" y="1987550"/>
            <a:ext cx="4083770" cy="47673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63434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4BEB18F-6F78-DDDF-6691-4B1BBA063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113A3BB-3941-4D0B-6BE4-C8EEE4299B71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F35D546-B5F6-67C0-DFCC-A97EDFA322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7E8C621-E933-3E7E-F053-212B6A23BD35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F0AD95F-E61B-0F97-38CF-1963079BE3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24C23D-ED90-3EBF-2722-E0986E31F9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F040DDC8-3C28-5D56-4D0F-B3A2D39E6BC6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61C9EA-E271-44DE-C5A1-DA09212008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87430" y="2222499"/>
            <a:ext cx="4083770" cy="241787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091E06-152F-1D08-6859-72055B8361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39199" y="1980710"/>
            <a:ext cx="2056321" cy="28606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16166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DBE0AD6-7465-332F-26B5-4CE7A828C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FA5CCC0-AABD-0EBF-DE6A-B0598E1161A0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DE629C8-C731-FE8B-CE52-96111FD09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1BD0B23-C99C-3322-3AD1-D3746613F6A3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58F15E3-4CCA-3BF6-7F82-31826CFDD1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7B0AF2-F7CB-3D4D-A361-DDDFEC1DD1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AA4DCB68-233C-51BF-CAB1-043A7566BC68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F6ACBF-152C-9C7F-E27B-983D9E52DA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87430" y="2222499"/>
            <a:ext cx="4083770" cy="2417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74614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E5D19FE-BD23-EBBD-D40C-1C2CDBEC9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AAA5E4A-A633-2565-DAB0-BCEF8636B1B6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D4177A-81CD-B0BD-4D4F-FAB89A5F3B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AEDDBEF-6D32-4FD7-7A73-E8C9A736FB20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903953-0E2C-811C-C371-0C8A77DE990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A8BB6-D018-CFBC-65C0-D18F29E4B8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2C4B46D9-5356-23D4-F9EA-2E8587AFE12B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79567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6E01B65-653D-CF72-E282-12764357D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385566F-5124-89EB-EC43-27A0595555D0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893A7E-6581-A106-06A6-10DF97E47C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0D6FBFD-A60A-E53E-FCAE-F2195FD9F827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CBECC30-C6E3-9071-6287-2459C0A0C0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0A5C1-372D-CD2C-B845-2602A07864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1D1EFC-A8D4-39E8-07ED-9B027F0BE1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5F25605D-BC40-BF6D-31D9-5A4C31C13DAC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D21A694-2905-40EA-C8DE-9F5733558C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15657" y="2700540"/>
            <a:ext cx="1507606" cy="38685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23681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6073312-5AB4-FD15-C2DC-06C48E2C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C0BA6E5-B586-3881-D346-0A1D52D81FA7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CDA816F-0A9B-479C-1AA5-002A033EDE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CA61874-A57F-F1F9-EFA9-C572F6BD6B2B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56A7FE6-57CE-501C-F7F3-BCECC55E0A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D8F5A1-F70F-678A-7430-229658E4D5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66B2E4-8666-C5DB-71C6-4B3683FA07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91BC94AA-7F18-1C1C-B754-D614C60840B6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31F8B24-1F0D-650F-3CB0-2D314030FF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15657" y="2881677"/>
            <a:ext cx="1507606" cy="20572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01019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877FE75-CD4B-AD17-F3FC-2E5A4427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76725D0-75D7-C4F2-6281-0DD79097A043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FFC8A88-C7CD-B6C4-2066-EC0CACB41D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E7CE57D-18FF-7954-CAFD-5AB42F364F40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EF7E965-A672-A5E0-01D0-5CDA45AD5C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405589-6157-BD19-F462-213CC46B92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6444DD-8D7A-88AB-FD8D-F400D48048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FEC9EC4D-030B-0A56-76E7-277BCCF9E731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35956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6FF4BC6-5573-F3ED-1947-CA9A5624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C0719C9-DA39-A732-BB09-E2ED81473A16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4BDC1A6-AC51-E666-5741-FD4EA11BB1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7028BEC-20A9-0103-66FC-228CA1CD79EB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E86D6EC-9E83-2F48-83EA-7FF942CB1A3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FDD4BC-9FA8-74FC-49E6-B444271112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DBC7A8-FF1C-60DF-AE54-68EBF6A75E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3B71AA4E-4161-3C30-3A49-EF6C53E13E99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62BAB8-0997-961B-D88F-59E844DB1B81}"/>
              </a:ext>
            </a:extLst>
          </p:cNvPr>
          <p:cNvSpPr/>
          <p:nvPr/>
        </p:nvSpPr>
        <p:spPr>
          <a:xfrm>
            <a:off x="7412548" y="2874521"/>
            <a:ext cx="305502" cy="2359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5070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AA1DDF-A55E-F34A-133D-8174BB84D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34EE313-6002-6D91-523A-C351484022FF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544E10F-0505-BD9F-D5CC-7CEFD8733A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2F4141C-5409-1D9B-6F8B-4179719721C4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B06777E-52A7-8A0C-D9A0-4E958BB03AA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4AFA5C-7942-C3C3-4FBC-FBC1D4F5D6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9817A5-90BB-D45D-C794-B09CD61C9D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0FBE3EC5-1F0C-08BF-DBEA-E3D319B3D774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98;p20">
            <a:extLst>
              <a:ext uri="{FF2B5EF4-FFF2-40B4-BE49-F238E27FC236}">
                <a16:creationId xmlns:a16="http://schemas.microsoft.com/office/drawing/2014/main" id="{EDBCCFA1-3517-8765-7D7A-21CDA50E41CB}"/>
              </a:ext>
            </a:extLst>
          </p:cNvPr>
          <p:cNvSpPr txBox="1"/>
          <p:nvPr/>
        </p:nvSpPr>
        <p:spPr>
          <a:xfrm>
            <a:off x="8390444" y="2613564"/>
            <a:ext cx="2887283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Modifying </a:t>
            </a:r>
            <a:r>
              <a:rPr lang="en-GB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slice_view</a:t>
            </a:r>
            <a:r>
              <a:rPr lang="en-GB" sz="1800" b="1" dirty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changes </a:t>
            </a:r>
            <a:r>
              <a:rPr lang="en-GB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52B1DF-94BB-B885-5678-D765FA2E42DB}"/>
              </a:ext>
            </a:extLst>
          </p:cNvPr>
          <p:cNvSpPr/>
          <p:nvPr/>
        </p:nvSpPr>
        <p:spPr>
          <a:xfrm>
            <a:off x="7412548" y="2874521"/>
            <a:ext cx="305502" cy="2359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4140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D9F1891-796B-D3FE-329A-FBC770F0F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8B1DE7A-EB8E-10F1-5523-2BE4ABB9FAC3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EC883CE-436F-262B-55F2-2AE7F7B992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02BD595-C548-B055-3018-F1A41E663F21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2F206BA-5AAC-02D6-FCA6-7CE149CC92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C681EB-726F-76B6-130C-F1BA199D6C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4E2074-7242-5A34-6563-529FB0FEBA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C65FF8EF-013A-6710-1E9B-EFCBAD65C099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90580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737CB17-4FF4-486D-9B3C-7FB7B658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9720285-38EB-8AAF-E2F5-EC77B68FF9C9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F566B39-C416-0D21-B4A1-C34D788699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E7EB8B6-A18A-6A25-D91E-D52ECFA0B0EF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F1CE99-F655-2FEE-EAD9-259853DBF42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CA71A6-7343-0934-94F3-89138ED9B8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3B147E-4CBE-5A31-DF09-6C3291EF6D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961EF60F-9B07-1EC9-C479-BF80491D5946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01650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B1A6EBE-3EF2-7FC6-79CD-7C075EE04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49181ED-FEA2-0D08-BC9B-C5D76E917517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FA17EE3-840B-D070-CA18-C95208EA3B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4E50EE3-1FA8-A864-2027-17721560BD96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7B6E11C-AE34-3C65-7055-024EEBF17E3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9DA10-7109-3EC8-F03D-1D52B85DA4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D8535D-5252-E755-AE74-A38D44E718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C5CAF41C-9286-B4C9-421B-D509A836E895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54839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BE2116E-F5B3-36B0-AB7C-19B8CFF40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790CC65-1926-D0AD-48D8-842693C4C51B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5530FDA-A896-EB46-8142-93F3778290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CBF582F-234C-E7C6-4550-3F9130092A6F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4F97CCE-BECA-F96D-C93D-DA5479FEEB7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127FE6-FF9C-6A3A-6A7F-0AFB8804DE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C55F5F-B55F-72FF-8D3B-781344BC9E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496C25CD-2FA9-0BAE-52EA-DF865096E763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4AC9F887-EB63-6C87-11C4-3941B9448BEE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16034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AFE4F7A-4CE1-54DB-E414-7710ACD3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3BEEC67-BA9C-5879-A80D-FC55FBA16C7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039862-CE5E-4051-BA26-4991673DB1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5860E8B-2515-7E34-FCE6-BDDF521B8A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061F610-B339-849A-E692-6FABD0CE29C0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35C3016-2DA7-687C-9AD4-072C9B723D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D00A5A-BC33-4DE5-CBB4-A53D0E906D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2" y="3609340"/>
            <a:ext cx="4085118" cy="1679033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F68579-2ACC-0BB6-4EDB-7DDFB229FE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D9CB2C-0E6D-59BC-2D75-5FB40B131A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A853142B-3297-0BA8-AEA8-6A4FA11E5FA7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EA7BA8CF-3D22-3BA9-FCB2-F245C323AC7E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42647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F0C895-19A6-FE11-5EE8-2283553F5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31E5621-ED24-5A20-E474-372302ACBCD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F12D04-FFBF-7C9A-0285-F583A2568E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F11AB57-9D7A-D772-09FA-1E3207E728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AE2D59B-3CA9-3542-0E50-DE0CF57987FF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DC58833-10CF-E0B4-BF39-F243C3E2177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A2670B-0D65-732B-D980-F7BEB66839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2" y="3897085"/>
            <a:ext cx="4085118" cy="1386207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063229-6DA4-55FE-C135-0DDCFA81F7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3D6CF1-2114-508F-6CC5-02BEFB44B01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5C3075E8-C194-51DA-94A8-B25FCFC20FBB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FF2785C9-4490-0BF0-DAAC-79A3403ED35B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151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AEA608B-EC2B-09AA-7A7E-15E8CA2A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0875C60-BA40-F762-529F-6AAF80D32A64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20183B-4974-E717-7FFF-E2DB0E4A20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EF7017E-9131-0FB9-002C-0F9100E2C1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BDC4403-E56C-9EF0-2E13-93380698D566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94B79B7-2D96-5303-5A7B-ECA269C0696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EC45C1-D5DA-56FE-286F-340A563633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2" y="4660897"/>
            <a:ext cx="4085118" cy="622396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44E114-D787-5BF5-7930-A2055A7ED0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538F20-5B3D-9ACC-4552-CEAA024417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1BE44868-C74E-1F4F-EC1F-10B1FF5AE6B5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6A3F172E-8011-1979-60BD-46E5271C285D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01578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7C4527C-D7E2-8EB1-0943-216E830FC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9DE348B-AFFB-0044-C6DE-5ECBD40A70F6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E2750B-3607-BAD1-BC95-026BC470D2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4E83D5A-9622-73EC-AA10-5A0EEA2E05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A6DED32-82BE-22E4-9FE7-31869C5EF080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91DA664-D5B8-DF07-1C26-7197DD9DDB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2C1B2F-6A22-8CA0-F32B-7F8D8ECA7D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2" y="4887685"/>
            <a:ext cx="4085118" cy="395607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F82B26-CB29-43D3-09E6-A6E93C2697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4458EA-5701-CB34-94FC-322083890B9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F0D86EB2-83A7-29DC-667F-49C5470AB577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32EF01CE-AF19-F229-2D6C-A7293393981C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83848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53E1666-74FC-4A8D-7507-A4FDAF834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4B0BA1E-93A5-4E86-4E97-D4DE0D91698B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B2C855-056F-0A82-6152-B7345A7BA4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528A954-D350-05C4-2919-71D900A1E6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F0EE488-6659-AA76-B958-27CE4C87874E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DEF585-9B05-9C7E-6363-891658790C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B3163-6059-A0E8-9522-E01FF837EC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2" y="4887685"/>
            <a:ext cx="4085118" cy="395607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4C0DBB-3F1C-9816-E5E5-7964015952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E29DD8-57F7-843D-F5BC-D74B8C97E9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134BB913-7F2C-4EE0-BB19-1CE360E27F93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A054C6E5-95D6-C511-8B5A-DDDC0A271185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124087-FDD2-0B20-CB50-802644908BCE}"/>
              </a:ext>
            </a:extLst>
          </p:cNvPr>
          <p:cNvSpPr/>
          <p:nvPr/>
        </p:nvSpPr>
        <p:spPr>
          <a:xfrm>
            <a:off x="8611523" y="4640762"/>
            <a:ext cx="711346" cy="2392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5138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FE54F6D-F370-2D45-A58B-7572BAB90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B914309-BC61-45B1-BCE5-920D73A0B810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8450B-AC0F-84A5-1368-8B3591A480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0CC6FDB-F0E0-8D9D-9289-1DA22EEA98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6A5E8BB-7660-BB18-8DF2-B2A39EEF1EE5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335476E-50AA-2883-B053-B1949B9778C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2E6A34-4205-575F-70E0-4EBC14DFC1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2" y="4887685"/>
            <a:ext cx="4085118" cy="395607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A730F5-9256-A9BB-901E-AFCC9B1B09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DA45CE-B365-305F-83FD-B1014416AB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CA23C481-4F87-7A47-35AE-D42433731A25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D8765006-DCBA-D751-5DFE-DBD717E7D8B3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57045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774B732-1A77-15BB-927C-9737DE8D5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A63EB73-1D29-B125-5CE9-597FF7C1798F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B2564F-0846-DF6F-7BFB-3222208890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88B3B7C-8984-0365-7891-4FEBD3E83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343C760-F3AD-16CC-4FE2-3AAF27FDA3E9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63E97E1-00F6-E135-22A7-AE737996F6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372A42-4BA5-8FC2-9A4A-3F0DA2CF25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2" y="5116286"/>
            <a:ext cx="4085118" cy="167006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7DAF4D-48D2-1F31-486A-89026CDD96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1ACABB-BD99-EDE4-C05F-F7A28065161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698BBD99-0EC3-DAE7-80E3-263C9DACEB84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AC4E60AB-F281-A649-D135-6069AFFFA0F0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A8B9D0-2D0F-C6A2-847D-606A24314C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99500" y="4885267"/>
            <a:ext cx="2139950" cy="3980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83368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DE57E0A-965E-7D59-C9FB-651B766D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6A6646A-032B-CFFB-32AD-4F8DFEC8E9CD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B526C2-9227-4434-1272-90E6E78D91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126CF12-9940-EF07-53A9-CE87F495D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32B43F1-85C2-DD03-763B-3D6852D3B29E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561C0B9-6162-2E21-17E0-1870F9948D2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7CCF85-8328-D090-33E6-B33FA7AF68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2" y="5116286"/>
            <a:ext cx="4085118" cy="167006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95E9CF-80B1-B2B9-C38D-F38ACD0F25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BF70D2-DF1F-D09E-11F3-A2F87B757CE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1D480706-50AF-00B1-4388-511A56D60BC3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6C7F6DAE-161A-466B-8AA8-D186B2CCEDB1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69742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E6983FD-31F2-BCB1-7422-625B108C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CFC6997-A78C-76A0-0B6C-B000F633452F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5D257D-9E1C-4B50-31CD-209FB794FA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48618C1-FB85-90B4-D674-9FC987B85D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FF9F3AD-B775-63B8-939F-220D46854531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C9C50D5-3E05-486F-34E3-56C96BBD7F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37423D-5ADE-2543-8150-36885253C1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23219E-7744-16D7-936F-81FB7A5F6F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413CB027-A0B3-925E-C6CB-B9AE226532CF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6C0E6733-7FC7-86D5-41D1-07DF8571BA7A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13229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6DEE0D6-E250-03B9-B4FE-250DD479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A1A04CC-C9CD-4743-A897-EB81EBD76D6A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00807F-CB86-EF67-EBB6-E4F895321B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2CDB78F-E27B-6595-CB58-329F23DF68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216A9E9-9117-BD7D-ABB5-C8DC4D783CB6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EC015FB-FE5A-58A6-505C-697D29A518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5BA68D-EF42-AFE2-3770-A1992415EC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0EFD1A-D01D-51D6-92E6-9B3C2BBB86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6411F1-AEC0-F0A6-9036-D6B8A16207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556143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5F699D-B797-59D1-78A3-30C67C7FDC4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2" y="5583035"/>
            <a:ext cx="1564167" cy="403549"/>
          </a:xfrm>
          <a:prstGeom prst="rect">
            <a:avLst/>
          </a:prstGeom>
          <a:ln>
            <a:noFill/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258304CF-EA83-2025-6F50-73C02AEE8756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69E468A8-E97B-17E2-E7B2-78F7B3DC0947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75586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ADD84A8-E67A-5721-CC06-AAA145C48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9D77875-72B7-4B73-A861-C128FCB1E3C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214179-0EAA-65E8-78BA-507C5448FC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D99EFC5-095A-E996-58BB-071426AB7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D975D8B-ECFA-AC0F-B094-4ABFC42A459B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995F3FE-30E9-4094-E656-B3805012C5A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797261-209F-4C6D-EE9C-1783C430A2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893873-DF91-E8D5-ADD6-790F261835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04BB9B-501B-84CF-416D-7CCF1051AD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556143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AB413F-8F90-AE50-A13A-9CD110A436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2" y="5774267"/>
            <a:ext cx="1564167" cy="212317"/>
          </a:xfrm>
          <a:prstGeom prst="rect">
            <a:avLst/>
          </a:prstGeom>
          <a:ln>
            <a:noFill/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3B744264-C58E-6D9E-CFBC-C90065FEF23E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0460A225-4CA2-0332-9E96-A3D853FA29EA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37013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AEB7935-D57F-52C6-1E3B-0A70B63F8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744B9B0-3417-9757-EB0D-04B911EC5690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973950-C7DF-5F2A-9EEF-8DC5C99007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55E6B3-AA6F-E927-AE7D-3F038F8FB3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ACA4311-C2B8-E053-3305-F9B01436B7DA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BD6D92F-AC3D-196A-0BAD-21C14CD9F0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E8FAF-85B9-9C38-C545-C7BE876A11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14E94D-4C66-5827-51B2-AE1A66A55B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82D8EB-0C09-7A96-69E6-C98C47D490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556143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272C0D99-A72B-3035-6F02-155E42F1533A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257CA032-43C5-6E20-57D6-46D0F67CF09E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05856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18AC99F-FA25-E43C-FB2A-62EDCE700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62EA90B-C9B9-3C59-8B85-AB86E2289C2F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2127E5-0732-D4C9-8492-F502A4F171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03BD916-CE94-4B5E-0B93-C6D05470CE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826EB8D-2C32-547F-0A10-F2E3F357C8E5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D06AC62-082F-F66C-DB18-D8404B4590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9AD364-43A7-57A4-EEB6-A9E30DFB61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0B78EB-893E-2772-7BD0-CB8E068F41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46F540-2178-0702-1BDC-ADF78D47A71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556143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7A2E26B-34F7-D60E-F3FF-50D7EF25645C}"/>
              </a:ext>
            </a:extLst>
          </p:cNvPr>
          <p:cNvSpPr/>
          <p:nvPr/>
        </p:nvSpPr>
        <p:spPr>
          <a:xfrm>
            <a:off x="7398734" y="5776548"/>
            <a:ext cx="305502" cy="2359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E2247F5C-29C9-D50D-7BB2-18306CA2536A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065CA623-65BB-B499-9261-BD0E44F9A103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482567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3FA525E-422F-6F3B-FE14-C494ED704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09A78F3-4F83-BB53-8D69-F579356751BB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1E0301-B72A-78CF-5AA7-B1B3E1F285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D1E6877-7768-44F7-43E7-18F26A5758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38B561D-78C8-DA98-E9E2-C09F423C0233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62ED331-3081-5196-7C94-A30737BFE49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807183-7A54-CB74-BFE2-447EBF49B0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1358E3-B581-65D3-DDF8-B6B7E1C5C93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EEA79D-7875-63FF-8F73-E9C20DF3362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556143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DE62127-CF4F-DF93-7CB6-2F8FE3337B6D}"/>
              </a:ext>
            </a:extLst>
          </p:cNvPr>
          <p:cNvSpPr/>
          <p:nvPr/>
        </p:nvSpPr>
        <p:spPr>
          <a:xfrm>
            <a:off x="7398734" y="5776548"/>
            <a:ext cx="305502" cy="2359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DBE2799D-F20D-8A74-0B0E-D76416A40AAD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F68D1C8E-3104-CC38-735D-88A834906F8D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98;p20">
            <a:extLst>
              <a:ext uri="{FF2B5EF4-FFF2-40B4-BE49-F238E27FC236}">
                <a16:creationId xmlns:a16="http://schemas.microsoft.com/office/drawing/2014/main" id="{614141A8-43C8-F483-F11A-F9B9A10A0761}"/>
              </a:ext>
            </a:extLst>
          </p:cNvPr>
          <p:cNvSpPr txBox="1"/>
          <p:nvPr/>
        </p:nvSpPr>
        <p:spPr>
          <a:xfrm>
            <a:off x="8690452" y="5477530"/>
            <a:ext cx="2561267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Modifying </a:t>
            </a:r>
            <a:r>
              <a:rPr lang="en-GB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arr_copy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does not change </a:t>
            </a:r>
            <a:r>
              <a:rPr lang="en-GB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55856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F99123-980F-5AEA-64D2-00D65EF6E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E6A4E99-A4EF-4148-E75F-ABF82561B23D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15B500-6784-F3F7-3B9E-CF758C3118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832E3A1-EB8B-40DF-94C8-4EEC2CCFAD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E9DF1DB-55EA-0B2F-2CD2-075E9C599489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34F7DBD-6826-9CDC-896D-B400F2C1F2E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D79329-2778-FCF5-F81C-36C1B92B65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85DA80-1EF5-8A1A-FA71-A9EE66DD1F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107F08-F3B3-CA13-9939-C4D8E83EE3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556143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3DF01A3E-36BB-353F-A5A4-86EA9CB4621B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B4F0FAF5-2D09-AB3D-5157-9148ED1B466E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385811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F2754D1-699B-EB89-0E57-F8517E5CA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21E6C70-3B78-F0F2-975F-6CA558C1E94C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3BE219-3874-73DB-0B6F-9E1F49EBB4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3599180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CE7493A-8DE4-FD41-C0DF-80C88127BA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7816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Views vs Copies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81F1320-DD70-4725-7B6F-B77B2BB3341E}"/>
              </a:ext>
            </a:extLst>
          </p:cNvPr>
          <p:cNvSpPr txBox="1"/>
          <p:nvPr/>
        </p:nvSpPr>
        <p:spPr>
          <a:xfrm>
            <a:off x="1234282" y="1938444"/>
            <a:ext cx="514610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Important memory concept: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Slicing creates views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share the same underlying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Modifying a view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changes the original array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.copy()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create independent arrays when needed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behaviour is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efficient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can cause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unexpected side effects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219FDB4-C1E9-2A80-B215-159336684D5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D32770-4E65-27C2-1B3B-86673B07D6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695549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0D5C89-046D-69FB-C1F8-DAC2C1391F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4333" y="265780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BC05FF-249D-B07B-B81F-0A58018CE3F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23241" y="5561432"/>
            <a:ext cx="1629464" cy="471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C111529A-BEC5-14A6-4AB9-400D1026B1DD}"/>
              </a:ext>
            </a:extLst>
          </p:cNvPr>
          <p:cNvSpPr txBox="1"/>
          <p:nvPr/>
        </p:nvSpPr>
        <p:spPr>
          <a:xfrm>
            <a:off x="6410889" y="243539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4131CA43-3BB1-23B7-5446-66865B6ABB97}"/>
              </a:ext>
            </a:extLst>
          </p:cNvPr>
          <p:cNvSpPr txBox="1"/>
          <p:nvPr/>
        </p:nvSpPr>
        <p:spPr>
          <a:xfrm>
            <a:off x="6387035" y="3128278"/>
            <a:ext cx="115093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endParaRPr sz="1800" b="1" u="sng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72035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26B88C0-8FBB-F9FB-0BBC-DD963D4F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1A84DBA-9753-E7DA-9F9D-2A38D249D262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1E3B70-2F9F-2F14-77D6-010E6B848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C2B5F57-B214-1B66-CE1A-C6CA68BF28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051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1C3B877-D9DB-0305-0909-A981638F6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560775B-825E-B9E6-6B53-71018560AC65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4735C25-E75E-551C-B8F0-E04F034950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436BC6B-3B2E-76E2-448B-A3D608B71F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94AB3F-C7F7-6CD4-86C1-F70E114FAC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2BB6D9-0554-C14F-2DC4-23D13089A1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94150"/>
            <a:ext cx="5996540" cy="161607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65192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F12AD7D-EEFF-DC82-0728-01D563C0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9F89660-D5AC-A85D-9ADC-D204B2EAF1B0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1892483-9C69-710E-2EB4-71CC6E48F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CAB9982-D895-6E1A-1E63-8DEA0D0456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5AE03E-7296-1225-13F0-B21B8ACBA4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372918-8997-3C7B-D993-B17D359641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4212167"/>
            <a:ext cx="5996540" cy="13980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503522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3DDD1A-598D-FDDE-1C31-03ADEAC1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F49B79-C234-55A9-9BC6-4F0A097AF410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7828A12-2ACD-3BB2-D9F0-7A3A3F0A81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425D3BC-D854-19E5-C780-6BB8538B824F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E6EBAB3-741D-93DD-EEAD-2DFE1968B3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D4F459-1418-E454-B112-7809C3EB41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F38090-FCFD-9356-560B-53A6E79C2E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4212167"/>
            <a:ext cx="5996540" cy="13980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28375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7525325-5B29-5D63-D3F4-8FF4B202F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AF474C-B2A2-98F0-B49D-DDD77C1CF6FA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C3DE540-568D-6D7C-0050-27B15A6F74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935F87E-C5BB-DC24-1846-40DEF1BA6CC6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3982E3C-DBBD-6A72-9783-402BB9FD7A5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21B87F-B98B-1FE6-4303-683B4CF9CC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2A70A8-984C-82D7-B558-D4A08DCA88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4212167"/>
            <a:ext cx="5996540" cy="13980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86330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07D4A50-A18D-4241-E015-FF3AF357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18A80D0-08CF-222D-97DF-81A83A7F77A2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85BCC21-84D6-47CF-9F4B-759A81737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222C66B-30C6-119C-BB4B-7E791C0F8A09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83A30E1-FB90-DCB8-9C15-94CF6EE167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12C9D4-383F-A4D5-6804-50DC6F8342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D49F34-DE39-1B33-8722-6CBD480FB3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4212167"/>
            <a:ext cx="5996540" cy="13980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18472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CCF085F-22E1-705E-FEBA-E04545567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78E484-AC58-C693-0F85-9DBB524A989D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74C674-4E21-1DDA-8C19-85532F3073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F067569-9A4C-B47E-A759-CFAE1B6C379E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[False, True, False, False, False, False]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2342378-BDF0-1B3A-56FB-878AF8FD4A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C600AC-355E-D012-093B-4B52021B0E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863EC1-9C20-6CD8-1F29-031744C6AF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4212167"/>
            <a:ext cx="5996540" cy="13980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856683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23B6DA6-0F67-E100-1A00-DE4225ED0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76B4E0-46E7-D550-A638-1204E39CFC1A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FEC6537-41F6-4953-214F-A9887D286C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DCAB1F6-5293-FE0A-CFD0-6A8AFE473A6E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[False, True, False, False, False, False]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data filtering based on conditions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0363F36-2623-613A-7538-C74843CF7C5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54A259-5A53-C90C-3836-6788C399E5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2FAE14-9F4D-9EF3-C456-472D16BC48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4212167"/>
            <a:ext cx="5996540" cy="13980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179665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AF1BF94-70A7-D08F-AC9A-203C1167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C2CE609-AD09-BE27-98D3-1B5C5E0F960D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F48C05F-2BA9-41A0-8F15-5A5A21EF6C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87C594D-1D79-6070-61D3-195CC6E70B0C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[False, True, False, False, False, False]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data filtering based on conditions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see how this is usually done…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286EAC-2DCC-882D-95AE-9A35F994DFF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C93619-CE68-F75A-F4ED-2B8A6DB8C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D8F48D9-5460-CA3F-7E74-58813019D9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4212167"/>
            <a:ext cx="5996540" cy="13980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91524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943FB6B-1421-344C-093E-C0604E40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0A4FA5-653E-5CBE-29C7-683E76ADB434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D16B38B-416B-60DB-5A77-551873D385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16F3FBC-F32B-7716-2668-C8C8FF693C04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[False, True, False, False, False, False]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data filtering based on conditions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see how this is usually done…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1:</a:t>
            </a: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D163703-5593-AA8B-7152-1421C9E29DD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75BFFE-2E55-D631-4386-C0FF0B1E93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C5AF210-8088-9107-0858-F7A37D5B34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4212167"/>
            <a:ext cx="5996540" cy="13980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7255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5351733-3B09-707F-978F-8A1CFEFAE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16A1CB-D5AD-2C7A-50A1-B8DAA709409D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6F7E952-45C6-127D-B58E-104D94C857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FDF19F8-7808-B0FB-DD54-33ACB47979EA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[False, True, False, False, False, False]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data filtering based on conditions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see how this is usually done…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Apply a condition to create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mask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(True/False array)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3B59E94-B2AA-5601-2D3A-3D84D0828BC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1CC84D-73ED-54A6-B946-3ABAA5298C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203FEB2-1ED7-4BC7-C053-FF0E2993A7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4212167"/>
            <a:ext cx="5996540" cy="13980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16599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5FA1E75-569D-4410-7B5D-5A204007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B0EED4-535A-1D08-9276-3D02DC83A06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F413535-813C-094F-F6A8-A98A1A31B4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BC8FFE1-278B-E91B-25D6-0E4FBAADFCD6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[False, True, False, False, False, False]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data filtering based on conditions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see how this is usually done…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Apply a condition to create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mask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(True/False array)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0019F04-164D-F7A9-EDA1-387A4EDBD07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D85A88-DAD6-9AF4-3C7A-AEDB3971E4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C163B18-C87E-15A7-A385-2540E8AF9B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4539343"/>
            <a:ext cx="5996540" cy="10708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661906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9116FCA-33D8-2BEA-705B-B8D1768E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991D3B-DF01-7077-D85E-9D450E1283CA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B697581-D9F4-79A4-D729-EEE4A212E9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B402EEC-1424-8A45-CB21-2D64275B64CF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[False, True, False, False, False, False]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data filtering based on conditions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see how this is usually done…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Apply a condition to create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mask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(True/False array)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E45757A-B40C-1868-A993-A337C991C7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42839B-5DF6-F387-78C7-851AACD35A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ABA702-D54A-9598-2171-AC61BE6ED1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5170713"/>
            <a:ext cx="5996540" cy="439511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4B1DF-F07B-6F68-9ECF-7E540BABC7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29599" y="4762371"/>
            <a:ext cx="3390901" cy="4395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070774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D5BF278-C711-4DC4-3625-41319722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6102B2B-221E-7976-E1ED-991A43AFF587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4D2927E-C353-3E7F-10C5-57C95ED2A7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73534FB-8D51-6124-F01D-0B51A7793FB5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[False, True, False, False, False, False]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data filtering based on conditions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see how this is usually done…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Apply a condition to create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mask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(True/False array)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71006DF-B919-2E02-82DE-B561E8A8E74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D8030-B9FB-87A9-79E0-71096F8211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2A46BB2-F5ED-0397-FD62-19755D6DA4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5170713"/>
            <a:ext cx="5996540" cy="4395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531042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19EB43C-C0E5-7D66-EAD0-3658F76D8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DBC5908-89A0-A0E3-5E32-A7C63A16B9A3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680BEF-48DB-A09D-4CDE-49CA21883A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6214DDB-B88B-9E4D-8FAB-C822756E09C5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[False, True, False, False, False, False]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data filtering based on conditions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see how this is usually done…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Apply a condition to create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mask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(True/False array)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2:</a:t>
            </a: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C3CFF08-2AA4-215F-22BC-AF0311B9B2F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0073B4-53BD-D87A-CD38-6BEB1DD0BC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7F0482-BC4E-6BFB-8209-9800202A06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5170713"/>
            <a:ext cx="5996540" cy="4395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89613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7A96D3-2897-8420-19F9-B0B03CFAF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2ABDB3-A11D-1B82-AFF6-2C115C06B906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1625C2-D8AD-B67A-1D72-8825416C38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E43C86B-AECB-F5F7-4737-73AA2AF39803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[False, True, False, False, False, False]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data filtering based on conditions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see how this is usually done…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Apply a condition to create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mask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(True/False array)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2: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the mask to select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that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meet the condition</a:t>
            </a: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6E41D9B-730C-5DC5-1091-E68ADF79FDA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8C2F1A-E417-CAF0-C745-CB00043A41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32CB98-8C87-2615-E805-76765EEE01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5170713"/>
            <a:ext cx="5996540" cy="4395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696120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2C65AB5-F18A-E21D-92A3-5B955E386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6DAB6C-45EC-9446-83A7-97F392B5BAE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ADDF26-58EC-AC04-7D7C-3565DB3F78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A3B31D7-2C80-0FE7-40D3-902469681FBA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[False, True, False, False, False, False]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data filtering based on conditions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see how this is usually done…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Apply a condition to create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mask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(True/False array)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2: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the mask to select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that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meet the condition</a:t>
            </a: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5FE39BC-FD39-1BEF-0CC9-6354324263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51ACAD-E7C2-6D89-B53E-3474768689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687090-FC61-CBCD-7F38-B88A6DEC0C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29599" y="5154260"/>
            <a:ext cx="3390901" cy="4395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211718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805DE7-5D6B-BE27-9193-86EBED468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A55609-2928-066C-C69D-9247664416A3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CE4109-58A7-DA46-1520-CA1915FE05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Boolean Indexing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89ABD81-352E-CE71-673D-AC2AD441CBA6}"/>
              </a:ext>
            </a:extLst>
          </p:cNvPr>
          <p:cNvSpPr txBox="1"/>
          <p:nvPr/>
        </p:nvSpPr>
        <p:spPr>
          <a:xfrm>
            <a:off x="798274" y="1211072"/>
            <a:ext cx="111651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seen that we can access elements of an array using integer indices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[1]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access array entries using Booleans!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(e.g. </a:t>
            </a: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arr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[False, True, False, False, False, False]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data filtering based on conditions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see how this is usually done…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Apply a condition to create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mask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(True/False array)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 2: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the mask to select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that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meet the condition</a:t>
            </a:r>
            <a:endParaRPr lang="en-GB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47C4336-FD6B-EBAD-CA03-7E7EA8F160D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146FAB-00A9-95FB-A14C-E746B6C510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3961" y="3930456"/>
            <a:ext cx="6019800" cy="17104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762892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9A99E6-2CD3-7E77-A69A-C5E8CCA7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CDAACEC-8DD2-C778-B5F1-CA59C8EBDE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35642EF-9405-3A94-DBB6-D47E9C43D91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54001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378707A-C0A4-D54B-DA26-5B478B356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AA9B38F-AD4E-F6A7-3ECC-D19C008E36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8932BE1-80DA-5745-BA92-19E953CDBE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29A8C9-418B-5C4F-4396-B086136226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CF0F01-1413-4638-AFA8-3EF97DE34F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41213"/>
            <a:ext cx="3742705" cy="26626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461901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826ED41-08DA-1D6E-8E84-346559841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0B51CF6-C64A-D37A-9D6A-F128D5155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A598588-6B51-1E76-53AC-FBA7F28F995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B6F138-B137-BB65-B27E-2C21DCC1A1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704122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5D51BD0-0BBC-7BA4-5A6D-524E3740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4BBA6B9-2C0D-160A-4876-DBC87F8400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DD312E-2F96-B354-99C5-64A0AF0E4AD6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3757462-A9E5-51CD-3194-35CB5B376E9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994A9-96FE-B0DA-709D-F019D6BE25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546382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D434109-B10B-2B6A-0C06-490BE07B5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497682A-C89E-DC91-24D1-AA8122C12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BB3D413-03C8-592F-B53B-C544A7F0FCF5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returns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a condition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FBB5137-47B4-628F-09AC-541D1B90A60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157011-363A-1D4C-797B-E981F775D4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6546872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9B0FC0C-A724-5118-41D0-119883B2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2357C73-F37B-ABA0-96F4-90B396FE2B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41AA147-8349-A957-B6C7-BCE918A44E45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returns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a condition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68087A0-BC02-CC57-668B-B01E2CA84E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7B586-3071-37DB-163C-A89F31F29C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2B8E4E-8BCE-A882-326A-5D8183442B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4900" y="3337799"/>
            <a:ext cx="5590320" cy="1966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83B62B-677B-8BEA-6AA3-475F654840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3210" y="3390747"/>
            <a:ext cx="5471270" cy="1898523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F882AA-0DE5-5E6A-9078-FBA590F262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90200" y="3512164"/>
            <a:ext cx="1224280" cy="13453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31016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AFA7582-14C9-31BD-01AC-475878518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8499CAA-4031-47A9-935D-6C4F9C29C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9BFAA97-F891-D488-61FD-3702971B68E3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returns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a condition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E9071D7-5C18-7FB2-92AE-33D356CEA40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35FB5E-466C-016B-7329-A6C2A90E61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6756492-60BD-3431-23C9-AEE572173F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4900" y="3337799"/>
            <a:ext cx="5590320" cy="1966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15A4B3-A56A-6A51-3699-BB096DEBFF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3210" y="3943964"/>
            <a:ext cx="5471270" cy="1345306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103926-7D8B-0819-8402-221170ABE4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90200" y="3512164"/>
            <a:ext cx="1224280" cy="13453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595699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3833829-35BB-0322-61E4-850C5063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2544324-9B6A-0EED-D5DF-BB1C25A8AF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B719CA0-3242-1827-D649-0DEAB1241524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returns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a condition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A87F48A-9B6C-87BF-AA79-32366E96C43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DB8B59-5C32-AD30-B77D-4545A22D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D11F81-2B60-A95F-B8FE-803BD654A8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4900" y="3337799"/>
            <a:ext cx="5590320" cy="1966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D7383-43C0-14FE-8E4F-6A40108932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3210" y="3943964"/>
            <a:ext cx="5471270" cy="13453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782156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D069D49-992E-73F0-0F8F-CA43D62B2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E46697A-3100-364F-58F7-ECC9FC7FC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C632081-AB28-BC23-9D64-FDD9520CD338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returns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a condition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(condition, x, y)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creates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 new array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17DFAAF-FEC1-756D-8339-4E5E2CB513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8ACFDA-4C29-05FA-09E0-EA486742E6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2DAF9BC-AA2B-6DA7-DED7-C64D44C77A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4900" y="3337799"/>
            <a:ext cx="5590320" cy="1966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D72B6B-8A5B-3C92-FF01-0FBDDA728B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3210" y="3943964"/>
            <a:ext cx="5471270" cy="13453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264936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6E39E30-AC38-0E49-A42A-8BF4AB80B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55DF711-9ECD-B886-A335-A14A02C75C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24FD01A-E41D-842E-2E4E-9B4658BB3055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returns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a condition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(condition, x, y)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creates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 new array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array elements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x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condition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False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8590BB1-3606-5D98-D0FB-AF6B1B34E5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DBF2A6-F07B-72F9-F92F-CA1715A0B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8C0D0F-E2ED-63AB-4A61-509950BA1C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4900" y="3337799"/>
            <a:ext cx="5590320" cy="1966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CECD32-48FE-9415-0660-294345E462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3210" y="3943964"/>
            <a:ext cx="5471270" cy="13453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13378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1D300A0-5047-27A9-8898-BD9A0790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D7E6946-783D-6E7B-3733-F8A2068F45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0E95506-BE8A-7E29-9D06-43534054E760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returns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a condition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(condition, x, y)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creates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 new array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array elements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x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condition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False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7FA64D1-BD67-FD01-970D-D779091B6D2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BDC0E2-9052-14A6-0E6E-C206F519AB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47DA87-D55C-71EB-8B35-BC5FF24140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4900" y="3337799"/>
            <a:ext cx="5590320" cy="1966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FFB993-A971-D79B-5A17-CD06720A91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3210" y="4321198"/>
            <a:ext cx="5471270" cy="9680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010625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6A6AB19-6A51-A57C-0EFF-38EE81048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17CEDBB-BDB6-073B-5F0B-03864AE923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D7DAEDF-13AB-9849-10D3-B80AA12BA4A6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returns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a condition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(condition, x, y)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creates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 new array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array elements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x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condition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False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5818C81-D8CE-28B4-25CD-7E65F908F82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2946F4-CE2D-BC4E-E0A7-D71BF304FA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26419D-1C00-A0E8-2928-16A91B962D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4900" y="3337799"/>
            <a:ext cx="5590320" cy="1966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97ABF0-D037-0A8C-432B-91AA7FEFDA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3210" y="4572000"/>
            <a:ext cx="5471270" cy="7172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614121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DD30B2C-2D64-106D-4006-85A28824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5B35345-CB68-E19D-AA79-BC54137545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A53A479-0AE6-ACE3-5EC6-0508AF75101F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returns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a condition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(condition, x, y)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creates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 new array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array elements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x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condition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False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ADA5C01-BD1A-71A0-D467-312DF84155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DA0BFF-6F05-5FDA-8D0C-68A61A20BC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022553-9EAB-15BB-B18B-7FCE9C48D8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4900" y="3337799"/>
            <a:ext cx="5590320" cy="1966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B6D8C4-9B72-27BE-245E-1229AA17C7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3210" y="4864100"/>
            <a:ext cx="5471270" cy="4251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924192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5BC82D5-87B3-7BE2-F8DA-845DC72D2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94CB5D8-D39A-1D08-B643-8F274A940B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3AF372A-CA42-FB50-A1ED-D400328F16D2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returns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a condition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(condition, x, y)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creates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 new array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array elements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x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condition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False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3B0355A-9D16-4170-1967-42B3F05F51E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7FCF14-F7DB-834E-B942-061E774922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AC8940-3B97-CB37-76FE-91D5C23500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4900" y="3337799"/>
            <a:ext cx="5590320" cy="1966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785C4E-DA5D-043B-2EEC-B2D8B3164F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86762" y="4864100"/>
            <a:ext cx="2127718" cy="4251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824221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B6B7C9D-2A1F-BEE9-DA0B-4A90B1515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546ED3B-D9C9-4824-AE61-488459CDCE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00F32B1-2979-DD68-6E20-DB31F1CE6A48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returns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a condition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(condition, x, y)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creates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 new array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array elements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x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condition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False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3583D0-736A-4262-84D0-68A9ED2A535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587538-3E70-AE2F-EAB5-E3EC678642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E8B1739-178B-F643-E824-A64579183D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4900" y="3337799"/>
            <a:ext cx="5590320" cy="19667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41194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1DFAC0E-2FC0-492E-DCF6-5493200F7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A13934D-644E-81CD-D490-9DA81B30FF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042" y="29153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GB" dirty="0"/>
              <a:t> function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092449E-0A3A-F4D4-47C1-90B47B6199CB}"/>
              </a:ext>
            </a:extLst>
          </p:cNvPr>
          <p:cNvSpPr txBox="1"/>
          <p:nvPr/>
        </p:nvSpPr>
        <p:spPr>
          <a:xfrm>
            <a:off x="1012318" y="1934972"/>
            <a:ext cx="451218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Advanced conditional operations: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returns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a condition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np.where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(condition, x, y)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creates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 new array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array elements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x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condition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from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where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False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Powerful for element-wise conditional logic without loops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C8321AB-724F-A35F-5CEC-9081ACE432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2D7918-5D0B-C407-C09C-8D69ACB781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4900" y="3337799"/>
            <a:ext cx="5590320" cy="1966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55DFA4-16A7-F07C-2BDD-F376FC68EA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328" y="2407347"/>
            <a:ext cx="3778892" cy="3183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120364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E117839-4366-12E8-DA3B-9380E80B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2DFA29-A502-6041-356A-5299491878D5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FB36CAB-0274-688A-0C25-109BC43CCD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76BC978-6F17-91B7-6203-403BDB0FC87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08655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5638AEE-C7F8-E3A7-B4F5-8BF7E550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9B8B2B-BA4C-4D6D-818B-397DE6F7AAD6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57427E2-D458-87EB-6A9C-93023E33D4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2A4517F-CD51-2814-F5D8-06CD1CFB57A1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168E77A-3815-08C6-095B-CCF4ED407BD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2830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6B77D83-C942-F6A7-6472-3F57004B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FDE22E0-7F77-AA13-64B2-9913DDA9E1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13BFCF4-84FD-AF68-C1FC-3710972A256A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4ACFE22-77FA-F350-494C-965A02F83F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54BA601-2424-F124-BDAB-D397C4053106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C687E5A-CCDE-B144-8055-3F9D8B9782C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F6FC53-3FCF-80A0-631C-63121086D7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3744382"/>
            <a:ext cx="6526508" cy="225958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997826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87B172E-3CB7-31D4-97FF-0A06497A8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ED9491-75F4-7213-6481-141D17C3DA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FF50BD-D119-8D7B-BAF5-6F53EB28BC2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605B4F6-047A-C9E2-762F-C41F967DE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2BE8569-F784-078D-B6FB-9B01D38C1179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2D6F1F1-EE32-0DB3-6A72-4AF64BD27B6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C9972E-1E7C-2689-97D6-6DAF49F78F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3744382"/>
            <a:ext cx="6526508" cy="225958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830419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5A31DA9-AF3C-457E-06A3-733A275DD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477961-F3D7-5600-C0D6-57869A2093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6E4873-4684-6D75-2FAC-8793C9A57ADF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564459D-9770-BF69-FA3D-9711CA113F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5781FA2-8B07-91D8-4FF9-FED45C54B808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like Python's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range()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for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3F4788C-9906-AB3F-217F-BE9E5D49F11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7CEF09-F708-98DD-5572-3791F0596C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3744382"/>
            <a:ext cx="6526508" cy="225958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449703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4941E35-025C-E55A-ED95-425A046C4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7CB868-CE98-AFC2-EE08-129F7813E6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45DFD0-C8ED-B8D2-C0B3-5844211E3E52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7FB2CAE-C2F2-1E33-37E4-74504A56B4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2A5D88F-FAC7-4B8D-13E0-57FB4714D145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like Python's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range()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for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E18112F-DE89-76F0-A7CB-F9EBB04110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AA723C-1839-6BC7-4B69-71F23601EF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4356100"/>
            <a:ext cx="6526508" cy="1647863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F21FA3-9726-7BBA-0ABB-78898BDA2C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0092" y="3950115"/>
            <a:ext cx="2259308" cy="16478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21650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7C1BC8B-008C-B9A7-5B52-F6E88BC6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A648DC5-2021-093A-C00E-CC2C4CC648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B31F64E-2E7F-9DEA-E275-086E573E09AF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58B00FA-D2CB-41AD-BB63-83F40B2B1E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1E9D29A-4FF8-4565-CEDA-5850EF136BE8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like Python's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range()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for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48ACFDD-AE29-9BE5-DE94-1BD6B9AD2C1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37842D-32A5-43B7-F8A6-810C3F1C03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4356100"/>
            <a:ext cx="6526508" cy="16478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48978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DBF0019-1C49-A749-A8C5-152335102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DCF8D7-E4FC-F4B5-F10D-B840A4D2EF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11C13BE-4FDB-81B1-B584-81E3993DAD54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4EB1370-30A8-8DEE-210F-1ECC103F2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32395D2-F218-3573-C138-91E36C94CCF7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like Python's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range()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for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np.linspace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4E8AFA3-B2F4-2EF0-D9C7-FB83FFA7C74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F34BB6-3D14-C4AC-D8B8-025C344FDC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4368800"/>
            <a:ext cx="6526508" cy="16351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170294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466F119-EC17-F1B9-DE8F-B013147C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8A99A0-BAAF-8019-3446-D5B8AC78D4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62F9BF-40CD-C2A9-BA6A-BBFBE59E2492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223162-E3F2-B77A-84C0-CCCCDFBE06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70A9C0D-4CC3-FC4B-2FD9-2B598CD56C7B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like Python's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range()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for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np.linspace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exactly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evenly spaced points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2C42BA6-9BDF-E74F-574F-19A187547C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F366E4-6EE4-40C3-929D-F6AA7965AA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4368800"/>
            <a:ext cx="6526508" cy="16351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636919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E63BB84-0383-01B6-D263-59BEAFA38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C95C37-A255-BC2E-0BA9-6C14B7D815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D9E6DA-A6DE-8374-7C67-272F5C9D286D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6C73797-B4FF-AA2E-CF7D-5E5AFA1891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BE14AE5-2E67-8A25-8C6D-54E1B3C4A1C3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like Python's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range()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for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np.linspace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exactly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evenly spaced points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7FBD3A3-FD03-86B6-2751-2787139429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C5EB2-DE1E-2A50-200A-DF90FF2DA4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5143500"/>
            <a:ext cx="6526508" cy="860463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1E2086-3381-9F49-CCA8-DFE703FD29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53099" y="4678876"/>
            <a:ext cx="3493125" cy="8604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27868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14955C1-851D-8A45-04D8-CF1ABB132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B57830-9268-D8A9-6DBA-AE9329086F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15B4DF-F367-5E5D-4EE3-6A7D64B70B5A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949C8A5-254B-9E90-A7C0-BC5C6BC705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3D006AC-E34F-20C5-1337-22FA5084A887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like Python's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range()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for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np.linspace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exactly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evenly spaced points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F6B6F18-284E-DCEB-12A8-C3E8A3B22EC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C636CF-7167-090A-6C43-1E50BCBAEA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5143500"/>
            <a:ext cx="6526508" cy="8604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917413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9ACA0F9-64EC-4741-721F-0B37BC65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1D82A5-8B94-EDF7-3F73-5F9DF8B777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4D358B-4553-EF49-8E47-3B2C301252C1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95E5BF6-62F2-38BA-FAA1-2A24C7906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E3B99D8-5649-0FF3-1CAF-4BA5DD6B3361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like Python's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range()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for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np.linspace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exactly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evenly spaced points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Choose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when you know the step size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D1ED65B-9493-4940-F59D-0EF10E3727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7EF515-BC22-7B3F-1ED8-196BFAB6BE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5194300"/>
            <a:ext cx="6526508" cy="8096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231521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9EC7F90-4B01-DB9B-EB58-138115856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1D8BC4-EE38-DEC7-65DB-2872FFEDBD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270094-3C1D-465F-E9F8-8DEEB4097251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17B44B5-63BD-9748-39F1-FF1EBC8E3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9318858-EF85-2512-A992-FDD21B0EF466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like Python's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range()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for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np.linspace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exactly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evenly spaced points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Choose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when you know the step size,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when you know the number of points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1BF76E3-4E22-CF00-A9D0-4982BF6E947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11F1B6-5A70-5D55-57A1-664E0BA4A7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5194300"/>
            <a:ext cx="6526508" cy="8096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891370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09FFACF-D8B7-8AAA-B1A1-82E1105D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E44860-2B82-9616-971C-B7E0F218FF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5A8E88B-4622-3CCE-8E35-FFCB72081DB8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668D584-60B4-AC2E-4726-95A4F0117A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D4A2F92-A8DC-AAFD-D2D5-C74A914CDC5B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like Python's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range()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for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np.linspace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exactly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evenly spaced points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Choose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when you know the step size,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when you know the number of points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045579B-0816-4CE8-2681-46BBFFCD5A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43773-EB05-32DE-43EB-BDACC4824D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5435600"/>
            <a:ext cx="6526508" cy="5683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865533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1C09ACD-9983-4035-0F8B-DA3AF8713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15034E-92A2-5A59-4DAE-42E889E065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3BA75D4-988B-FB0D-10F3-29A35FEFD46D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CC7CF70-9DE2-FE3F-797E-86CA424E0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08DDDA-2CC9-51CA-7A4D-0F37047E3DC1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like Python's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range()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for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np.linspace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exactly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evenly spaced points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Choose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when you know the step size,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when you know the number of points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3EB482B-34F1-9531-FC23-59B9973F66B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0E82F9-D61A-2A30-92BE-34C646063E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8382" y="5723467"/>
            <a:ext cx="6526508" cy="2804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689207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7FD42CE-30FF-BCB5-F88C-314F7490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C173AB-4581-5E02-AE66-E3D2685DB5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04700" y="3698906"/>
            <a:ext cx="6556542" cy="2311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69E245-ACD8-FC24-A41D-52773A67311A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6C1AEAD-4D30-C6C9-8C25-9752DAF0F6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Sequences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7CBBA06-9057-DD7C-9164-6928E87B686F}"/>
              </a:ext>
            </a:extLst>
          </p:cNvPr>
          <p:cNvSpPr txBox="1"/>
          <p:nvPr/>
        </p:nvSpPr>
        <p:spPr>
          <a:xfrm>
            <a:off x="798275" y="1211072"/>
            <a:ext cx="8968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Creating ordered numerical sequences: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np.arange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step)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like Python's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range()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but for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np.linspace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(start, stop,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exactly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evenly spaced points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Choose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when you know the step size,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when you know the number of points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68B30C5-5CA2-2F46-5A6D-32F569182A6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66541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02F960-E6A7-E8D6-8C6F-F014B3AA6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CA7A8CC-AE77-2498-54D3-41EAA5FF1E1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1F36AF-7A4E-D6E2-9545-FF41508E70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95DADC4-5F86-AF58-A0CB-2CBD9141302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19031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D7113A-113D-4F0A-B464-2CAE7D34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3D7E57-DF1A-61D8-F556-5D7AC0264113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A092F27-1839-EF6E-0EF2-5D8DB472FA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A4985E9-615F-6C56-832B-C2E765C851CA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36DD482-BA9B-2769-E326-6BAEF593C5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74573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E74059-1EF9-BE94-B7B8-6ACBA52AF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54CDC1-FA56-22EA-3B6C-C05AF8B6E4E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A6389-321F-796B-F2C4-6637A5FD0A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D5E287C-7DD9-32E7-3F55-2E2171E22F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3A20379-425B-1801-62B8-814833EFE544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5D0A99B-46F6-9413-2D58-24DF73E10B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5C4153-6640-897C-0A2E-81F25A7464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1766875"/>
            <a:ext cx="3964465" cy="181452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846305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BC9BCC0-34ED-033A-88EE-F3554456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D8ACD0-3C13-A662-0006-53F4A07A0030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6CEE9-E5ED-CE2C-D1A7-B424664915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2F67A88-786A-6F69-9FCE-BCDA06C223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9DB15E-6ACD-3EF3-D84D-F208751B43AE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6BAA68A-A4C4-E413-D44B-3860916555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B57488-0E05-0EF9-582B-8C44B6B180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1930400"/>
            <a:ext cx="3964465" cy="1651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490110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5F97240-F4E1-750E-3B4A-8F8BC6380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195929-3226-49A8-40B2-B8A39E374E47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AC3D3-7BBC-C6D4-A474-11C50108F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B935AAF-5BC5-AC02-409E-353B9812A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29B009E-3F0E-A7A2-DAF0-A0A9A7CDC834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407332-52D8-ACCA-A106-9D5E7259025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991B94-F9E2-4958-E10F-D8A14E3A6F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1930400"/>
            <a:ext cx="3964465" cy="1651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684553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D408318-6370-A1F2-9778-CB24BF47D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A164E7-A4C6-B572-A722-BCB896EE46E2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85AC27-3C48-74FE-C61B-6BECB5DEF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D3BDC0B-AC0F-04CA-38E0-E36A3F11B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5D125C6-47EC-77CB-0F8A-79A38420A17E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BCC3D1F-E4C0-2A98-938F-FB4929B5A42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72ABBE-D4ED-A6FA-8BE3-F233341C75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1930400"/>
            <a:ext cx="3964465" cy="1651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488658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610481E-6148-44E0-691F-F6B137808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377D66-8207-3E4D-E6D6-0A1AC758F8F9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93B319-B7B0-67C4-DC87-9F0E088940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3A3C7BF-3A73-E673-FADE-5D1845E5E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BFB2FD2-7D58-3670-6581-1FB5570F9696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9F6573C-F7D5-D3F3-ED9E-5320297DED9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B0C28E-6395-6E23-DA9B-6F092B7279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2164882"/>
            <a:ext cx="3964465" cy="1416517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162A75-01E9-FA33-9D3F-D5E163984F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68615" y="1954787"/>
            <a:ext cx="2094117" cy="141651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0525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675A544-A095-7A02-1745-95B44710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B49783-A247-0EC8-BC11-BEB61C3B4615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FD478-0EA7-00E9-476B-2E039C722C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3F00AC1-ACBF-E8EE-96AE-B18889E920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19C2C1C-ABA3-9EF7-C3F2-346FB0E33A67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87ED9E2-E725-0C2D-E41B-7A0114BDB7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F2B5FD-7B6A-E743-3C07-5FDE29784C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2164882"/>
            <a:ext cx="3964465" cy="141651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01268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BBCC687-E399-A2B3-7479-9CD09B75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125282F-3C68-75B3-C7D3-0D80FBBF461A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749A5-CD86-4B78-D5D9-8F1F9E2821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7EDD67B-C30C-731A-FE9E-E65D45D81D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BEDFB90-B808-140C-7AEC-FF5C7C83F998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C7A096-96AD-3226-6452-95E1A1E14D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BC3078-A361-6494-C66A-A3833F4CD2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2164883"/>
            <a:ext cx="3964465" cy="1416517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E127C0-936E-0931-648E-3B0DE7478D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68615" y="2164883"/>
            <a:ext cx="2094117" cy="120642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15656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F93BCBB-C995-2312-4EC7-95037BF69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F4B83C-6D6E-0EC3-EB5E-9CA5A9BA316D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2059E0-2F81-03AE-EEF3-B82CB89532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DE32D86-CBB9-B536-BD21-E1186E2A48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A96E197-3184-D271-BAD8-C9EDB7FBCD3C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C8846E7-217B-45F8-1CBD-776714637A0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6784FF-0275-DA19-9E58-F980E9AB52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2377439"/>
            <a:ext cx="3964465" cy="1203961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997125A-E4ED-B6DF-BBB3-36F1997584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68615" y="2164883"/>
            <a:ext cx="2094117" cy="120642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136266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1F75790-8162-2B7D-8184-6CD887FB1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D81DDA-C534-4116-C33D-F9CA337E8993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77AB7-CF85-6400-61E7-F51D19AB7F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1FB9E9E-B8F5-3B6C-0841-D7DD8D3A5B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7253372-A996-CCFC-154E-7C353377B8BA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D6A43F-EE5A-B927-413E-644AFC33512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6F040B-C25A-D241-AD7A-29AB0AE9A1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2377439"/>
            <a:ext cx="3964465" cy="120396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831959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6B910F-BA08-B207-AFFE-AD780FC3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B6F47-DAB3-0839-9C11-9A53F0F62469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6C653-6BDB-87B2-524A-114956406F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FCC6691-25EC-82DE-D734-0F90B2F705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0DBF62B-31DA-60E5-F2D6-9B35A56D5FED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3AA30A6-87DE-1388-3F35-2A491190363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461AF1-2186-BE14-A0FB-0DABB08A61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2348565"/>
            <a:ext cx="3964465" cy="1232836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5B08C1-D718-DBF3-E0F9-328822BA10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68615" y="2348564"/>
            <a:ext cx="2094117" cy="10227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026639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9D9B6A0-0CC5-3A68-1428-45595573C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0CD857-FF4B-711F-0EF7-78AF4AA7D93B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2BC8E5-EBEA-625E-4899-578A725829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8B1223-6D4C-A454-026E-5DF857138F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9E8A8BD-DEEB-BADD-FBB2-9822DFE7CF05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3695238-8392-85EF-7964-EDD5BB9E09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18EAA4-6607-2C45-E801-BC6294753A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2666197"/>
            <a:ext cx="3964465" cy="915203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47A6C6-6D81-6306-03AC-E9AAB72321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68615" y="2348564"/>
            <a:ext cx="2094117" cy="10227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442141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E44B5FF-1709-58D5-F825-D994342BF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B7F099-8BFB-2D74-3CC1-7376140350D7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820F6-3F2E-3E2F-8A89-89B2683F6B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EB0238A-CBAD-2BBD-DDAC-3A3DA7228B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C19E10F-5168-F73B-5328-C0D3A15F2EC3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727C431-D167-A4BC-0637-69881A7BC3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89BE37-D74D-2E56-40D0-178B7CD1B0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2666197"/>
            <a:ext cx="3964465" cy="9152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67980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7D6322F-BCA6-25AC-265E-9962E05D2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93A716-CAC0-E10B-24AB-0F8B1A8D88B9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1F3E37-0748-A304-085F-ECC2C39C67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3B5A27F-244D-C1F0-C601-0D1B9C4BD2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B5FD574-3CBA-5E47-F06C-19CD8CE00622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np.*_like():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preserve shape and data type of existing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ECFC99B-2EEE-4C73-4546-C87A4CD9ABD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47732E-AF60-C17E-968A-8CA9D47A28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2656573"/>
            <a:ext cx="3964465" cy="92482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853550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EB4BF08-9101-40E8-01AF-294EA643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176CAC-4EC5-F078-F34D-E99CE91DE013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C123C6-4D1B-289B-5F97-E61FF3B5CA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3633A2C-932A-A8B5-67CF-E6ECE93737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2CCE163-9E67-4601-8793-90B4CC6F003E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np.*_like():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preserve shape and data type of existing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4B082A3-1198-6C68-EF13-8DDAA1CA5A5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FFEAE-66BB-2B2C-7985-0C4B4938F8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2983831"/>
            <a:ext cx="3964465" cy="5975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255627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28E75F5-0EB6-198A-649A-8F1903A4C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A14118-094C-15C1-BB73-1E3497EB6B21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B84F1-F149-FEE7-C157-E94E7CFC3E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6F03086-3CB8-5BBB-43BE-7F57A6C54C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E3DCDA9-1ED5-AFA2-DC5A-3F7FEFD96D07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np.*_like():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preserve shape and data type of existing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AED8401-E518-04C6-D0C0-8AC2620CB68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C19593-DFBB-E9FF-50F2-EF6095B018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3166711"/>
            <a:ext cx="3964465" cy="41468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66813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6BE392F-F66B-0FCA-8A7E-4E5F2D341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CEDCA2-DF9B-5DE4-544C-B6C9CF332010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B4B46-BFF6-5145-1F4F-1B4DAD0A91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D254AD7-AE98-116F-2C79-D73CCBC2B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651C16E-A1C5-A98D-0C15-CF2A6118D045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np.*_like():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preserve shape and data type of existing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24C8A7D-9405-8CBA-CEAC-B67CCE9D3D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8FA99C-CF2E-05E8-0591-20C69FD67E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8268" y="3368842"/>
            <a:ext cx="3964465" cy="23180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17793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7020EAC-5E2B-EF4C-1B25-B148DA3F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9E5B30-EA00-E4C4-B596-77CD7EB69B4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B2DD9-0ECE-352D-5D25-CBBD568EF7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4382F44-0C1A-8EA9-7437-9E7B545E3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C28F229-6C40-5086-C8EB-A198503C6054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np.*_like():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preserve shape and data type of existing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370FD17-5316-FA1F-4542-4450BC166B9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5558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EDA0A81-F52A-F6E9-F474-83572D37A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47027F-EEC2-6A01-56C8-F25B4446E6E1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02EF2-2E74-4B1A-E0D5-F8A5FCE3E3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92AC052-4748-E0A4-F156-518CB97EDE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CDB4889-421E-2749-FFB0-6B3478826612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np.*_like():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preserve shape and data type of existing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np.empty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fastest but contains arbitrary values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6E1992-1A4E-311E-E25F-9FB880A872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35238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CE9B6A-3AFC-EF77-0508-187EB1052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39A89A-ABA2-7F62-2461-465D25441F5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39803-4850-9A7D-ABE6-326910E84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F8CBCCB-7A31-90E8-1251-E742B794EC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0F2522C-A821-BF89-755D-2CBAE27EA5A8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np.*_like():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preserve shape and data type of existing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np.empty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fastest but contains arbitrary values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A08FE06-D158-1013-72D1-036A499E0F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556492-4B2A-ED6D-BCC3-1F7421120E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95883" y="3818189"/>
            <a:ext cx="1462359" cy="2920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019825-54EE-AE8B-3D96-E25059A7C7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11469" y="3856275"/>
            <a:ext cx="1407356" cy="21591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683326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D2587C7-1A69-B967-C905-C6E6DF53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9B5D93B-CDAD-BE0E-9299-ADE70F97B86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C28D2-0F42-9E99-EEC6-C7A15FBDE6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7146C8-1333-B69D-4DCE-241B09C364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C69439E-DED4-E4B5-B66E-2951097C21C0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np.*_like():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preserve shape and data type of existing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np.empty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fastest but contains arbitrary values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F237A29-CCA7-EE20-82A2-346820EF200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4B7050-885B-F50A-067C-699D8008AE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95883" y="3818189"/>
            <a:ext cx="1462359" cy="2920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273750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8880F23-486F-05D9-C543-EEF162FE8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A3D6F0-B358-05C6-1BE6-BBAEB25CD649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D7BF7-5E6B-BD30-0E40-D266E628E0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7764F1-F036-2BF7-417C-F6536CD70D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E54B7C8-AB8E-A14D-17D8-5A779B46A3F4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np.*_like():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preserve shape and data type of existing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np.empty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fastest but contains arbitrary values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FF43A56-5D88-8578-4F86-2C9A9894E3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373E25-FF8E-CF9A-13E4-7C40EA2BB6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95883" y="3818189"/>
            <a:ext cx="1462359" cy="2920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7DB3EF-02CD-D380-CB9D-68CDC49754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4312919"/>
            <a:ext cx="4082144" cy="11625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A5B39D-8B7A-01AE-4252-C709C63FDE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14607" y="4349506"/>
            <a:ext cx="4004218" cy="10352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92185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2DACD95-F96F-729B-6312-73AE3B3C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684DB7-BE17-9823-07C8-5E3E3ACC113F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D6B4FB-138B-D813-188E-5947103DBE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1710546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968EAD-C2C0-52E2-9F60-56737DE46A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Generation: Filled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EE21212-7B23-D279-AF3D-0435D6C98DDD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Initialize arrays with specific values:</a:t>
            </a:r>
            <a:b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Useful for creating </a:t>
            </a:r>
            <a:r>
              <a:rPr lang="en-GB" sz="1800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placeholders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before computations or initializing data structures.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np.zeros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zeros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np.ones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 of ones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np.full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fill an array with a specific value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np.*_like():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preserve shape and data type of existing arrays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np.empty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fastest but contains arbitrary values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A9B6256-3DEB-6D65-43E6-8DAD802FC3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7BDE24-531B-3A56-8F37-6EEF120B55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95883" y="3818189"/>
            <a:ext cx="1462359" cy="2920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28E4B5-11CE-9415-A8BF-715B41B82E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6098" y="4312919"/>
            <a:ext cx="4082144" cy="11625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746529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22F6296-1F84-8671-6CF5-E63F8E28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E2F2-7FB4-13D6-4A1F-0DF3B1FF8307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195A28A-34F7-AEFF-B86B-69AAD42F05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4BF60F-2C71-31AD-C305-7BE6A3CB06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26387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3BFCB01-4400-713A-4072-984C8220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B58E3C-9733-1FFC-8A99-0C2D4B1497CB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1AC006E-47E2-2342-CDFA-1D7FAB85E0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4F5D3D7-9175-75C4-C2FA-7F4380FB7B32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Pseudo-random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54AE6B5-971D-60EC-2653-396B372914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57687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C92D2A-3BD3-9B21-62BC-A6CD4D0E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FA01694-4B53-260B-0705-9070EA6EFBC6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1AC0118-F7E3-F99D-AD65-EF20994FEA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A45AFE6-9CA9-DCBC-E56E-E75367E11DB0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Pseudo-random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Often when coding you might want to generate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 number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B5D3768-3856-6B82-BCCC-7A8A51A8462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05838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E99041-C06A-40AA-3E2F-DB3E8BA4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45F6F1-624C-11B4-C046-35A53A192CEB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65F1F36-898B-2069-1566-018FE43795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CC1B467-AC48-03A4-3366-B3D00A28F08D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Pseudo-random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Often when coding you might want to generate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 number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D9E689C-1676-3292-D383-C25E10B264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0CBCD956-6D73-3D7F-90B5-29974DE4DBA7}"/>
              </a:ext>
            </a:extLst>
          </p:cNvPr>
          <p:cNvSpPr txBox="1"/>
          <p:nvPr/>
        </p:nvSpPr>
        <p:spPr>
          <a:xfrm>
            <a:off x="7676493" y="2784478"/>
            <a:ext cx="377645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you did the week 5 data science challenge, think of the robot!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644296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BB6DAA2-7C69-08D9-60B5-3FBF4899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0AD434E-96A2-DD99-BC5C-E45ACBC7F00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A9BF0E1-F840-82CF-8254-BFDB6E3C68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60BA0AD-7A2A-7D18-C168-DC5C8E9F4472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Pseudo-random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Often when coding you might want to generate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 number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BE71C5E-E2A7-91D1-A022-B82762105D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7E854973-8ADE-00C7-D9AF-78D918F9DD08}"/>
              </a:ext>
            </a:extLst>
          </p:cNvPr>
          <p:cNvSpPr txBox="1"/>
          <p:nvPr/>
        </p:nvSpPr>
        <p:spPr>
          <a:xfrm>
            <a:off x="7676493" y="2784478"/>
            <a:ext cx="377645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you did the week 5 data science challenge, think of the robot!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3C3CAE-1904-916E-D231-072608120E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621993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CA9E44E-4A8D-855B-153D-38C03180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A46542-E47E-56CD-5376-FCEF203DD687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DE3A9E9-9619-DA12-98AD-85C215E7AD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542DD33-4C19-C9B2-B14E-8AC091719BA2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Pseudo-random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Often when coding you might want to generate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 number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0CD730-B789-F161-1EF6-6FA839F305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9E9EF41-2570-73CB-D447-D5C3FAA874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720387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99B47BF-9FC9-BBC4-1267-AAB8A85A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3A9EAA-4997-1C6D-9456-FCF0F54E0914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F77D56C-60FE-A9C7-7AA9-5ABE7B3D70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365B7AA-DBBC-1135-CB05-86A2AF832857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Pseudo-random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Often when coding you might want to generate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 number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Computers are deterministic machines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input → same output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6E4314F-E995-FC1B-B01C-06491B20CE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9B80BD-1156-5ABC-FA1C-A143402C99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425116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2C8DB3B-6BAB-9EAB-A023-9E37EE0F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FDA4128-68A6-F42C-577E-6F46CC3D54D0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EF8D5D5-07AC-BA99-4C62-A4ADB106D5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2F3293A-C91E-3248-D4F7-5AFD40DCFE9B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Pseudo-random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Often when coding you might want to generate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 number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Computers are deterministic machines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input → same output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3141051-CB25-9160-DCDB-43C6ED9091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E7C79B-407F-B1A1-DC45-68E4AFB16A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F648B4-F462-CC7E-0314-F93DC362A1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CE7FC5-2A17-25CD-1245-5E1DAE0BED9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60197"/>
            <a:ext cx="3568701" cy="3830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098086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CED20EE-C37A-7C28-F90A-2896D4840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41EFCD6-EC07-EDD4-C49E-FEE536EEF3B8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18C5ED5-35FC-073D-0E25-8ECFF17E0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F2533C9-BAD3-C1A5-D680-3E464A79E06B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Pseudo-random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Often when coding you might want to generate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 number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Computers are deterministic machines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input → same output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E53FC35-4791-206A-0377-1B5EF51D8AE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2AB8EA-D17C-80DD-D5CB-40C28106A1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630E42-C1A5-94CB-9115-47F4EE54D1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DAFE6E-F3E3-6DE8-8EB5-A303B67AAE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933700"/>
            <a:ext cx="3568701" cy="2095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67111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A49F4D5-B5B9-F9B3-4CF8-912F14FB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CD0304D-6A02-34BD-607F-A25D1BD677BB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3BAED7A-10B7-F4A0-5D0D-9874B85E6B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89E519F-9AD2-F986-E68B-0C299DE53C2B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Pseudo-random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Often when coding you might want to generate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 number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Computers are deterministic machines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input → same output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337E169-99A1-C49E-503E-81FEA7CF3D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A2F10A-C9B8-8742-5EBC-C75717AC2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58E4F5-0712-3C3E-5EC9-359CFFC29D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341890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BE9D499-018D-A7AC-CC84-2908272E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75E6D4-2AC4-DDD2-BCD6-D181B73F915B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57D8E67-33CE-8FD8-96BC-D4A41794EE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3B3F886-9EB2-7AEF-ABBD-6A30F31F8156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Pseudo-random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Often when coding you might want to generate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 number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Computers are deterministic machines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input → same output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seudo-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andom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umber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enerators (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PRNGs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 use mathematical algorithms to make sequences of 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F201068-ECE3-E041-0F40-FBE78E17AF5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788CF5-B12B-53A1-083F-AD19997B63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8AC460-9BC8-6D53-147E-9BC4D9CB71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974835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4ACCDED-E065-839E-488A-CC7FD6F9F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BF3C44-D4D3-EF0D-A675-C0241736D81F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2313118-BCFC-1A66-790D-1D423FDEF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E08B0F8-E0DB-1E18-9586-8ED51F1CCDE9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Pseudo-random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Often when coding you might want to generate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 number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Computers are deterministic machines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input → same output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seudo-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andom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umber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enerators (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PRNGs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 use mathematical algorithms to make sequences of 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“seed”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value determines the starting point of the sequence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39CD09C-D917-5EDE-77D1-A67714AF088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EF9B11-C214-2114-6FC8-239885BBD7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53C150-0028-65D7-05F6-499B91536D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538708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FFF48A5-7934-986B-88BB-893154062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E0C529E-5CD0-3F2F-A1C6-573F01A42BD5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7A70D68-6806-4CF6-097A-FF94BAAA5B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234E56A-541B-F79D-BBA5-AD197C9326E8}"/>
              </a:ext>
            </a:extLst>
          </p:cNvPr>
          <p:cNvSpPr txBox="1"/>
          <p:nvPr/>
        </p:nvSpPr>
        <p:spPr>
          <a:xfrm>
            <a:off x="798275" y="1211072"/>
            <a:ext cx="58202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Pseudo-random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Often when coding you might want to generate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 number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Computers are deterministic machines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input → same output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seudo-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andom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umber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enerators (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PRNGs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 use mathematical algorithms to make sequences of random numbers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“seed”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value determines the starting point of the sequence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seed = same sequence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(crucial for reproducible research!)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BB057C6-EB6A-F5A0-13C2-5C8B34C420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05DB5A-AC2A-1AF3-39B8-14FF741D5C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B85EEF-C79A-B272-BAA6-02505EF581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5980091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4460525-2EDA-6DF7-05B7-02889D5E9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1B2AD0D-F87E-3BB1-2883-4E8C6F6083AC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7962E0A-BA5C-D89D-8C52-DE7C0926B7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A701350-F86D-8E7C-BD1E-B685FDB78AE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D3930F-1ED7-B3DE-4EA1-AC5C5BC0F9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1A7019-6903-963E-102C-0A130C301A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593359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7C898F-A56A-77E9-5591-07AB9B8E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395214-4055-1E86-E2AD-FC04F7E7FEE6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39C1CF6-6922-CBE3-2A1A-8672E7838E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9856F3A-C3EC-5CB1-65B9-344D83F6377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FF71C9-3387-4AE3-3500-73F2DA774A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5DD7FD-34FF-2EE6-B7C7-40D9E629F7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F59E45-8DD7-710F-0A67-F5F75A28BC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C1E7A9-8269-9BBA-5218-F1EF94D7E1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9460" y="3528060"/>
            <a:ext cx="5525426" cy="23619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843810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5B850EF-424E-E6DC-F25A-35F1D927D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3DE697-F808-F7CE-80CE-AAB985A3772E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88601C5-CC92-544B-06B0-194F665DAF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399E335-5C53-EE7B-5777-ADC7CC11C395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D073411-4259-340C-9780-7C907CCED6F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810AA-620D-E45B-299D-6F0071AB1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6922C1-B8B0-67AE-D524-C3026F744A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F1AA3E-52B0-C5EE-203B-2844DA1C5D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AC7566-2E49-0D98-A634-FFC17CA3AED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51372" y="4415222"/>
            <a:ext cx="1143001" cy="723900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578C95-D106-4986-2E4E-C82018321B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9460" y="3528060"/>
            <a:ext cx="5525426" cy="23619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6349876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571168F-A2F7-FA25-3080-ABBBE821E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192980-90BE-CEFD-8AF1-53D76AE93CD0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55188D3-0952-4719-C12F-CDC230B11A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379750D-8C7C-3F90-F5E6-0C309F308823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generate: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3F93D31-8AB6-1D2B-F90A-4C739F67F8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0C4B1A-CAB8-1005-D730-5261B452F0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C40C05-7B39-A485-B331-7464716039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F272E4-814B-7057-28B6-484C69F035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9137D7-C799-6831-E20F-FD283067387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9460" y="3528060"/>
            <a:ext cx="5525426" cy="23619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9334823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33D6FED-5881-992B-8DF6-D92999C23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64B1A2-1D3E-C395-63A3-A88F64B8A406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DCA046A-8E1F-82A1-4144-2507C92B33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17DCD21-632F-3A27-32CB-58860205C01D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generate: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integers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{1,…, k}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rng.integers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50C43AF-0CE1-C2A3-D8C6-C80E9CED428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448861-E92F-7D31-D800-E1533FF770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46B8EC-D32F-14EA-80BE-3089F2141E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99DED0-82CF-6884-E967-CFC30EFF3F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F941EA-5811-039B-E566-6368EFD7DD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51372" y="4415222"/>
            <a:ext cx="1143001" cy="723900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F73ADB-8E5D-DC4A-D686-77292E71FF1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9460" y="3528060"/>
            <a:ext cx="5525426" cy="23619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561117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1A29137-995B-1356-3C68-5D0BE879D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792621-DD70-1D5D-1B91-6EE8B4A9FB1F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35BE9B2-D120-B84E-2E7F-52EBB3E4CA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28FB51B-3098-79D3-318B-C91672AA5B2B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generate: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integers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{1,…, k}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rng.integers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51B702A-FC19-2D90-5FC5-4E93FF7BBCB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B140AB-9AB5-F104-65C1-04D1D6AF47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7E55B4-7BE1-8007-BEEC-59D3F56253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997752-F840-EBB3-407B-96BC25FABF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285941-40AA-6DE3-13C1-79FE3AC941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51372" y="4415222"/>
            <a:ext cx="1143001" cy="723900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4FFF14-2FB5-FAD0-8855-4C6A611BF57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9460" y="4090008"/>
            <a:ext cx="5525426" cy="1800023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52EA50-AD0F-F455-C505-654C6059D6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69366" y="3579800"/>
            <a:ext cx="2472660" cy="180002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636453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3571265-8662-4E24-6BF5-534EE3AF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5A8016-23F7-86C8-2D5B-D2B8CB7C5EA3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11E10D8-0D19-63AB-7EBE-0E22DB4E02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D680B03-A401-A7EB-AC25-040F9F5021C5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generate: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integers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{1,…, k}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rng.integers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DFB84A9-26D4-72F1-12B9-33953DF2285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C570A9-1EB6-AFED-E91E-8D86E33690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14A695-9DD1-B2FA-2073-6822D68CFF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36F239-636E-E924-3A0B-2AA57AE938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4CC6B9-788D-4C6A-5D28-E9262147D9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51372" y="4415222"/>
            <a:ext cx="1143001" cy="723900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E451635-7E72-1565-E096-E331A955524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9460" y="4090008"/>
            <a:ext cx="5525426" cy="180002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973159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12BA701-66D4-C1F4-78F1-2E77618A5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EB76E6E-750C-49D8-10DB-734258E26D11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7261FCF-D553-F126-1564-759C720E22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9860FB2-9695-F68B-E462-28E0800CE5A0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generate: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integers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{1,…, k}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rng.integers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floats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[0,1)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 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custom range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48CC6FB-2FC8-8560-40E5-B88D83B3098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9C4C25-5A1F-D901-83F2-A49B96B7AB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878B73-480E-0AB7-3393-468B9253C2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DE1509-E6BD-7AD7-679C-49C12105E3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75DB44-84DF-255F-AA9A-AF1C538DD82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51372" y="4415222"/>
            <a:ext cx="1143001" cy="723900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71B9A6-E39D-EC3F-44A3-A2F24104E17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9460" y="3927921"/>
            <a:ext cx="5525426" cy="1962111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0D2517-F724-38DC-4DC4-B2B6030CA28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69366" y="4090009"/>
            <a:ext cx="2472660" cy="12898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35779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231BAA1-2C6C-E270-24D4-BAB28751C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BDB3B7-155D-4B3A-2614-F5B6A2307A08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90EF09D-7A70-8302-B16F-67768AC6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FB7BDC7-0465-5A3D-D041-29B84B850F06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generate: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integers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{1,…, k}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rng.integers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floats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[0,1)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 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custom range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6CE187B-4DD4-6711-8F29-91AF051DB4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61F40D-91E4-34B2-3855-1BB35E1BA1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48AAE0-577D-A9C3-897D-78F800113B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52DBAB-ABE9-8160-7F3E-68252DC8CC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624DE6-E20F-1EEF-737D-252736FE70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51372" y="4415222"/>
            <a:ext cx="1143001" cy="723900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1042C5-1A95-2E62-9EF9-5FC35B883B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9460" y="4741682"/>
            <a:ext cx="5525426" cy="11483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2E4CD1-0B76-5C05-6F25-4B90AC59A5D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69366" y="4090009"/>
            <a:ext cx="2472660" cy="12898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881120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C2CA25-867F-F0E5-B0D9-23A8951C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ACC1B20-822E-EAB1-7B1D-2DB9568611E9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792864-27FC-6AD5-D091-1BF726C31F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ECC6BD9-69A6-1287-6883-2F4D946A5A16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generate: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integers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{1,…, k}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rng.integers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floats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[0,1)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 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custom range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5C14FF1-1A2B-3949-3431-DA4B2065585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2757C-8BE0-58FE-73EE-ADA472177B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AD4686-251E-924C-116D-2AB2771822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D72FFA-816E-2A8E-7DA9-DEB274A3E7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7E5797-1523-20FF-4CB9-02C5FB189A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51372" y="4415222"/>
            <a:ext cx="1143001" cy="723900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00E994-21B2-6C2C-E767-C5B605B68B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9460" y="4741682"/>
            <a:ext cx="5525426" cy="11483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376986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97A5063-F919-DEEF-FA27-40D23AB8E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54E91D-8100-E7E0-72D0-43855E8B8EF5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C0B8155-C051-C542-77DA-37A2256D0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5F08470-4AEA-0449-60EA-4F9CFF2E14EA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generate: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integers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{1,…, k}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rng.integers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floats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[0,1)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 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custom range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Gaussian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distributed floats with specified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mean and standard deviation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rng.normal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A0C9146-31DA-3132-2C43-98B34A64A5D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371AFD-2607-5C4D-20F7-6A811BF0D3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A4D158-186C-2DC5-BD8B-A1269EDB7E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DE5039-96BF-EAC7-FAC7-1ABCD20A1E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D0A07D-297D-1C2F-A3CC-490BEA6082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9460" y="4751109"/>
            <a:ext cx="5525426" cy="113892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072438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D8F708-C3B8-92CA-1722-37C9D76C7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7CAA28-03A9-6BF8-C5C4-250DD3C138C5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013E1F7-1C84-1D6B-16C9-134BB17605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1843635-F2FB-DBFD-E880-7ADFEDEE749C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generate: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integers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{1,…, k}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rng.integers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floats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[0,1)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 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custom range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Gaussian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distributed floats with specified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mean and standard deviation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rng.normal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8450476-D6E5-14EF-1443-839BB156DB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FCD3B7-7063-162C-E7FF-5C530DE111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2F40B5-3B30-3704-9545-794288F5D0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B2509F-236B-BB5A-2E49-D5BC86DF6B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5BF5544-C3DA-B1DB-17E8-069ED38A52E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9460" y="5316718"/>
            <a:ext cx="5525426" cy="5733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3670320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7ABF66-909D-40B3-AD24-4698D3CE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6642E5-A0B7-A39E-1048-CA8634CE3800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0C8A402-1DE7-3C3C-59C3-107E5732E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AF530EA-9C84-6843-CD0D-8AEB9CC1F6D5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generate: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integers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{1,…, k}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rng.integers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floats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[0,1)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 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custom range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Gaussian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distributed floats with specified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mean and standard deviation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rng.normal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many more… (see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21F518B-2CF9-89A5-A957-DA2544E878E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337E4F-EF26-2D9E-A232-9535BF10FB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7FA0B0-791C-6A1F-7159-A01035A3B6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7ACD97-FA98-EB0F-5A75-357BD508B5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A8DFF1-2457-C381-FC75-9C5FB60DB9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5316718"/>
            <a:ext cx="5548285" cy="5733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05461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171C682-57F3-E276-52F8-E27F6D32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C2A94A-4BA0-3926-5C47-E8E8A041A744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4407B77-2E00-7D6B-31F9-01C7460C50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A43C80F-DE37-807D-BEB4-C5F3B32AEE2A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generate: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integers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{1,…, k}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rng.integers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floats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[0,1)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 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custom range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Gaussian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distributed floats with specified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mean and standard deviation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rng.normal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many more… (see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C08A179-7F2B-16AD-1755-78E44E7670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608888-B4DA-3E9E-60AF-9337C382EC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3B3F4E-4DEC-6590-2174-C1227F9579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D5784A-F8B3-B850-95A1-BEFE7F8755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79B9CD-FEDD-B5D3-49F7-58CC07AA489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10366" y="5316718"/>
            <a:ext cx="2654519" cy="5733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590451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1DF4D82-A713-2EB7-3D29-8E409839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37CEE0-1250-458B-F253-87526CAC4B7C}"/>
              </a:ext>
            </a:extLst>
          </p:cNvPr>
          <p:cNvSpPr/>
          <p:nvPr/>
        </p:nvSpPr>
        <p:spPr>
          <a:xfrm>
            <a:off x="1078029" y="1318661"/>
            <a:ext cx="10299032" cy="738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79B6AB7-ADB1-4E0D-5282-D4A7E61B8E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842" y="-33478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Random Data Generation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65788D4-C26C-337E-D839-3E5EA0F75E94}"/>
              </a:ext>
            </a:extLst>
          </p:cNvPr>
          <p:cNvSpPr txBox="1"/>
          <p:nvPr/>
        </p:nvSpPr>
        <p:spPr>
          <a:xfrm>
            <a:off x="798275" y="1338072"/>
            <a:ext cx="74440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offers many tools to generate samples from different distributions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generate: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integers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{1,…, k}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rng.integers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random floats from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[0,1)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 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custom range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Gaussian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distributed floats with specified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mean and standard deviation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rng.normal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many more… (see 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6EBCF23-393E-C39E-AD00-9C1388AC8B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13F6D0-75D2-ABFB-FF40-306462A912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4721" y="747714"/>
            <a:ext cx="1777305" cy="1784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67EEE4-4832-62C1-75F9-62BAB398D6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6199" y="2735639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606437-32B2-EC4C-2590-35D0988109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6600" y="3452726"/>
            <a:ext cx="5560461" cy="2460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014820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70ACABE-9EF7-2706-F3E3-B2DBD36C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3E4587D-ECB9-0F92-81DE-9D90495E9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D76FEF5-7770-A390-151F-58D3DE5BAB0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64388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25A8ED-398C-1731-D234-1A0E452F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0E849AA-42DD-8154-86D8-C578EF0DE9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EB7B76D-72F9-11B2-6494-395B6FA082DC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5A73411-0F02-675C-C489-AD2C30E219A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53452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115E94A-C671-179D-BE4E-D34F3A20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C3897A9-75A1-4F6F-8F01-926106AD50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530CA56-4EA8-67B0-019F-7A6970433716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526CAD4-5C2C-4246-F86E-38F71980A3F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30081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BB651C9-3D1C-6BF0-6E50-DFD79030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44CBD8C-94F9-5E46-BDDC-2D507314D0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53D015B-5CA0-1A91-B4FC-705EA23A87E6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F48B6B2-3D39-7D11-C8A9-311B1E0E0E2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ED62A-469D-5D3B-C516-F2407406EC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973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EEDBE5-0ACE-32C0-A752-F3345F1C75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40657" y="4286250"/>
            <a:ext cx="4245990" cy="14073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31636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8C1F908-9FC7-184A-ABA4-E7BF5F8A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8DE0BEA-0B7E-32CB-29F1-DB1A679B66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8C328C0-88A9-3DE4-C803-DC68768B71E6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953B824-4811-E847-20F2-E7E44CE39DD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3BA1C-10B2-0CAE-9D39-54EE4EB485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973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405576-2247-4F65-7B17-A4A08C56C3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40657" y="4458878"/>
            <a:ext cx="4245990" cy="12346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288273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9CF263C-E16F-2B97-FF72-1D65F9E3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2330BFA-C223-F665-5B56-7C741F80B4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333D82A-229A-9C90-A725-BC51B144A205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50691D6-892A-E268-F96C-39F23437B2D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E8631-81D5-34EF-EA78-4F12F36DB7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973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C802AF-AB79-2601-E308-A4F809BCB2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40657" y="4807670"/>
            <a:ext cx="4245990" cy="8858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2501026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AC453F-4F1F-49FB-BDE6-079B3E2BE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8E7A930-ED1C-E9FE-250E-287528616D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0E421EE-C7DA-83AB-FEDB-0EE0E82DB949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8646BEA-00DE-BDA8-78CC-0858DD7A243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3DCD0-3461-4DA5-3544-0FECE61652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973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7D5032-D574-9914-794A-E8B01B62F6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40657" y="5316718"/>
            <a:ext cx="4245990" cy="3768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425770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912BA9D-33B0-ED2A-DE3F-0A38A3D72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BDAF336-3B5D-A74D-1262-7BFEEA193E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CB93A2B-B952-E149-3ED1-28C976505C6E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C0B6899-4EFE-D4DC-25C9-3C2863303A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CD338-8176-0C05-B2CF-AEB8E97AC7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973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0090762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C2B7EC5-F0C8-4FFC-520C-5C0AB0988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93BA67C-F844-C565-DB06-D64348C263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75F62A3-DBF0-31EF-0C67-7172D8269999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Pre-allocating larger arrays is much faster!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8985190-CB89-469F-F947-63A1A448C4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39D2E-5D8E-2400-2B49-59BBD4F39F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973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95502958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EC77285-0AF9-1893-8AE7-C5C003548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0ACB6E-FF0B-3600-994D-710F79EA0E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0644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2228E0C-9C6A-357B-4C84-B694CCC467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BEA2B63-FA87-77E3-968B-013954AFE16A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Pre-allocating larger arrays is much faster!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3AC2035-D236-7295-89C0-E34338B4768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99D992-2696-C887-08AD-B1D18375C6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35146" y="4666415"/>
            <a:ext cx="1143001" cy="72390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05B78F-98DA-EC04-CBB8-08C62A4810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973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B6A65-4428-2357-8456-235ED8B962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33165" y="4276635"/>
            <a:ext cx="4471861" cy="142636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988086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144AAB2-C6A1-76EA-DEB8-2D1B28627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C532AA-649B-0FD5-A4D0-283472E95C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0644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C2D63CB-9BE5-0C7A-2030-8763C61A02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FA0C2E7-AB3F-333F-D82B-D1E664657437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Pre-allocating larger arrays is much faster!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ED50382-93A2-D126-2498-8BFDA83433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22B5A3-FB52-9B65-4ACC-3AF01DFB31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35146" y="4666415"/>
            <a:ext cx="1143001" cy="72390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973031-6C34-5FE8-D430-B995C384AF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973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D72D91F-52E4-058A-C68E-8448B4DA06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33165" y="4468305"/>
            <a:ext cx="4471861" cy="12346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727413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63D2D51-4A32-A4AE-8462-EB69EC1C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414479-BDB5-51E8-D4A5-54CDF4980A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0644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4E46B5E-B819-BC20-C653-AAED05B1B2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059AA37-A530-E5DB-F160-73527F07A88B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Pre-allocating larger arrays is much faster!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53232E2-6B56-A8B6-989B-175A4DE53C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3402FE-CD8E-9C34-7388-B0535DEF3C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973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E6CB47D-1308-086E-C108-DFBD6D44E9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33165" y="5090473"/>
            <a:ext cx="4471861" cy="61252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572515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5BB4637-D089-C072-60CA-08A34558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EC9452-0A2C-6F26-9F77-F89DB51F98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0644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91E3301-DC96-0964-36DF-7D55BE47BE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45D69ED-705C-B222-3780-31EA88D55CA1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Pre-allocating larger arrays is much faster!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6BB91E-DD9A-6D52-B9BF-E341FB7260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C4E683-FD2D-6C62-19B1-1F7C70F1D0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973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AF27A2-7A22-DF06-8ACC-B04FAD074A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33165" y="5390315"/>
            <a:ext cx="4471861" cy="3126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0883606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5A7609B-6259-AEEB-0BA4-ECC9CFF91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BF9CF1-484A-CE57-5D72-54538A85E4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0644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E2C679B-09FD-D45F-AE00-1200C349E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3A62E6B-2D76-8592-62E6-ECE4AF98A851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Pre-allocating larger arrays is much faster!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56365AF-9E3F-FCEC-B6C3-C842F230F75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99488-2B19-69D0-0189-A04F54BD5F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973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02032856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2C13DF-D942-7CA3-E74F-4A796E6F9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FC7A52-2E34-7C2A-04D6-2F8D9812EE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0644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1F555DD-C415-4D4E-97B3-E6917BC3C0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Tip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8EBBC8E-46C4-77EC-2C56-7967DC5A9D83}"/>
              </a:ext>
            </a:extLst>
          </p:cNvPr>
          <p:cNvSpPr txBox="1"/>
          <p:nvPr/>
        </p:nvSpPr>
        <p:spPr>
          <a:xfrm>
            <a:off x="1078029" y="1885647"/>
            <a:ext cx="95290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Memory vs. Speed Trade-off: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Generating random numbers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one-by-one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loops is slow due to function call overhead.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Pre-allocating larger arrays is much faster!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if you think you will need to save a large quantity of values,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plan ahead!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A482586-8D7A-FADA-B70F-17E47F309F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CC7172-DE3D-BF70-2874-170E9E0927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86973" y="4267207"/>
            <a:ext cx="4546601" cy="14484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4227997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99D986B-8E46-9686-A203-301FB2658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1A63776-543B-47AC-6F0B-E485801CBB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7CED891-8595-A491-1D6A-2B21B489461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99295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E32C19C-9517-FCEC-A223-C6578FA12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BD8986D-C297-8D2E-05A7-4DEB36CD6D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6606270-E6E1-8ACC-D776-0FD9B7C2727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D365F-C270-2B1B-9EA5-5F2528BF34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124C80-F5FC-C4CD-211E-38E772DB23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64173" y="1891196"/>
            <a:ext cx="4146655" cy="169191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2056235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379E0C5-8095-A150-169D-0DD5EA35C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7B69BC3-0085-61DC-5F20-EED6F7C8EB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1BE0E91-8501-9C89-6BB2-58946E5F35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1BA318-3F64-AFC5-88EA-F3B9B0C4BC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5E9C01-E265-D819-0048-E40C4FE6A2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3600" y="2126196"/>
            <a:ext cx="4146655" cy="14380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268512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30AE005-F5E2-49A7-9D8E-5CCDDA8B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FC14DCF-4847-010D-114C-2BDC2E1C8C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179DEA1-19C9-0CA8-C53F-1109BCAC63B9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E59EA0-FC5B-5EAE-6859-1DDADA2A6E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970330-870A-0CA3-8146-22BA871263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CF1BA3-B961-C4A2-5FF3-1F4AA78C4C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3600" y="2126196"/>
            <a:ext cx="4146655" cy="14380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9155796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9494BBF-9057-A27F-2715-3DD2F063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3D3F533-5B3A-2DC3-66D1-0B5341CE0B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89F892A-196E-5500-BF1C-7C2B033D10FC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1FEF988-BB0A-D5FC-F664-FB698E2981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8BCEB3-C027-B871-187A-EE1B8468AE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BD769C-3C61-0F50-6002-AA40F107AE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3600" y="2743200"/>
            <a:ext cx="4146655" cy="8210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933253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1F68C04-3345-3CCD-2448-0E6B84244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A1F1DDD-BAF3-56E3-BA9D-ABA5E0F7A4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61449A9-CE97-D4FE-8E36-03F766447FFE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E9636F2-4490-8AF6-56CD-951C0D7E9F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1773F3-A1C5-79DF-6F14-ED5CC72A47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6D4AD-C341-AC6A-5484-3D4334B309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3600" y="3148553"/>
            <a:ext cx="4146655" cy="443988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C065FE-FAED-26F9-BF4D-CAB361AA4E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9122" y="2792536"/>
            <a:ext cx="2073328" cy="4439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623266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E3F8543-096A-1F1F-02E2-16EE0D18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74937F-FB0A-2FFE-02FD-DA2A363CFB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FBB61EE-5E04-4947-DA09-7BD44D5F8573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9383A80-8C2F-3117-5748-A16E45C6312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3FAA23-DE4F-349F-48EC-DAD6A0972A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002953-67E4-D610-1BD9-26F94C497F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3600" y="3148553"/>
            <a:ext cx="4146655" cy="443988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7A9CDD-4EB3-00B4-14EA-ED61AFC452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9122" y="2792536"/>
            <a:ext cx="2073328" cy="4439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3485701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FCF7E60-94F9-7291-324E-9291F8F91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6F9D9C3-A0FC-DE2E-80BA-9842294297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7D58158-2EBB-A457-E3FF-0453C3C9005A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9E1F710-1E99-191C-0097-BE398A06180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0EAD97-F84F-13AC-FDA9-79BE43D155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72FA26-6224-9ADF-0947-602BB207FC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3600" y="3148553"/>
            <a:ext cx="4146655" cy="4439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6950800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0DC561-EE61-8AAF-1FFD-F39FC7D9F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E80B0D3-B1FE-16A3-C5CA-CEB3DAD101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3B739D1-9D23-53AE-A0EA-B7E2FC867EE7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10EEC5-B603-0319-235E-84FDC5A328C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093003-3375-8920-1F37-DA9F36E11E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0E71AF-60D2-7E48-0E35-1549EBD490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3600" y="3355943"/>
            <a:ext cx="4146655" cy="264878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0F017-F767-C69C-F345-FF276E3C8F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209988" y="3148553"/>
            <a:ext cx="2110267" cy="4439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130269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61959C4-499A-FD41-77D5-7131BE93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F703E7-F5E1-68DE-2574-C87D6AB9B4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BE8B4F2-4315-45A7-F2DF-955C15D7E212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4E52F6A-61EA-4E1E-8FBF-A2ABB258F8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165C74-A94D-4B01-061B-80B645D5E9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D10D29-8DE9-D4A4-B5BB-CE201517F5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3600" y="3355943"/>
            <a:ext cx="4146655" cy="26487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163280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E195C6D-2974-158E-6300-44B40801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A3B24CC-F02F-4C99-A91A-F295DBBA4C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85E0A2A-31BA-20CC-2C2A-85C90520130E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C06159F-178E-4DFB-C3F7-97C2ED3D62E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C0A122-03DF-F04C-B9E0-565AADA320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8132851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A14E5A0-EC5E-4999-047D-F4A818D8A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D16A87D-F924-1F4D-17A2-8A7D2F81BA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6A53A39-2048-0F1B-5DB6-0F560E95B561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Generation: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filled arrays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44E6FFC-7ED6-61F0-D01C-1250D98171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75ED59-94AC-6A67-444F-6B980AA057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8617632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32B5F5B-94A2-1A4D-1326-A295E6992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3586094-8778-0B45-BB5E-F3147D3C24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2ED78A2-B02C-E0B9-EFF4-514EFD33ED21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Generation: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filled arrays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D0959A6-2EEE-AE11-64B0-F483ADC35D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14F993-F9C7-3E97-395C-55953C1520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405AD0-7E39-DAC5-C0BD-9EDFD55117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8111" y="3763102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F38DB3-C899-3299-E600-6D0DBAD10B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4875" y="3771929"/>
            <a:ext cx="4043156" cy="184782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3472782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9C342CF-272E-50FA-59A0-E12D1E114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C65D7BD-C4A6-81A4-A9F9-9388FD5E47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F409F16-E260-0B13-4927-FEF2750E605C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Generation: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filled arrays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4280A04-4AC0-761B-C599-406390D472F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DC7A97-3A59-97DB-5308-47E13F1221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007C05-9E51-F1ED-9859-05CA69306B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8111" y="3763102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C7CD4D-7D27-3B6E-CDB5-EA2D943B3C7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4875" y="3990975"/>
            <a:ext cx="4043156" cy="16287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266259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538FACD-C740-5808-0EB5-074533A3B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B76DDD6-731A-EBE8-F8AB-822A0B27F5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C39DF09-F0F3-3C09-FE66-B0BF34433AEC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Generation: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filled arrays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D42DF81-8095-ABD5-659A-95F0915AF73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B4E08E-4188-3AA6-F210-1C756F866C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B9F97E-C2C6-5AD7-2D66-4258D79437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8111" y="3763102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898D2A-E28D-0EB8-E416-E751C78169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4875" y="4210049"/>
            <a:ext cx="4043156" cy="14097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8791565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79C34DA-7D7C-7727-3DF4-B51534C28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D1C8E69-F1F3-1279-B19E-78286CE6C5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A80DD43-E5BD-6597-E4C7-F6F3F5256B8F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Generation: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filled arrays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33C36FF-1241-AB9C-051E-03482CBD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58F8A3-B2DC-8D2E-BABB-57DAE2B3ED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1799FB-06F3-A8F2-0D3A-0622946787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8111" y="3763102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D0B5F9-786D-9CD5-8603-810D6DDA0B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4875" y="4396078"/>
            <a:ext cx="4043156" cy="12236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7781050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29B3BA-EA83-B101-5196-8D1BCDC8A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DDE0546-D90C-773F-F546-BFF008C95C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A2EE4D-62F4-6543-1687-CD1E073DA937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Generation: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filled arrays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1540125-7E03-3CC9-E3E3-9587E78D40E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54DB00-7491-8D46-A2B8-BD13F4A8EF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141AF0-D8F8-45EE-9EF0-B92E18DD46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8111" y="3763102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B2DFC9-0233-243E-A76F-7E06E9CFDB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4875" y="4752975"/>
            <a:ext cx="4043156" cy="86677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5941412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00A75D0-14FD-9EC5-9130-1FE8BD3BB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72CE228-DDB1-1A02-348F-A72ABEB59D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3C16A41-28F8-1C05-451F-BBC93C16D566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Generation: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filled arrays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E438C0E-383D-0013-8714-92D5410E48F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8A80EC-020B-DA37-276E-4328A2B249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4190A5-9C9F-3FFB-D69A-E8D2D3C616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8111" y="3763102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0929543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53923FA-9861-B632-5918-1DB2E684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2082B58-45C7-253E-02D7-8D98BF43DB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D04D282-D962-1B2E-EFF0-E464CFF9C37C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Generation: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filled arrays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Seed for reproducibility, pre-allocate for speed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AAA3C0-A25C-5E23-A086-E0DF069C76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F68F3-106B-1E67-CB0C-54E32BB203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3A5073-BDFD-64AC-76CA-E6750BD8D7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8111" y="3763102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55410094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1489B25-3675-2093-5DFE-C7905289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1E2B258-7CA5-3D6A-2E98-F9CDA8B996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26F918-4BEE-A773-6841-37584056FA49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Generation: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filled arrays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Seed for reproducibility, pre-allocate for speed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AEA1790-E5BE-E32C-D82C-9A6BE9308D1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B513A2-8AD0-881A-7BDB-292889BAC7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74428" y="5790125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CF54B7-5042-3379-EC54-9CAF48162B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59A709-6351-311E-5079-2A240D9FE8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24775" y="5807869"/>
            <a:ext cx="3524250" cy="388144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F3C508-312F-7C08-C7A5-FB03A7F7BF4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8111" y="3763102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4722879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979C3C-097C-002C-AB25-74DD079C0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2F981B5-BDD4-602D-8EFB-29908D5565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029" y="2875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Summary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38EB235-0639-4052-83B8-198069399620}"/>
              </a:ext>
            </a:extLst>
          </p:cNvPr>
          <p:cNvSpPr txBox="1"/>
          <p:nvPr/>
        </p:nvSpPr>
        <p:spPr>
          <a:xfrm>
            <a:off x="1078029" y="1885647"/>
            <a:ext cx="501797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Indexing: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Integer, slicing, Boolean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Views vs Copies: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Slicing creates views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Generation: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arange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linspace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filled arrays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Random: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Seed for reproducibility, pre-allocate for speed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B26AFB5-601E-E248-64C4-38462108CAF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4B5D11-3095-9C0F-3274-81E40A0E39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74428" y="5790125"/>
            <a:ext cx="3645827" cy="434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7BC2D3-2F66-D200-2979-9B0E58317C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4746" y="1872342"/>
            <a:ext cx="4165509" cy="1768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173B23-FB33-3CED-4C78-FF9AF207E5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8111" y="3763102"/>
            <a:ext cx="4082144" cy="19050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6311784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D57E1A2-74ED-56FD-3CF2-33D9D4671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490772-1BA3-DF4C-15D5-A7D8A0D3AA5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3A12467-3CCB-3FB4-7A7E-8F2A732259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3727154-51C7-7738-D8B1-0C0C413FBB9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505549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3BD8650-199C-D9FC-E4EF-A5E8C8BE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2EE305-9DBB-AE47-2B1A-4D90A3BE150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4E57484-6D7C-97E5-DF53-9E83DF28B4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8103697-4AE3-D50D-E410-BFE881DFB76C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0A67175-620E-7865-17BA-6E880F4C7A7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03379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5EC6824-ECCA-285B-D422-C8147A2D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AF435B-543F-A9BE-5BA1-4CE8593D66E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D7C1DF3-B38C-DFF4-7E75-9C9BEB6298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4C4A0F7-6EE4-96D5-338D-81D56BFFCF58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4100EA9-C308-059C-F56C-317F2AFDBD6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CCB450-8895-1886-FD93-2C17A6BD5A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12041" y="1193532"/>
            <a:ext cx="5649912" cy="42819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1049873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5E23DBA-2674-AE13-6983-33CDA0371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97423F-4DBB-7ED0-BEBB-E719C675FE5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B5967ED-8D01-1C74-6995-D7093EF768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F3518E5-0E94-4464-41EA-1B04501C1D2D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4041FCB-E369-FF15-8B5B-65191BA6EF1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6A3EC8-3BC6-A13A-612B-1839CFB7A5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12041" y="1193532"/>
            <a:ext cx="5649912" cy="42819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8756042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78FA1C3-D6F5-510C-D2AF-78D6AE2E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F69580-AFB9-94F2-1FEF-3270A5E9A19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39682E1-5E69-3AB1-9990-F7A15096F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EC9B7E5-3C12-65A9-4D91-C3F5542A72A5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8C63985-1985-675F-7185-7BF5B754329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A76C37-458A-C60E-155C-50F831C12E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12041" y="1193532"/>
            <a:ext cx="5649912" cy="42819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7629174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68AB6F8-8621-F944-74A1-0E682B0CC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D6C04B6-2D0A-5362-66FE-06FA513D20E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995D76-549F-AD96-231C-F6352472D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638EA96-7960-0EB0-103E-F56D54654B20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lecture_working_with_numpy.ipynb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23BBD72-9043-B52B-CB9C-4C4F57F236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490545-B013-63AD-1A31-FD3103390E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12041" y="1193532"/>
            <a:ext cx="5649912" cy="42819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6906073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477F014-0893-8F7B-E72B-3018F9214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A8D9F2-7A21-275C-5F3A-E224A8ADA54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DAEF09-CC64-6A43-4D22-9211EF5714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6FB4106-ABBC-CFBB-AFFE-F69D168B91CD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lecture_working_with_numpy.ipynb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169D00F-AC48-13FF-B533-C682D56F6A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8A5CB7-4EB2-1245-78C4-96182CCB28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12041" y="1193532"/>
            <a:ext cx="5649912" cy="42819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0159894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679798-28FE-415D-38D9-48555775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FEDACED-A68E-A0C5-A839-BA9FBDC0E74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FD5FEE-3676-B46F-6F74-D395D59FE6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DBBE6F0-90BD-686B-DDD0-CA5AD26F1FFB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lecture_working_with_numpy.ipynb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exercises_lecture_working_with_numpy.ipynb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3C96F49-B922-A968-AB94-AD53C14201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82419-8F6E-7F1B-24AA-E00997262B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12041" y="1193532"/>
            <a:ext cx="5649912" cy="42819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1354860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CF2AFEB-A19D-A251-7433-E893B4B27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0DEF94-FB94-A57C-1E08-0266D9547B6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B8D0961-7790-CD79-D055-4514C9383A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9F6240C-8055-1E12-EE5B-1CC25CB6F8E6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lecture_working_with_numpy.ipynb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exercises_lecture_working_with_numpy.ipynb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04FD939-BCBE-899C-2505-142F8D8D00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EDF89DA2-0D38-62F5-2385-52FFA8AA604B}"/>
              </a:ext>
            </a:extLst>
          </p:cNvPr>
          <p:cNvSpPr txBox="1"/>
          <p:nvPr/>
        </p:nvSpPr>
        <p:spPr>
          <a:xfrm>
            <a:off x="805543" y="5195321"/>
            <a:ext cx="4635796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you finish early, work through intermediate or advanced notebooks from weeks 1-5 that you haven’t yet tried!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1DCFD4-373F-D713-8EAD-77087C6703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12041" y="1193532"/>
            <a:ext cx="5649912" cy="42819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9152390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2F6C625-D88D-8CB8-0519-53FDFE8D3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8EF557-DCEC-0D48-D680-13DDFD3CA98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C3EFF9F-C527-A5EB-DE8E-4D0DF5793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AF5F5DE-CC62-BE66-A18B-A59530DF8D1D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lecture_working_with_numpy.ipynb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exercises_lecture_working_with_numpy.ipynb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B85A4AD-7DF1-F70D-B5F9-D4B24F9750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48228B-A969-3B69-A1AA-840270EE36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12041" y="1193532"/>
            <a:ext cx="5649912" cy="42819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3946586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213" name="Google Shape;3213;p184"/>
          <p:cNvSpPr txBox="1"/>
          <p:nvPr/>
        </p:nvSpPr>
        <p:spPr>
          <a:xfrm>
            <a:off x="1211100" y="1614237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7: Working with NumPy Arrays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Array Generating Functions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Random Data Generation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8: Plotting with Matplotlib</a:t>
            </a:r>
            <a:b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Figures and axes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Annotating and adding features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Types of plot</a:t>
            </a:r>
            <a:br>
              <a:rPr lang="en-GB" sz="10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Anatomy of a plot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14/14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22933</TotalTime>
  <Words>8681</Words>
  <Application>Microsoft Office PowerPoint</Application>
  <PresentationFormat>Widescreen</PresentationFormat>
  <Paragraphs>1259</Paragraphs>
  <Slides>228</Slides>
  <Notes>228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228</vt:i4>
      </vt:variant>
    </vt:vector>
  </HeadingPairs>
  <TitlesOfParts>
    <vt:vector size="232" baseType="lpstr">
      <vt:lpstr>Courier New</vt:lpstr>
      <vt:lpstr>Arial</vt:lpstr>
      <vt:lpstr>Calibri</vt:lpstr>
      <vt:lpstr>Retrospect</vt:lpstr>
      <vt:lpstr>Lecture 7:   Working with NumPy Arrays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Array Indexing and Slicing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Views vs Copies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Boolean Indexing</vt:lpstr>
      <vt:lpstr>The np.where function</vt:lpstr>
      <vt:lpstr>The np.where function</vt:lpstr>
      <vt:lpstr>The np.where function</vt:lpstr>
      <vt:lpstr>The np.where function</vt:lpstr>
      <vt:lpstr>The np.where function</vt:lpstr>
      <vt:lpstr>The np.where function</vt:lpstr>
      <vt:lpstr>The np.where function</vt:lpstr>
      <vt:lpstr>The np.where function</vt:lpstr>
      <vt:lpstr>The np.where function</vt:lpstr>
      <vt:lpstr>The np.where function</vt:lpstr>
      <vt:lpstr>The np.where function</vt:lpstr>
      <vt:lpstr>The np.where function</vt:lpstr>
      <vt:lpstr>The np.where function</vt:lpstr>
      <vt:lpstr>The np.where function</vt:lpstr>
      <vt:lpstr>The np.where function</vt:lpstr>
      <vt:lpstr>The np.where function</vt:lpstr>
      <vt:lpstr>Array Generation: Sequences</vt:lpstr>
      <vt:lpstr>Array Generation: Sequences</vt:lpstr>
      <vt:lpstr>Array Generation: Sequences</vt:lpstr>
      <vt:lpstr>Array Generation: Sequences</vt:lpstr>
      <vt:lpstr>Array Generation: Sequences</vt:lpstr>
      <vt:lpstr>Array Generation: Sequences</vt:lpstr>
      <vt:lpstr>Array Generation: Sequences</vt:lpstr>
      <vt:lpstr>Array Generation: Sequences</vt:lpstr>
      <vt:lpstr>Array Generation: Sequences</vt:lpstr>
      <vt:lpstr>Array Generation: Sequences</vt:lpstr>
      <vt:lpstr>Array Generation: Sequences</vt:lpstr>
      <vt:lpstr>Array Generation: Sequences</vt:lpstr>
      <vt:lpstr>Array Generation: Sequences</vt:lpstr>
      <vt:lpstr>Array Generation: Sequences</vt:lpstr>
      <vt:lpstr>Array Generation: Sequences</vt:lpstr>
      <vt:lpstr>Array Generation: Sequences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Array Generation: Filled Arrays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Random Data Generation</vt:lpstr>
      <vt:lpstr>Performance Tip</vt:lpstr>
      <vt:lpstr>Performance Tip</vt:lpstr>
      <vt:lpstr>Performance Tip</vt:lpstr>
      <vt:lpstr>Performance Tip</vt:lpstr>
      <vt:lpstr>Performance Tip</vt:lpstr>
      <vt:lpstr>Performance Tip</vt:lpstr>
      <vt:lpstr>Performance Tip</vt:lpstr>
      <vt:lpstr>Performance Tip</vt:lpstr>
      <vt:lpstr>Performance Tip</vt:lpstr>
      <vt:lpstr>Performance Tip</vt:lpstr>
      <vt:lpstr>Performance Tip</vt:lpstr>
      <vt:lpstr>Performance Tip</vt:lpstr>
      <vt:lpstr>Performance Tip</vt:lpstr>
      <vt:lpstr>Performance Tip</vt:lpstr>
      <vt:lpstr>Performance Tip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75</cp:revision>
  <dcterms:modified xsi:type="dcterms:W3CDTF">2025-11-13T12:41:07Z</dcterms:modified>
</cp:coreProperties>
</file>