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2"/>
  </p:notesMasterIdLst>
  <p:sldIdLst>
    <p:sldId id="256" r:id="rId2"/>
    <p:sldId id="2089" r:id="rId3"/>
    <p:sldId id="2298" r:id="rId4"/>
    <p:sldId id="2292" r:id="rId5"/>
    <p:sldId id="2293" r:id="rId6"/>
    <p:sldId id="2297" r:id="rId7"/>
    <p:sldId id="2294" r:id="rId8"/>
    <p:sldId id="2295" r:id="rId9"/>
    <p:sldId id="2104" r:id="rId10"/>
    <p:sldId id="2302" r:id="rId11"/>
    <p:sldId id="2301" r:id="rId12"/>
    <p:sldId id="2303" r:id="rId13"/>
    <p:sldId id="2299" r:id="rId14"/>
    <p:sldId id="2304" r:id="rId15"/>
    <p:sldId id="2300" r:id="rId16"/>
    <p:sldId id="2305" r:id="rId17"/>
    <p:sldId id="2306" r:id="rId18"/>
    <p:sldId id="2307" r:id="rId19"/>
    <p:sldId id="2308" r:id="rId20"/>
    <p:sldId id="2126" r:id="rId21"/>
    <p:sldId id="2313" r:id="rId22"/>
    <p:sldId id="2316" r:id="rId23"/>
    <p:sldId id="2314" r:id="rId24"/>
    <p:sldId id="2315" r:id="rId25"/>
    <p:sldId id="2312" r:id="rId26"/>
    <p:sldId id="2317" r:id="rId27"/>
    <p:sldId id="2319" r:id="rId28"/>
    <p:sldId id="2318" r:id="rId29"/>
    <p:sldId id="2309" r:id="rId30"/>
    <p:sldId id="2322" r:id="rId31"/>
    <p:sldId id="2323" r:id="rId32"/>
    <p:sldId id="2324" r:id="rId33"/>
    <p:sldId id="2320" r:id="rId34"/>
    <p:sldId id="2325" r:id="rId35"/>
    <p:sldId id="2321" r:id="rId36"/>
    <p:sldId id="2310" r:id="rId37"/>
    <p:sldId id="2311" r:id="rId38"/>
    <p:sldId id="2329" r:id="rId39"/>
    <p:sldId id="2330" r:id="rId40"/>
    <p:sldId id="2326" r:id="rId41"/>
    <p:sldId id="2327" r:id="rId42"/>
    <p:sldId id="2331" r:id="rId43"/>
    <p:sldId id="2328" r:id="rId44"/>
    <p:sldId id="2280" r:id="rId45"/>
    <p:sldId id="2339" r:id="rId46"/>
    <p:sldId id="2338" r:id="rId47"/>
    <p:sldId id="2340" r:id="rId48"/>
    <p:sldId id="2341" r:id="rId49"/>
    <p:sldId id="2344" r:id="rId50"/>
    <p:sldId id="2335" r:id="rId51"/>
    <p:sldId id="2343" r:id="rId52"/>
    <p:sldId id="2345" r:id="rId53"/>
    <p:sldId id="2342" r:id="rId54"/>
    <p:sldId id="2346" r:id="rId55"/>
    <p:sldId id="2336" r:id="rId56"/>
    <p:sldId id="2347" r:id="rId57"/>
    <p:sldId id="2348" r:id="rId58"/>
    <p:sldId id="2349" r:id="rId59"/>
    <p:sldId id="2350" r:id="rId60"/>
    <p:sldId id="2332" r:id="rId61"/>
    <p:sldId id="2333" r:id="rId62"/>
    <p:sldId id="2334" r:id="rId63"/>
    <p:sldId id="2351" r:id="rId64"/>
    <p:sldId id="2352" r:id="rId65"/>
    <p:sldId id="2353" r:id="rId66"/>
    <p:sldId id="2360" r:id="rId67"/>
    <p:sldId id="2282" r:id="rId68"/>
    <p:sldId id="2361" r:id="rId69"/>
    <p:sldId id="2359" r:id="rId70"/>
    <p:sldId id="2358" r:id="rId71"/>
    <p:sldId id="2357" r:id="rId72"/>
    <p:sldId id="2363" r:id="rId73"/>
    <p:sldId id="2388" r:id="rId74"/>
    <p:sldId id="2389" r:id="rId75"/>
    <p:sldId id="2364" r:id="rId76"/>
    <p:sldId id="2365" r:id="rId77"/>
    <p:sldId id="2366" r:id="rId78"/>
    <p:sldId id="2362" r:id="rId79"/>
    <p:sldId id="2367" r:id="rId80"/>
    <p:sldId id="2354" r:id="rId81"/>
    <p:sldId id="2373" r:id="rId82"/>
    <p:sldId id="2371" r:id="rId83"/>
    <p:sldId id="2375" r:id="rId84"/>
    <p:sldId id="2376" r:id="rId85"/>
    <p:sldId id="2377" r:id="rId86"/>
    <p:sldId id="2374" r:id="rId87"/>
    <p:sldId id="2378" r:id="rId88"/>
    <p:sldId id="2379" r:id="rId89"/>
    <p:sldId id="2380" r:id="rId90"/>
    <p:sldId id="2381" r:id="rId91"/>
    <p:sldId id="2382" r:id="rId92"/>
    <p:sldId id="2387" r:id="rId93"/>
    <p:sldId id="2368" r:id="rId94"/>
    <p:sldId id="2383" r:id="rId95"/>
    <p:sldId id="2281" r:id="rId96"/>
    <p:sldId id="2394" r:id="rId97"/>
    <p:sldId id="2395" r:id="rId98"/>
    <p:sldId id="2396" r:id="rId99"/>
    <p:sldId id="2390" r:id="rId100"/>
    <p:sldId id="2397" r:id="rId101"/>
    <p:sldId id="2398" r:id="rId102"/>
    <p:sldId id="2391" r:id="rId103"/>
    <p:sldId id="2399" r:id="rId104"/>
    <p:sldId id="2401" r:id="rId105"/>
    <p:sldId id="2403" r:id="rId106"/>
    <p:sldId id="2400" r:id="rId107"/>
    <p:sldId id="2404" r:id="rId108"/>
    <p:sldId id="2405" r:id="rId109"/>
    <p:sldId id="2406" r:id="rId110"/>
    <p:sldId id="2407" r:id="rId111"/>
    <p:sldId id="2392" r:id="rId112"/>
    <p:sldId id="2410" r:id="rId113"/>
    <p:sldId id="2285" r:id="rId114"/>
    <p:sldId id="2408" r:id="rId115"/>
    <p:sldId id="2411" r:id="rId116"/>
    <p:sldId id="2412" r:id="rId117"/>
    <p:sldId id="2413" r:id="rId118"/>
    <p:sldId id="2414" r:id="rId119"/>
    <p:sldId id="2409" r:id="rId120"/>
    <p:sldId id="2419" r:id="rId121"/>
    <p:sldId id="2420" r:id="rId122"/>
    <p:sldId id="2417" r:id="rId123"/>
    <p:sldId id="2421" r:id="rId124"/>
    <p:sldId id="2422" r:id="rId125"/>
    <p:sldId id="2418" r:id="rId126"/>
    <p:sldId id="2415" r:id="rId127"/>
    <p:sldId id="2416" r:id="rId128"/>
    <p:sldId id="2425" r:id="rId129"/>
    <p:sldId id="2432" r:id="rId130"/>
    <p:sldId id="2430" r:id="rId131"/>
    <p:sldId id="2431" r:id="rId132"/>
    <p:sldId id="2426" r:id="rId133"/>
    <p:sldId id="2428" r:id="rId134"/>
    <p:sldId id="2427" r:id="rId135"/>
    <p:sldId id="2429" r:id="rId136"/>
    <p:sldId id="2433" r:id="rId137"/>
    <p:sldId id="2424" r:id="rId138"/>
    <p:sldId id="2434" r:id="rId139"/>
    <p:sldId id="2435" r:id="rId140"/>
    <p:sldId id="2436" r:id="rId141"/>
    <p:sldId id="2437" r:id="rId142"/>
    <p:sldId id="2423" r:id="rId143"/>
    <p:sldId id="2439" r:id="rId144"/>
    <p:sldId id="2440" r:id="rId145"/>
    <p:sldId id="2441" r:id="rId146"/>
    <p:sldId id="2442" r:id="rId147"/>
    <p:sldId id="2438" r:id="rId148"/>
    <p:sldId id="2443" r:id="rId149"/>
    <p:sldId id="2445" r:id="rId150"/>
    <p:sldId id="2446" r:id="rId151"/>
    <p:sldId id="2447" r:id="rId152"/>
    <p:sldId id="2452" r:id="rId153"/>
    <p:sldId id="2450" r:id="rId154"/>
    <p:sldId id="2449" r:id="rId155"/>
    <p:sldId id="2456" r:id="rId156"/>
    <p:sldId id="2455" r:id="rId157"/>
    <p:sldId id="2453" r:id="rId158"/>
    <p:sldId id="2457" r:id="rId159"/>
    <p:sldId id="2458" r:id="rId160"/>
    <p:sldId id="2459" r:id="rId161"/>
    <p:sldId id="2460" r:id="rId162"/>
    <p:sldId id="2461" r:id="rId163"/>
    <p:sldId id="2462" r:id="rId164"/>
    <p:sldId id="2454" r:id="rId165"/>
    <p:sldId id="2465" r:id="rId166"/>
    <p:sldId id="2466" r:id="rId167"/>
    <p:sldId id="2467" r:id="rId168"/>
    <p:sldId id="2468" r:id="rId169"/>
    <p:sldId id="2469" r:id="rId170"/>
    <p:sldId id="2470" r:id="rId171"/>
    <p:sldId id="2451" r:id="rId172"/>
    <p:sldId id="2475" r:id="rId173"/>
    <p:sldId id="2476" r:id="rId174"/>
    <p:sldId id="2477" r:id="rId175"/>
    <p:sldId id="2478" r:id="rId176"/>
    <p:sldId id="2479" r:id="rId177"/>
    <p:sldId id="2480" r:id="rId178"/>
    <p:sldId id="2474" r:id="rId179"/>
    <p:sldId id="2481" r:id="rId180"/>
    <p:sldId id="2473" r:id="rId181"/>
    <p:sldId id="2482" r:id="rId182"/>
    <p:sldId id="2483" r:id="rId183"/>
    <p:sldId id="2471" r:id="rId184"/>
    <p:sldId id="2484" r:id="rId185"/>
    <p:sldId id="2472" r:id="rId186"/>
    <p:sldId id="2286" r:id="rId187"/>
    <p:sldId id="2489" r:id="rId188"/>
    <p:sldId id="2490" r:id="rId189"/>
    <p:sldId id="2491" r:id="rId190"/>
    <p:sldId id="2492" r:id="rId191"/>
    <p:sldId id="2486" r:id="rId192"/>
    <p:sldId id="2487" r:id="rId193"/>
    <p:sldId id="2485" r:id="rId194"/>
    <p:sldId id="2496" r:id="rId195"/>
    <p:sldId id="2498" r:id="rId196"/>
    <p:sldId id="2499" r:id="rId197"/>
    <p:sldId id="2497" r:id="rId198"/>
    <p:sldId id="2493" r:id="rId199"/>
    <p:sldId id="2501" r:id="rId200"/>
    <p:sldId id="2502" r:id="rId201"/>
    <p:sldId id="2503" r:id="rId202"/>
    <p:sldId id="2504" r:id="rId203"/>
    <p:sldId id="2505" r:id="rId204"/>
    <p:sldId id="2500" r:id="rId205"/>
    <p:sldId id="2507" r:id="rId206"/>
    <p:sldId id="2508" r:id="rId207"/>
    <p:sldId id="2509" r:id="rId208"/>
    <p:sldId id="2506" r:id="rId209"/>
    <p:sldId id="2510" r:id="rId210"/>
    <p:sldId id="2494" r:id="rId211"/>
    <p:sldId id="2512" r:id="rId212"/>
    <p:sldId id="2513" r:id="rId213"/>
    <p:sldId id="2514" r:id="rId214"/>
    <p:sldId id="2511" r:id="rId215"/>
    <p:sldId id="2516" r:id="rId216"/>
    <p:sldId id="2517" r:id="rId217"/>
    <p:sldId id="2518" r:id="rId218"/>
    <p:sldId id="2515" r:id="rId219"/>
    <p:sldId id="2288" r:id="rId220"/>
    <p:sldId id="2522" r:id="rId221"/>
    <p:sldId id="2523" r:id="rId222"/>
    <p:sldId id="2524" r:id="rId223"/>
    <p:sldId id="2525" r:id="rId224"/>
    <p:sldId id="2526" r:id="rId225"/>
    <p:sldId id="2527" r:id="rId226"/>
    <p:sldId id="2519" r:id="rId227"/>
    <p:sldId id="2528" r:id="rId228"/>
    <p:sldId id="2529" r:id="rId229"/>
    <p:sldId id="2530" r:id="rId230"/>
    <p:sldId id="2533" r:id="rId231"/>
    <p:sldId id="2531" r:id="rId232"/>
    <p:sldId id="2532" r:id="rId233"/>
    <p:sldId id="2520" r:id="rId234"/>
    <p:sldId id="2536" r:id="rId235"/>
    <p:sldId id="2534" r:id="rId236"/>
    <p:sldId id="2535" r:id="rId237"/>
    <p:sldId id="2537" r:id="rId238"/>
    <p:sldId id="2538" r:id="rId239"/>
    <p:sldId id="2521" r:id="rId240"/>
    <p:sldId id="2539" r:id="rId241"/>
    <p:sldId id="2287" r:id="rId242"/>
    <p:sldId id="2543" r:id="rId243"/>
    <p:sldId id="2544" r:id="rId244"/>
    <p:sldId id="2540" r:id="rId245"/>
    <p:sldId id="2547" r:id="rId246"/>
    <p:sldId id="2548" r:id="rId247"/>
    <p:sldId id="2546" r:id="rId248"/>
    <p:sldId id="2545" r:id="rId249"/>
    <p:sldId id="2549" r:id="rId250"/>
    <p:sldId id="2550" r:id="rId251"/>
    <p:sldId id="2551" r:id="rId252"/>
    <p:sldId id="2552" r:id="rId253"/>
    <p:sldId id="2541" r:id="rId254"/>
    <p:sldId id="2554" r:id="rId255"/>
    <p:sldId id="2555" r:id="rId256"/>
    <p:sldId id="2556" r:id="rId257"/>
    <p:sldId id="2557" r:id="rId258"/>
    <p:sldId id="2553" r:id="rId259"/>
    <p:sldId id="2559" r:id="rId260"/>
    <p:sldId id="2560" r:id="rId261"/>
    <p:sldId id="2561" r:id="rId262"/>
    <p:sldId id="2558" r:id="rId263"/>
    <p:sldId id="2562" r:id="rId264"/>
    <p:sldId id="2563" r:id="rId265"/>
    <p:sldId id="2289" r:id="rId266"/>
    <p:sldId id="2571" r:id="rId267"/>
    <p:sldId id="2568" r:id="rId268"/>
    <p:sldId id="2569" r:id="rId269"/>
    <p:sldId id="2565" r:id="rId270"/>
    <p:sldId id="2573" r:id="rId271"/>
    <p:sldId id="2574" r:id="rId272"/>
    <p:sldId id="2575" r:id="rId273"/>
    <p:sldId id="2576" r:id="rId274"/>
    <p:sldId id="2581" r:id="rId275"/>
    <p:sldId id="2582" r:id="rId276"/>
    <p:sldId id="2577" r:id="rId277"/>
    <p:sldId id="2578" r:id="rId278"/>
    <p:sldId id="2579" r:id="rId279"/>
    <p:sldId id="2564" r:id="rId280"/>
    <p:sldId id="2580" r:id="rId281"/>
    <p:sldId id="2583" r:id="rId282"/>
    <p:sldId id="2584" r:id="rId283"/>
    <p:sldId id="2585" r:id="rId284"/>
    <p:sldId id="2586" r:id="rId285"/>
    <p:sldId id="2290" r:id="rId286"/>
    <p:sldId id="2588" r:id="rId287"/>
    <p:sldId id="2589" r:id="rId288"/>
    <p:sldId id="2590" r:id="rId289"/>
    <p:sldId id="2587" r:id="rId290"/>
    <p:sldId id="2593" r:id="rId291"/>
    <p:sldId id="2595" r:id="rId292"/>
    <p:sldId id="2596" r:id="rId293"/>
    <p:sldId id="2597" r:id="rId294"/>
    <p:sldId id="2598" r:id="rId295"/>
    <p:sldId id="2599" r:id="rId296"/>
    <p:sldId id="2600" r:id="rId297"/>
    <p:sldId id="2601" r:id="rId298"/>
    <p:sldId id="2594" r:id="rId299"/>
    <p:sldId id="2605" r:id="rId300"/>
    <p:sldId id="2591" r:id="rId301"/>
    <p:sldId id="2602" r:id="rId302"/>
    <p:sldId id="2603" r:id="rId303"/>
    <p:sldId id="2604" r:id="rId304"/>
    <p:sldId id="2592" r:id="rId305"/>
    <p:sldId id="2608" r:id="rId306"/>
    <p:sldId id="2609" r:id="rId307"/>
    <p:sldId id="2610" r:id="rId308"/>
    <p:sldId id="2606" r:id="rId309"/>
    <p:sldId id="2607" r:id="rId310"/>
    <p:sldId id="2611" r:id="rId311"/>
    <p:sldId id="2612" r:id="rId312"/>
    <p:sldId id="2279" r:id="rId313"/>
    <p:sldId id="2617" r:id="rId314"/>
    <p:sldId id="2619" r:id="rId315"/>
    <p:sldId id="2620" r:id="rId316"/>
    <p:sldId id="2616" r:id="rId317"/>
    <p:sldId id="2621" r:id="rId318"/>
    <p:sldId id="2613" r:id="rId319"/>
    <p:sldId id="2622" r:id="rId320"/>
    <p:sldId id="2614" r:id="rId321"/>
    <p:sldId id="2623" r:id="rId322"/>
    <p:sldId id="2615" r:id="rId323"/>
    <p:sldId id="2624" r:id="rId324"/>
    <p:sldId id="2291" r:id="rId325"/>
    <p:sldId id="2629" r:id="rId326"/>
    <p:sldId id="2630" r:id="rId327"/>
    <p:sldId id="2631" r:id="rId328"/>
    <p:sldId id="2625" r:id="rId329"/>
    <p:sldId id="2626" r:id="rId330"/>
    <p:sldId id="2633" r:id="rId331"/>
    <p:sldId id="2634" r:id="rId332"/>
    <p:sldId id="2632" r:id="rId333"/>
    <p:sldId id="2635" r:id="rId334"/>
    <p:sldId id="2636" r:id="rId335"/>
    <p:sldId id="2637" r:id="rId336"/>
    <p:sldId id="2638" r:id="rId337"/>
    <p:sldId id="2627" r:id="rId338"/>
    <p:sldId id="2639" r:id="rId339"/>
    <p:sldId id="2628" r:id="rId340"/>
    <p:sldId id="427" r:id="rId3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  <a:srgbClr val="3F3F3F"/>
    <a:srgbClr val="595959"/>
    <a:srgbClr val="D9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46" Type="http://schemas.openxmlformats.org/officeDocument/2006/relationships/tableStyles" Target="tableStyle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326" Type="http://schemas.openxmlformats.org/officeDocument/2006/relationships/slide" Target="slides/slide325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172" Type="http://schemas.openxmlformats.org/officeDocument/2006/relationships/slide" Target="slides/slide171.xml"/><Relationship Id="rId228" Type="http://schemas.openxmlformats.org/officeDocument/2006/relationships/slide" Target="slides/slide227.xml"/><Relationship Id="rId281" Type="http://schemas.openxmlformats.org/officeDocument/2006/relationships/slide" Target="slides/slide280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83" Type="http://schemas.openxmlformats.org/officeDocument/2006/relationships/slide" Target="slides/slide182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45" Type="http://schemas.openxmlformats.org/officeDocument/2006/relationships/slide" Target="slides/slide44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52" Type="http://schemas.openxmlformats.org/officeDocument/2006/relationships/slide" Target="slides/slide15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notesMaster" Target="notesMasters/notesMaster1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theme" Target="theme/theme1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271" Type="http://schemas.openxmlformats.org/officeDocument/2006/relationships/slide" Target="slides/slide27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8.xml"/><Relationship Id="rId1" Type="http://schemas.openxmlformats.org/officeDocument/2006/relationships/notesMaster" Target="../notesMasters/notesMaster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0.xml"/><Relationship Id="rId1" Type="http://schemas.openxmlformats.org/officeDocument/2006/relationships/notesMaster" Target="../notesMasters/notesMaster1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1.xml"/><Relationship Id="rId1" Type="http://schemas.openxmlformats.org/officeDocument/2006/relationships/notesMaster" Target="../notesMasters/notesMaster1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2.xml"/><Relationship Id="rId1" Type="http://schemas.openxmlformats.org/officeDocument/2006/relationships/notesMaster" Target="../notesMasters/notesMaster1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3.xml"/><Relationship Id="rId1" Type="http://schemas.openxmlformats.org/officeDocument/2006/relationships/notesMaster" Target="../notesMasters/notesMaster1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4.xml"/><Relationship Id="rId1" Type="http://schemas.openxmlformats.org/officeDocument/2006/relationships/notesMaster" Target="../notesMasters/notesMaster1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6.xml"/><Relationship Id="rId1" Type="http://schemas.openxmlformats.org/officeDocument/2006/relationships/notesMaster" Target="../notesMasters/notesMaster1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7.xml"/><Relationship Id="rId1" Type="http://schemas.openxmlformats.org/officeDocument/2006/relationships/notesMaster" Target="../notesMasters/notesMaster1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8.xml"/><Relationship Id="rId1" Type="http://schemas.openxmlformats.org/officeDocument/2006/relationships/notesMaster" Target="../notesMasters/notesMaster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3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0.xml"/><Relationship Id="rId1" Type="http://schemas.openxmlformats.org/officeDocument/2006/relationships/notesMaster" Target="../notesMasters/notesMaster1.xml"/></Relationships>
</file>

<file path=ppt/notesSlides/_rels/notesSlide3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1.xml"/><Relationship Id="rId1" Type="http://schemas.openxmlformats.org/officeDocument/2006/relationships/notesMaster" Target="../notesMasters/notesMaster1.xml"/></Relationships>
</file>

<file path=ppt/notesSlides/_rels/notesSlide3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2.xml"/><Relationship Id="rId1" Type="http://schemas.openxmlformats.org/officeDocument/2006/relationships/notesMaster" Target="../notesMasters/notesMaster1.xml"/></Relationships>
</file>

<file path=ppt/notesSlides/_rels/notesSlide3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3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4.xml"/><Relationship Id="rId1" Type="http://schemas.openxmlformats.org/officeDocument/2006/relationships/notesMaster" Target="../notesMasters/notesMaster1.xml"/></Relationships>
</file>

<file path=ppt/notesSlides/_rels/notesSlide3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5.xml"/><Relationship Id="rId1" Type="http://schemas.openxmlformats.org/officeDocument/2006/relationships/notesMaster" Target="../notesMasters/notesMaster1.xml"/></Relationships>
</file>

<file path=ppt/notesSlides/_rels/notesSlide3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6.xml"/><Relationship Id="rId1" Type="http://schemas.openxmlformats.org/officeDocument/2006/relationships/notesMaster" Target="../notesMasters/notesMaster1.xml"/></Relationships>
</file>

<file path=ppt/notesSlides/_rels/notesSlide3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7.xml"/><Relationship Id="rId1" Type="http://schemas.openxmlformats.org/officeDocument/2006/relationships/notesMaster" Target="../notesMasters/notesMaster1.xml"/></Relationships>
</file>

<file path=ppt/notesSlides/_rels/notesSlide3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8.xml"/><Relationship Id="rId1" Type="http://schemas.openxmlformats.org/officeDocument/2006/relationships/notesMaster" Target="../notesMasters/notesMaster1.xml"/></Relationships>
</file>

<file path=ppt/notesSlides/_rels/notesSlide3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9.xml"/><Relationship Id="rId1" Type="http://schemas.openxmlformats.org/officeDocument/2006/relationships/notesMaster" Target="../notesMasters/notesMaster1.xml"/></Relationships>
</file>

<file path=ppt/notesSlides/_rels/notesSlide3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0.xml"/><Relationship Id="rId1" Type="http://schemas.openxmlformats.org/officeDocument/2006/relationships/notesMaster" Target="../notesMasters/notesMaster1.xml"/></Relationships>
</file>

<file path=ppt/notesSlides/_rels/notesSlide3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1.xml"/><Relationship Id="rId1" Type="http://schemas.openxmlformats.org/officeDocument/2006/relationships/notesMaster" Target="../notesMasters/notesMaster1.xml"/></Relationships>
</file>

<file path=ppt/notesSlides/_rels/notesSlide3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2.xml"/><Relationship Id="rId1" Type="http://schemas.openxmlformats.org/officeDocument/2006/relationships/notesMaster" Target="../notesMasters/notesMaster1.xml"/></Relationships>
</file>

<file path=ppt/notesSlides/_rels/notesSlide3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3.xml"/><Relationship Id="rId1" Type="http://schemas.openxmlformats.org/officeDocument/2006/relationships/notesMaster" Target="../notesMasters/notesMaster1.xml"/></Relationships>
</file>

<file path=ppt/notesSlides/_rels/notesSlide3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4.xml"/><Relationship Id="rId1" Type="http://schemas.openxmlformats.org/officeDocument/2006/relationships/notesMaster" Target="../notesMasters/notesMaster1.xml"/></Relationships>
</file>

<file path=ppt/notesSlides/_rels/notesSlide3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5.xml"/><Relationship Id="rId1" Type="http://schemas.openxmlformats.org/officeDocument/2006/relationships/notesMaster" Target="../notesMasters/notesMaster1.xml"/></Relationships>
</file>

<file path=ppt/notesSlides/_rels/notesSlide3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6.xml"/><Relationship Id="rId1" Type="http://schemas.openxmlformats.org/officeDocument/2006/relationships/notesMaster" Target="../notesMasters/notesMaster1.xml"/></Relationships>
</file>

<file path=ppt/notesSlides/_rels/notesSlide3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7.xml"/><Relationship Id="rId1" Type="http://schemas.openxmlformats.org/officeDocument/2006/relationships/notesMaster" Target="../notesMasters/notesMaster1.xml"/></Relationships>
</file>

<file path=ppt/notesSlides/_rels/notesSlide3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8.xml"/><Relationship Id="rId1" Type="http://schemas.openxmlformats.org/officeDocument/2006/relationships/notesMaster" Target="../notesMasters/notesMaster1.xml"/></Relationships>
</file>

<file path=ppt/notesSlides/_rels/notesSlide3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9.xml"/><Relationship Id="rId1" Type="http://schemas.openxmlformats.org/officeDocument/2006/relationships/notesMaster" Target="../notesMasters/notesMaster1.xml"/></Relationships>
</file>

<file path=ppt/notesSlides/_rels/notesSlide3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0.xml"/><Relationship Id="rId1" Type="http://schemas.openxmlformats.org/officeDocument/2006/relationships/notesMaster" Target="../notesMasters/notesMaster1.xml"/></Relationships>
</file>

<file path=ppt/notesSlides/_rels/notesSlide3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1.xml"/><Relationship Id="rId1" Type="http://schemas.openxmlformats.org/officeDocument/2006/relationships/notesMaster" Target="../notesMasters/notesMaster1.xml"/></Relationships>
</file>

<file path=ppt/notesSlides/_rels/notesSlide3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2.xml"/><Relationship Id="rId1" Type="http://schemas.openxmlformats.org/officeDocument/2006/relationships/notesMaster" Target="../notesMasters/notesMaster1.xml"/></Relationships>
</file>

<file path=ppt/notesSlides/_rels/notesSlide3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3.xml"/><Relationship Id="rId1" Type="http://schemas.openxmlformats.org/officeDocument/2006/relationships/notesMaster" Target="../notesMasters/notesMaster1.xml"/></Relationships>
</file>

<file path=ppt/notesSlides/_rels/notesSlide3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4.xml"/><Relationship Id="rId1" Type="http://schemas.openxmlformats.org/officeDocument/2006/relationships/notesMaster" Target="../notesMasters/notesMaster1.xml"/></Relationships>
</file>

<file path=ppt/notesSlides/_rels/notesSlide3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5.xml"/><Relationship Id="rId1" Type="http://schemas.openxmlformats.org/officeDocument/2006/relationships/notesMaster" Target="../notesMasters/notesMaster1.xml"/></Relationships>
</file>

<file path=ppt/notesSlides/_rels/notesSlide3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6.xml"/><Relationship Id="rId1" Type="http://schemas.openxmlformats.org/officeDocument/2006/relationships/notesMaster" Target="../notesMasters/notesMaster1.xml"/></Relationships>
</file>

<file path=ppt/notesSlides/_rels/notesSlide3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7.xml"/><Relationship Id="rId1" Type="http://schemas.openxmlformats.org/officeDocument/2006/relationships/notesMaster" Target="../notesMasters/notesMaster1.xml"/></Relationships>
</file>

<file path=ppt/notesSlides/_rels/notesSlide3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8.xml"/><Relationship Id="rId1" Type="http://schemas.openxmlformats.org/officeDocument/2006/relationships/notesMaster" Target="../notesMasters/notesMaster1.xml"/></Relationships>
</file>

<file path=ppt/notesSlides/_rels/notesSlide3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9.xml"/><Relationship Id="rId1" Type="http://schemas.openxmlformats.org/officeDocument/2006/relationships/notesMaster" Target="../notesMasters/notesMaster1.xml"/></Relationships>
</file>

<file path=ppt/notesSlides/_rels/notesSlide3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0.xml"/><Relationship Id="rId1" Type="http://schemas.openxmlformats.org/officeDocument/2006/relationships/notesMaster" Target="../notesMasters/notesMaster1.xml"/></Relationships>
</file>

<file path=ppt/notesSlides/_rels/notesSlide3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1.xml"/><Relationship Id="rId1" Type="http://schemas.openxmlformats.org/officeDocument/2006/relationships/notesMaster" Target="../notesMasters/notesMaster1.xml"/></Relationships>
</file>

<file path=ppt/notesSlides/_rels/notesSlide3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2.xml"/><Relationship Id="rId1" Type="http://schemas.openxmlformats.org/officeDocument/2006/relationships/notesMaster" Target="../notesMasters/notesMaster1.xml"/></Relationships>
</file>

<file path=ppt/notesSlides/_rels/notesSlide3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3.xml"/><Relationship Id="rId1" Type="http://schemas.openxmlformats.org/officeDocument/2006/relationships/notesMaster" Target="../notesMasters/notesMaster1.xml"/></Relationships>
</file>

<file path=ppt/notesSlides/_rels/notesSlide3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4.xml"/><Relationship Id="rId1" Type="http://schemas.openxmlformats.org/officeDocument/2006/relationships/notesMaster" Target="../notesMasters/notesMaster1.xml"/></Relationships>
</file>

<file path=ppt/notesSlides/_rels/notesSlide3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5.xml"/><Relationship Id="rId1" Type="http://schemas.openxmlformats.org/officeDocument/2006/relationships/notesMaster" Target="../notesMasters/notesMaster1.xml"/></Relationships>
</file>

<file path=ppt/notesSlides/_rels/notesSlide3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6.xml"/><Relationship Id="rId1" Type="http://schemas.openxmlformats.org/officeDocument/2006/relationships/notesMaster" Target="../notesMasters/notesMaster1.xml"/></Relationships>
</file>

<file path=ppt/notesSlides/_rels/notesSlide3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7.xml"/><Relationship Id="rId1" Type="http://schemas.openxmlformats.org/officeDocument/2006/relationships/notesMaster" Target="../notesMasters/notesMaster1.xml"/></Relationships>
</file>

<file path=ppt/notesSlides/_rels/notesSlide3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8.xml"/><Relationship Id="rId1" Type="http://schemas.openxmlformats.org/officeDocument/2006/relationships/notesMaster" Target="../notesMasters/notesMaster1.xml"/></Relationships>
</file>

<file path=ppt/notesSlides/_rels/notesSlide3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9.xml"/><Relationship Id="rId1" Type="http://schemas.openxmlformats.org/officeDocument/2006/relationships/notesMaster" Target="../notesMasters/notesMaster1.xml"/></Relationships>
</file>

<file path=ppt/notesSlides/_rels/notesSlide3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76D1FE68-472A-366F-775B-DCB3A5D6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FE7A709D-8283-FD3B-E6F9-4098E2BF8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23EC1FFA-8F54-A60B-55F5-253859E64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03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C68B2DD7-CC25-BC72-AEEC-FD9071DE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C12FE3EE-69C8-2FF9-5842-2B699B41D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7AE0AFD5-2246-205B-0F86-CED65CEFB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691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1EA92D98-0C34-F47D-5227-4760428F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659A0501-C813-CC43-D615-6D5EBB01B8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AD46B66B-48F6-3BB3-572B-2DD7D7911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501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E1CC8ECB-51C1-13A6-5D53-A6BAD01D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EC44597C-9EA4-9BF2-F27A-40EE17382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DA54185C-2B24-8E40-B6DC-DAB478A77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8913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755FCF3E-E7E8-8413-3539-90AE33D8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D4D52CA1-5F3E-16F9-71FE-E65EB02A4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FE7030C9-F7A9-C0AD-C0AA-8390AB740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931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FA687C97-B0EB-28A9-0101-5638ECB2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01F377EE-D6FA-9BDC-F94A-430A9930B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61EA61A6-40A4-2363-B58C-059DA18FA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9195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A7EDDF60-16CE-8C75-E9D9-71C62B3C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598F0F23-919A-86F8-14C2-BA9B7B27D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437B4D9B-20F7-6850-4C6B-DDB4516B7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468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9ADBDD-1263-5216-FE43-727A8234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BDDDB8-52BA-0FCB-80AD-E5CE6EA79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B1F722F-83AE-2C52-CB66-47CC585E5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437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8D790C-DC98-0652-91E0-2D7FC6BC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7FE7FC6-D840-AADF-B01C-8FF397DCF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151C1FB-E422-E5B4-321F-0427849BEF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7001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35E9DA-AC7B-0004-2E83-39829F19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861E65-FE84-9664-88A9-B66B8E890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1E4769-CECE-452D-789C-5526044BFE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0050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D94DB3-913B-D8D8-E8C4-34B9E109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A1757A-4025-020B-8E38-B2DDB94C2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87302F-3CD1-0646-FAAE-A8DF8CDDC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68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D7733D-F6DE-8AE4-22A8-2EA5C022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FB9A2B-2856-BE82-D265-6F8B04216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E5481D4-6D4E-BA1D-9652-118B3C757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470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B507DE-BAD0-BFEF-65B9-845ECC4B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EDC4DE-64B7-C812-CCF7-D22A1008E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B3BF26-FAF2-4D65-27EF-6BF6AD58E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160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520DCD-4553-8DB5-E19C-A7E9D3D1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326B6F7-2ED4-393E-B5DC-797B5211A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4131FC-8E7A-E746-08F1-CACE84B53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989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1A9301-A492-A4BF-6E67-44F59102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FBD4681-3F66-C4A4-9EB2-09445FA812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12283BC-844F-0099-C814-497660BA9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033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CA55C5-087C-AA69-FA3B-612550D6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6DB657-1A10-0F34-ADDC-8829620FC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4FA63E-60A1-0C0F-B21D-D61956476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043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4AD1BD-AE2A-165C-B4BA-0EC95DB4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C0B953-55A0-A783-4850-ADBED913A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F6DCBB-C9DC-ED33-7E1E-46D1A9B79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32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028868-8D37-259D-C563-0AC72C0D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A76D36-2FEE-B59F-7D3B-AD0461EEA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03F88B3-5F70-58E2-C87C-B93860EE5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299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5D7EE3-727E-4CBF-070F-8FB19878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3F89C8-0A39-500B-3B90-78DB98E8C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5CF1C4-B30F-B5BA-5DBF-F343F2432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930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80002A-05D8-2789-8699-8409C59A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82DDCD-88D3-BC87-B082-7816CE46EE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BFAF67-9F91-B2EC-F5F2-24543AEC1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86936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E959ED4-B149-342E-D25E-C68CB93F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F10EE6-D52D-17A8-B27C-03E3F303E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2BD543-13B8-30C3-9298-CBD69AD68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247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A128066-2496-8491-6848-97685EBA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860789-C37F-B9F2-91D0-0CA64DF48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3B678E5-FB8A-0F34-D314-CFE17AFE9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6719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C7476B-3656-1C63-9176-D002556A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7591F0-6AB1-6766-68CC-AA646FE7E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7D5479-42C4-C865-03AC-F2E9E24DAA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13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984FEC-73A2-C942-7B2B-CBA930E5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F5F2262-159F-2E7B-34D5-75F420725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673E175-327F-5A48-12DC-524ED7C57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2756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E4E8B8-2C3F-15B8-8BD8-1DC5B9F0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30C3847-6852-3C9E-F774-80EC92C39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438EDF5-D87F-9D44-674C-B92475DA5B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6026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79F107E-A250-BAD7-E100-3D4BC789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7D872B1-901A-735E-5EC3-79A689EFA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D02CF09-2896-0729-316E-46927E84E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7164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E0F9F7-E9D4-5AC6-587D-E3E3BC00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B99054-05EC-9A94-5F35-01E8B9AAF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E3A5B0-5589-B09A-5654-C67EF37CF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2075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7D8A66-CE17-EB95-EC80-A352C953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F3E541-F84D-9689-193A-D221C22105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1CFCC8-C582-F805-057F-6339E49A1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2883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15B026-A81F-7D03-0FC0-806819DD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53DE50-05D8-BCA5-EE78-D880733A5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0BD954-8B0D-E52A-FC0D-4B150263D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0293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398B0B5-9659-410E-6262-099020BD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582E2A-B0CD-92C3-AB8A-E53BBEEF26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A11A96-7FE1-C2A2-4FBC-0DF796959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786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115929-125D-2861-359A-F1F7B95E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99DA30-80B6-B800-A8E7-043F7A071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393C1B-6FBC-E18E-AA07-00021E140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24297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782006-823E-8678-732F-C9C17313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5073AC4-2BE6-D22E-2F89-8110AC29B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0091A5-0571-786B-B1C9-D09A3F1DF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520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7E264A-78F7-29C3-57BB-637AC4B4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8E9ABF-3310-CC87-D5EA-50FE6F983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4DD527-1297-68D7-D63F-892AC85CF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989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4849FDA-A792-7464-597F-A3F408C6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D74340B-27DB-CC45-18B7-F5BB94474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B18850-920A-6596-4B1A-5E2174022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2723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D413ADF-C78E-9324-21D2-4414BB4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E3C0B4-CD84-2295-EA6F-13032FE832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BE8798-CB09-9EC4-7BAB-12D1475B1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6647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C80C7D-CD16-C855-6BE2-87F79F11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0ECBCBB-2E39-58E5-C4E4-A7231D2E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F8E7D0-2DD0-B582-BE19-BCDD81785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7106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CE1B6B-93C1-195D-D9BD-A3C2CF5E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3841CE-F01F-2BDB-146A-4F5B0B6F2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4E08FF-11CB-8129-A173-CAABBA6EA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5917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678C48E-94C0-2F41-4F77-7C3C7392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3CD284-E98E-15D5-170F-8BD904A9F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F6AC226-8B70-87F3-8B44-F9B07C61C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19276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611A02-2F98-C16E-0B1D-E095E9CC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D2C85D-6ADC-6771-A879-814C2B97D0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F37491-C23B-B6F1-31D6-DA97A4B62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2702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2F09390-4DBF-B76B-8CF5-BBC0CB38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96C534-2897-C5D9-D7F8-7FF22969B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4CC574-FFDB-E12F-4FAF-00A614E62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0421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36DF9D-86F4-23BA-CC26-B66874A1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907107-3216-91E1-7BD7-60CA533F4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8EAC34-D65D-CEF5-77B1-B4F97F418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963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816909-7191-123B-97FB-31530CB3A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89A6D7-BA93-F3C7-D285-AF53C4CDF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4D1B74-C0B8-5F8B-D5D8-0C8F5608F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1289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75AAF74-0D6A-834E-2616-D0F3803F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889F37-61C1-3AD0-8E01-E9DCED71F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3DD6A8-7E92-B193-4EA6-267FDABAF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0045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8D6447-7FE5-B79B-1D7E-1D7C9915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437A0A-1AB3-2780-DEA5-0CB7B7BD4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722434-D715-618F-F423-767460FA7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5008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2D0160-2399-BD01-1A43-5ED84D639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A3237B5-AFF5-464E-AA17-7C1DCF7F2B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55E25F2-F4FE-C732-A53B-94A508BB7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8422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D00A214-1127-7CB1-86F5-F4B762B1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5E253A2-12CE-C0CB-BBAB-DA726C807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558521-D312-4AE4-2762-5034E5E31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52416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60F994-30AD-FBA7-17A1-C972E756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D2615D-57D0-72E0-439B-38AF7CAA5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63D33A-3852-FAF5-CD30-B2B1140E1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4129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5026F4B-582F-18C8-7F02-225E6FB5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E1CCEC-5C1B-3FD6-4762-0D7AB709D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74C40EF-40B6-7A7C-91F3-031C09D86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170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8800978-9319-B2E8-9B26-90F07D40C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4E378A-EA62-7CBE-F2B5-35BF00CEA0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843A0E-A1CD-2DAF-E41A-2FD20BBAA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0078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7C474F-86F1-BD62-959E-DC913374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41B955-B543-4341-AEAE-D5BDE3BBA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1258B4-D441-5191-8083-9BE203506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65508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7D4C16-8804-210E-FE32-94B2192B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099134-07D3-3B90-E91C-CB51DEAD3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7A6CB09-2428-9B13-D0E3-39A611B98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0428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C1A6F2-F827-8619-2961-983E5E97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356789-E9B0-F6B7-D660-D7C278F59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D34F89-B42B-1B7B-151B-904A23216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3930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958FB08-98C0-B2DF-0403-66A5C972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C7733C-3ADE-B8C6-23B5-7721CE7DD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2A6377-F202-14AF-78E1-16E6C352B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2410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E2B4E5-9FE7-4AE5-7E44-EBFD97679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D9B6C4B-8AD1-FDBF-C7EB-80030E0BE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5102D4-3D1C-8FDA-D792-145992F61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72200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B2EE60-AD92-2265-30AE-3000F490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E42D06-9884-C260-CEDB-D268D5873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E3F8C2-CBD7-ABA9-DE7E-0B2CA9891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194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F39B77-78B0-B58B-97BE-ECCCF002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B7094F9-1449-39DB-9D4B-98DCDFE47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041751-C056-A29D-A956-125D82C76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402950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B2A0487-2FBB-F0C4-5478-CEE197292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EE1195-9A6D-066D-AB97-E175D850D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A769E7-6235-EAEB-159B-D8A70D415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4769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9B1F34-A45D-57F6-BE46-F3FE11A9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5FA083-6096-4977-C064-4CAA2F82C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5D508D9-DE80-FBD0-2AC6-5A482304A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82024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9EC991-2EC5-EC98-BBD1-F0298DF7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F3AB9F-FCDC-FE26-D90A-BA793A1D7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19C1EA-2D38-B4E7-9170-14B65123F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8555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5FAFA0-E941-953E-FEA9-ECB253EA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D9F69A-4A49-9BE6-2CB0-278D962769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197691-9F6C-7B2F-5111-CA0F6B97D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8160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31F252-A820-B588-E6E9-38A01E7A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F05A09-C3C4-4543-57E7-C550CEBDF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CDA715F-4E60-576C-CC73-7C11C595D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9954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7C193A-A8A2-E785-77E7-82D2B181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032B357-86A7-4D09-3551-7F512D92E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08618A-8B4F-71C7-6571-CB79B498C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4707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689655-C195-8366-255C-6B93746E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FCA9E3-E56D-34F2-74E9-8C8C0ADE3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93E909E-4D9E-3D46-13FF-B6536F986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4465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879BCF5-788B-C2CE-0483-CB0E4EB9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5B1545-32A3-950F-3870-A2926C8A8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0FD6A7-02FC-4F1D-49CE-56E5E56BE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4276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EE2A3C4-881F-4CD7-50FE-E21D81EE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ADA9F1-037E-CBE0-BF97-2A89D5047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EBBE205-1436-D511-E1AB-AFF61430F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88239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AC6E35-65A0-DA88-929F-46DFA3406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E3E339-1A71-D585-E114-A429D8B0D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BD1387-F264-1E8F-3DC0-C60B006C2A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64327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FD14A6-A92B-C1A9-CA7F-7DF11F4C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5A4ACA6-CA9D-DE87-7338-1F8B4DD06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C56365-068C-AE1E-C61D-D39F7C5A3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0338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8856AF-0281-E4E8-D083-80AD2531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344709-28C8-DD46-D655-E9FE0032A8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A8E40A9-95F9-7CAD-6228-8B1CA4424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1084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B58F02-103B-CC22-09D9-207188C7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386F51D-AB14-42AB-94E6-C89588138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FB993DA-08DF-DC2A-844F-99CE8E9F5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86814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8904E31-616A-13EC-3174-9BF94C27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01A289-A972-5637-0AD0-DA6164AD9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480E79-D0D7-9952-1C1B-423D1E66A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6628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FF3A1F-24A5-2E4D-A34F-9207CD18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921AEC1-CBA0-70BE-03C1-87FD8449E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395190-AB1D-ADFB-85C8-3CE911A47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192867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CC1F9C-260F-C3AA-C453-E691911C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19AF9B-3999-E1E2-F54A-C56CDABBB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5BD83A-983E-22E2-9C7D-36CE67520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911340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8A9A2C-7E10-6F78-D906-64EF78F6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7483EE-04BA-AB9A-1413-56B325E72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93F875-AC8E-E43D-6FC4-798DBC303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26672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50FF25-9A9A-29EE-F568-EDC90743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2F4A0E-F10E-4D8E-2338-5B893A35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1DA5949-5DA4-3CF1-7080-C433A49F8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79736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A25B6F-DBD5-E09A-930C-C3FF388D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EDC43E5-7982-7EB2-D0D5-3B572712B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25DF878-CFF9-32FF-0331-576B47965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73416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F4436C-DAC6-1F86-E6CE-43BE55C6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EC5824-458B-4DC1-C4F0-6985317DD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37EA2D-349B-35FB-5FBA-A2020F99B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8987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9C018B-FACE-242B-83D8-FDC30256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4F06DA2-21D8-5A5B-5FBB-79F2B2FA2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1208B2-8B37-0022-C140-D6F4A6504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66084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30B6AB-A290-681F-429C-83EB4E59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E205BD-4679-CDC8-F43C-19C2E0E77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FD8ABEE-F5CD-7412-02BA-53D40626D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45551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365605-5EA8-00CC-004F-CE9124A2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E26E7F5-1076-223D-47E9-C9481FB68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385FE5-2F00-5D22-306A-F18EFFFC2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11668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6978BC5-77AD-E02B-EA38-A17E5390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5192C62-088C-EBD8-278D-1AFE0E814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B4CC79-CBB9-C25A-970C-DBEE1390E6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097427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7813CA-7F62-39A3-AB3C-1B91E1F9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979ADB-193F-050E-7FA4-3ADB8C6AD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DACE24-CC7D-84AB-60E2-39B21413A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72924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54EF35-E558-F829-C73C-563D7CEE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7120179-73E3-C39D-7FFD-3B3E46A9A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98FE44-EAC6-4C8D-2658-030C2A272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42667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093C5CB-9F13-B853-495A-8389D3A5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2785898-10C5-1206-3F91-EB1815464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56F409-92F4-2943-604D-AF61591761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559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22406F-E7D9-F33F-1B4C-BB278027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DA31A2-64F9-7DEF-9D89-EDF7CD595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070135-3111-0107-3095-6E9AF04B2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327945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8F5A886-573C-56AF-90D8-408908B2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BF314CC-6747-5C9A-201C-3EB383041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46B2E6-BDF7-4A6D-5CD4-8657BA6A7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00537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F6DA62-4365-C2B5-637C-802DBCFD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F78F849-C76E-9C95-4311-76F428412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DA82A3-87EF-26A7-9B7D-373CF6096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33825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00BE483-85EB-058E-6C61-03FB4E14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C8AB36-2349-C783-A872-9B1975C13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B053C4-614D-6627-B024-B51004E55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71613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8A23FE-F51F-B455-297B-573C84D2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1AFAE7-A70F-5A41-5B25-F66F82D67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15983A6-5F59-ECC2-C6F9-6403120B1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58072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90030C-7B9F-3021-1D39-2C5E6E77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0BDDC0-B60A-6744-D5BD-B25A520D7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7D0F08-B944-BE22-862F-E83CCEB1B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4147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99D256-373D-8177-7D8B-C9EA58A9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8F0D2AF-5AEF-E876-7861-E2BA24864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389A7C-8233-9A70-8395-4F35CC0A3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00403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8B1EBE5-EFA1-FEDB-394D-63DED469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EC7212-2578-6A0E-D17E-3D9306599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88B16A-7722-286E-A1F8-4CFA2BA38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23650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359397-8AFD-C9D6-1AC5-46F836DEA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77D9FC-28C7-A4B0-5F25-FD39107784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5FEBDE-79FF-C0AC-76C0-CA16B6F5D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402829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D28350-B5FB-4EC0-E3E5-E98863CA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B599C7-766B-D3EC-6FEE-E46D8BD31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875BBA-A144-9367-A4A4-C076D0FE3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949766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01EE59-690F-27A8-531C-AA1C8481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8B354B-D1D1-659D-47C9-7E930D499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B0C965-4745-C5ED-55FF-85916AD0E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17865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53F7954-D7DA-3F4C-369A-B53A0B1CF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219594-3C61-417C-4EF8-B1BD0D9B1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83AA56-CD7A-FE25-8059-70CFD66D1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273943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91702FF-D5E2-58D5-4370-DD53CCBB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3D4FD5-436F-7F83-A177-E83A45E80D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BB3DD6-FBD8-5EE2-BA9C-55F52D9CD0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36875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FBCA77-5F18-95A3-C24C-CAD592A9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7DE33E-21D0-043E-9BB9-D914D4EBE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E088B08-01CA-6998-1F3F-7DA9F9235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85276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57953C-D11F-B3D8-7BC5-19C19AB2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0861843-48DB-C16D-DBD4-7829097C8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892851-7F4D-FDBB-EF6E-3C6851017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20690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9470430-B723-F4E9-3065-832FEA7A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8CF7D2-D7C6-24F6-0C0C-60F26F914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E94D88-5B0A-55EA-35BD-E5B6E9014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565782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93A7ECF-B52B-F870-C47C-B47E6DA7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61122F-1CC5-1B33-7B30-7BEC8274E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8877589-C1DA-C13E-F8C2-06E0A4ED4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05073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C4940F-E66B-7546-162B-FFBDDA67E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65729C-7075-DF71-D57A-F2675DBEF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E39CBA-1258-B3C9-34C5-C248290DA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81470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5C85DE-7FCF-B277-2232-35D3E753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F2800B-0E29-F363-A02B-9F6E2F6E1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6C7D07-F276-BAA1-F1A9-1F647F533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57407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CB7A3A-9A36-81DF-47C1-BBB78934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A00E6D-A1E4-A052-CA36-D97EB1151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BF0683-C32F-39D3-F25B-C00ABEA30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24892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DC79F6-482D-C036-16EA-BE0611596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FCF8CE-7236-0459-880F-B7FC1FE45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CED1110-B64C-17D1-08D7-DC829F32E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951020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708C172-7798-A53D-7AB8-D5ECE54C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B74D387-9209-9E1A-511D-ADFC1F41A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DE86FFD-B71E-1D63-1F85-ECA9A74C1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53206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7BF63A-0250-2572-0A9C-58078262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6C1268-D77A-FD65-EB0F-B01FAC943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CF2CF4-7837-A8DE-14D7-B35CB4884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453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5CE740-3A05-112E-6F9A-4BFEE690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A138F4E-E914-9E45-6478-06B809644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AE54CD8-FCB6-41D8-3B64-6961588BB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208802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C181831-7480-308D-F61F-091D14805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5E65E2-97C4-8B61-28E9-6FA44FB7A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FD482DA-20E7-CE5B-E488-FD49369F2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75787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6545667-BE9C-8C0B-F8AA-3073B7DB2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57675A-AD4C-71F0-1261-2C621CBE5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247AC2B-1308-BABA-B8E1-47C31998C8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87620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3FEF73-1DB4-0985-6B70-AC905A48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DE8C5D9-DF97-C140-C249-3517CB2FE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41CCC7-53D7-8B35-E955-CD1F27145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77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C8F2F5-0FAE-E56B-1269-DCCEF321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6D9FE3-E2DE-ED7F-CF6A-76D0160C8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9DDC97C-4DD6-95F1-45D1-D205D08F7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0957193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442AA3-7492-50EA-51F9-A48605B5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3920C5-8F30-DEB4-1D04-ECD45934A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01DE7E5-0C5E-06BC-44EC-EF5CD7E95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704825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94F6ED2-3FA7-68E7-5432-1CD326E2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BDF15CB-0B51-5614-1D1B-D08FE1CDC5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FCD86F-3055-07E4-0174-EEA49648D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17498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B60BF2-007B-0410-8B0F-B9419D30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A93227-2C49-DEFB-E097-34330DAD6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800057-EA6A-9828-05D2-8E660407F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49675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4B1221-00F3-501E-992A-AB909327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BE4BAEE-4076-63C4-D62E-4844FAAE8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29DFAA-81A7-5BA6-C904-52870A119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50562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507BFFA-3EB3-B606-1440-1EF9CA5B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152103-1E7A-AA8F-F505-E0D623663B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671DD85-F438-793E-903F-500ACF9FA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7958415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597C4A-9FC5-8B93-8750-001361FFC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7D892B7-E1BC-3AAE-B3B4-B606C05A0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6C1455-1596-17EA-2330-0A26DE1E9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5206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9FCB6A-61E3-526C-DC54-6604FCEE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90C453-14E0-1D5A-0F9D-87E75D35C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EF621C-BF52-FC8E-8FD8-34F38BAFE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06487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9C3C07-3156-3C4D-CC61-F29E2573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841561-AFF7-AA98-F4A9-0EF3BED9B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331AB7-B24D-49B0-3066-42277AADF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253973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EF98E60-7D22-B055-F3AB-76D94933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56F57F-ED8B-8874-A9CE-DE57FFF07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CC4F8AF-4591-DC76-74CE-77603A4417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022313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2868C11-CA98-24CA-4931-C2A9070D1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B5375BE-43F2-0A83-F64E-009B0ED0E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B3EF5C8-4763-9C21-88C5-9B2C95BE0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6457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ACC9E7A-A210-147C-88E5-34ED45D2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565AC8-9A02-A792-4D61-9D6D65C0D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7D7FDA-0704-E356-DF5C-812FD4ECC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4248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F80E7B-D54E-B2A0-3898-44A93931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370AC7D-FE52-7279-4A81-4FA1D17A8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4960317-D807-7E87-AF2B-19B59ED0D5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37171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966D3B-981B-28F7-35C4-E16F4387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0A4541-2F00-B1F1-4CAD-54810A6FD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0D4469-4EED-E705-281B-F4268E03F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531949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6F3916-275E-8232-92E1-7CDA2F86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00F6E3-A560-4347-C270-C9A8F1DF6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6ECAA4-3311-D108-1E66-B0616AC4D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0954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972A308-4E2E-0DDE-387A-013B963E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728302-179F-D918-F4BB-27E6894D7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6FEE21-28A3-F4BF-0A00-341EF0BB68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101332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B92B34-7E87-B275-B911-17589502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8AE67C-1D9E-0532-FD61-CC1B69450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D17FA1-FA7A-1797-470B-BA643F45E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094074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85F53D-AD06-31C4-7603-65AF96AF8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4F77DF1-63EF-4B03-569E-8E8283A08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FDD17C-8607-A9A7-22E8-AC7C1399C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59114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883B73F-4CF8-68C0-9771-F70C636D7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550ABB-2EC7-8B4B-11D7-50A692BEA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0E91C8E-4593-C6DF-8BB9-22C3E9B39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739946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D22B91-E3A9-9BBD-4C86-296021E5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C1354D-CBB4-33F8-DBEF-FC0B9A621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6A6FCC4-D6A7-EB6B-311E-2B67BC0F7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68357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D8009B-AA02-8544-D65C-9EED98DC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0CFA492-CBD7-BB88-43F7-A9B14669F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3A8E4B-FCB3-F7E3-E9FC-EAB3F068C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532062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83EBB9-DD42-3EFC-A499-63009CE6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97494A-537C-184D-95FE-9C8DA5380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C89D36-80FC-6806-BC2D-83E83FF37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08377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2A0B38-ACC6-02BB-E413-1E6A036F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9719B30-953F-64BF-1F29-DA42271672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63CF46-5B7A-7EEE-8133-4E3702255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339720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4422D4-133F-936B-3919-99E851F3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FDEC6D-AA61-E129-E9C7-1E335D83F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581BA04-5C17-7A89-00D3-2CE8DDD3E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03044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1A4DCC8-9514-46CD-12CC-082B0416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340627B-32FB-3D0B-8ACB-8679356DF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C734275-B5E4-89F1-C0CD-68A1FF71D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0671250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311984-5DE8-421E-B922-A7FC0C13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765538-64B7-4F58-C5F4-C5D67F1B6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86E579-60D3-75A7-2ED0-7BFE34500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46220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4A8017-ECF7-175D-C37C-5B6A8926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62C0564-6DA3-2418-AC27-86CAF6759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170C3F1-8490-B5F1-A640-D76BD8941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78077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278642-EC77-9574-5C8B-46347F4F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0D0BC9D-CFD4-F36C-17DC-EE0D84E23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A00F649-8BF2-2FBB-3985-21648942B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104976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2CB8656-3E63-9D19-A722-81A82225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48EC454-F2D4-E306-99E2-4CED56195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BE6D44D-315B-F211-172A-0BDFF345E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692519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F65088-91BC-A7D9-5169-549930A1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693E01-B504-E9CE-D935-20171A0A44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EFFFC2-EBFF-0DA7-80B4-725FA6FEC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20841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EC15AAE-E8AF-BC58-4394-717853FC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C66CB0-BD4F-79E2-89A1-FC1FE9B60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08C0FD8-A4A9-9436-E108-765788719B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51874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A7DA8B7-96F6-A7B2-8BC3-0A21F38F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F79376-DD0F-C91C-0D32-DF3F277BD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013CCB4-17FC-9660-BAA4-FFADACD10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258318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00E9B8-BB48-6F20-1F32-091CB56E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8AC90AF-2370-D21B-9544-EA59CBDB3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C4253B6-668A-D4FE-F4F7-13D6F676F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88414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3F7503-988A-23B8-2B9D-0D3E81DF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47B5B7B-928B-D03C-26CD-F503ECF13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447DCD-3175-B545-6A8F-403B6D6E9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42398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1ADF29A-83FF-BE12-4683-D30740B5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89204DE-C243-A25C-FF0A-EDB2EDFDB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33E2B58-7CD7-D227-7A66-A580230B48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493485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9F28FD-9137-BF6A-9CA8-51EDA5D5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C9969D-419B-61BB-8D9C-7FC98303E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3C5A619-2C56-33BF-AF47-F9CD3BCB4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26898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D989B7-5B58-9D29-B26D-3900F8C3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826978B-CC0F-C8DE-161F-A720A0FB4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7114DD-BE1E-C4B4-3326-75CA76BC5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408199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CDE17C-8A06-7A23-E8B4-7B3ADDE0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378D2B-3CC8-A696-637C-934E1A34EF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EB01326-1D6C-9FE9-F083-8C31B50A7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380212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784CFA8-7D5A-FF3A-203B-36972E54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C2701DF-F1DB-BBB8-99BC-44D3257C4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24CEC3-B055-E0F5-4DE7-E91388DB5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26956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BD412D6-73D4-4297-A7B7-FEF5617E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EA74B2A-1155-47A1-07BC-1F74BE7AF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DE9636-3269-5EB6-503F-0D1D75541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62710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4D638F-7B12-5D85-0397-82E29708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37209F-2C1A-59F2-D729-948A11F68D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6DD4111-D897-DD10-1394-96C135518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34583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58E800-E444-7ADA-BC08-9A53A6E5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A8B75B-A1C4-1FCA-6139-95AB4C80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564A399-D8C2-DEB4-7889-A632F97CE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556757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EC53F4E-29A9-B3E2-A78C-2613E6E7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ABD7EFE-B92E-623C-EEF1-EF8E225B1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65CEC2-D5CC-F51D-DA90-0D3F52FFF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174285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397F2D-E707-A03D-8A20-35790482D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822653-09D6-92EE-A3EA-C6CD510F4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67AA0A-CFA1-A620-1C74-8C9DDB413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31299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09CB41-3628-8CA0-209F-4F6C0852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026F1C-17BB-305A-9A1E-C4C311A4F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C027789-D684-3B81-ACAE-5230F07FF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27074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2B5B8E-7C65-30F3-2191-721C0075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61CBF48-3B61-ED05-5160-A10325A95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9C1B74D-9264-1A8A-99FB-0E4F62CFE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064475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E25C4BE-065D-D329-E71D-D6310C7E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160040-C73D-4975-9B2F-F1C1F9917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D0F83C-7070-AE43-2E60-4B83A529E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78820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0360AB-F3EB-0CAC-FF84-48BA0835F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A2C838D-BB95-B027-6D72-E765DB112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80DF23A-7B1E-021E-0729-234BB9AA3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324269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BFE15C-2F58-CC7F-9DC0-670D6AFA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96A1CBA-997E-9EA8-1051-02E445580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9CBCC14-93CE-574B-DC05-4911553B0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719988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4A484A5-F5B5-7C3B-A64C-5AA0D898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C75BD95-09E7-2A63-6E5E-1B529C94F9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65A4E9-5260-5CC0-D777-FF5A63E9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84507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F906DDC-AE9E-580D-488A-27E8A46C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C8779E7-7423-2E3B-9CBD-964909CCBD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4DDF17-1EC0-EC87-20F7-78574A7C9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312918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09ED0C-7DB3-8413-8B90-B55E7DE7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95277A3-242D-80CD-BB16-AF5040643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591A2E-96F3-6EFD-C963-4C969C769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585913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D991B2-2488-433F-D71D-32BD3F3A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44E9761-2D30-4254-41CE-2F172589E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CE7538E-D805-A57F-4264-C8F161C63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598768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4C0DEE-C968-7D61-1318-FDA0167F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D224EC-AB0A-BDF1-A24A-F69E78740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4FA145-58FA-487E-D65A-3B87C0DD0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972193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F3163D2-BCA5-F8B3-8EA2-1F19E332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57251C-80E2-3137-B455-88DACE83A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95E681-B79D-775B-AFEE-F208CB7F0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9044226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24C5C5-C030-B383-D927-46084F8C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44DEB58-70D2-C63E-4ABA-F8E10EA6D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7310DBA-F3D4-D176-DEB2-835A21741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524443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1BA480-6542-FB39-5DC0-E2700206E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BF1D73-E957-478E-F54E-B21CAD035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9C4BE1-9F98-56AF-3F27-40F1C0A74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1104006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5063540-600F-D605-91F4-FD9BEEFE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3D61F1-B7F2-8892-6BA0-79B9DCCCB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56FF70-845B-95FF-F018-97012871D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52783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8B4DDA-AF81-A0CD-E70F-D69B9AEA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BB45E66-667F-6D85-DEAC-4488E8F69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C9134F7-FDEE-0CEF-7E20-7F952763A5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595045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78419C-B01F-CCF6-09E6-CD62491F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E32878D-1039-233F-C40A-1258022F0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6EF95B9-1991-F97E-DA4B-A5C769DA3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109815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355B66-4910-D51E-71D6-A75518C0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E2BA589-9324-D17C-92B9-B4C9B85DB1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B34F8B-903D-C6E2-F4B4-A56C7F124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076360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238D2D-9FFF-0BC3-5673-C4A16B85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E280753-D3CC-068B-9BFC-2C9E2EDF5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E271E1B-899C-AFCC-959E-9F68D1C72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930946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95A725-16BE-2CB8-7F65-10AFCF57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400CA51-E4EA-736F-5E16-41E73110D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159BC8-1DA8-1C17-0458-30492E7F7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935387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A0D007A-0FFE-0D2C-AA3B-B310017F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57A7EA7-4D70-ABA6-0400-D452CF7C0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B5D38C6-3D6B-9106-3E90-F316332A7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498626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D04B735-FB92-C0BB-4D64-6F7046C6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361BD4-0AC0-E32F-6B82-70DA9F840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2B36B49-3387-060E-F59B-D0621BD56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305692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835BF34-5F8B-70C6-79AA-84E3CE22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7FBF22-F7B2-E7BA-EAD6-E03770EA7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30D30C-4DC7-3898-2A2E-BE770C02A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516189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0DB0B0-6263-0505-8E86-BC203A49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7678501-7CE7-4273-5211-26CB23AE7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CC43DE6-D3BB-6045-8B14-4E991D0D8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862406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7DC3224-71A7-E999-4165-6520A7E8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E36CCEB-3DF2-6A4C-DFA1-5041996E1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58938A-D75C-6A04-E5E3-9E3F340D0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639130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357FEF9-26E7-447D-A6B0-D5D5849F6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D737590-AD9E-8B66-03B2-AE7673AAE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E8ECAD-A4FF-F60C-8BBC-7C06813FF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76985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9C057F4-7C15-9F6A-8E16-79B15FF84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69F378-6522-7E23-DF9C-5AB5FD61C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D9ABC8-57DA-8189-8DCF-1884262700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9375619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9F102C-C7DA-B062-8F06-0ADC693A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C537651-F25B-E289-84A2-C94D2B4CF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75A20B-AC9E-A44E-FD3A-F51CD464B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309979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48C05B-492D-E1B3-8F28-3087A434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A0DBCFA-17F3-25F0-3F52-CC095D4FA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EDE5B2-4125-A5AE-5E05-A34DFD95C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1801456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B178150-7530-23EB-6719-CA3C3C02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FAAB9A-C67B-9A6F-5BF3-87FFA6D70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7FF43C6-E7C6-1452-C948-E5D1B8298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493776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21F2926-6F10-86AE-0E4F-F54469DA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672E2ED-7E77-811D-F973-79AF70635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7EF47FD-25DA-1546-99C4-858B64E09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776043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34BE806-D5BA-F0A2-36DA-8146F94A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729744-5B90-38CA-5027-6A62254C6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4F45938-9494-9C76-44F2-8136F03C6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2266148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EE03AC-427F-D427-1217-DA12B62D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415195-EB35-68BE-804C-23AC556FB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777ADA2-C06F-D5A6-9388-6E0D9F282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75521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6760D8-69CF-B0B4-594E-9426FD84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C09BE2-D921-441F-FECB-C637A7B80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AC7BB55-62EB-C047-E403-8B755AB35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130927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ED4E4B-FD50-B22C-A67D-99C881CB8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38F917B-A27B-37AF-4E24-C1D71360E0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C487C2-E063-C292-9179-C47696BC84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936044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308276B-5EF8-DD45-6F26-804F27D8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07311A-C01A-F013-6935-DB0222B13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B0632CD-D556-363C-52B2-4E84C81E0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320374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DF11E1-1815-E44D-7876-28E950B3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D096C8-8DEC-955C-8D85-54F09357EA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45D8530-AE1D-05D7-B4B1-6F81D2643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105609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EB24DB-51D0-48BD-C734-23AA863F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B038497-D956-6185-8CCF-0BC90A407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5DE510-4F83-40AE-EB6F-DCC013C5E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4916727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7F0E8C9-4E14-A25C-116C-D2C65580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4C86A52-4203-6ABD-0E29-AF753E9EA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991F32-7DA4-0047-19CC-A35136309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2515230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CB8E36-887B-11E0-B487-1D3825F5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841552-E7DD-FAFA-86FA-34A85C553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4006208-7F5B-DA29-466E-207447A6F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51893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FCF27C-1013-5D9D-375B-27BF5A5E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418FDE1-D3F9-2908-7EDD-4F5979935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DDBD7B3-4A62-A9D5-13DB-793201CCD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817540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C0FC75-6B25-92CA-23A6-3C4B51B5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DD9766-7EE8-BAB1-C236-17C1A1544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8AA7F7C-FC51-BDF8-CD02-4A78FED52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910693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C74DB7-F817-21D0-1339-5D6F91C0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3157089-40DE-3057-A6C9-BC9307C91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8A92D9-CAC1-CF1D-83B7-A4264A0C3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4454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DDC778-042D-E541-9F80-72AF456D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17AA623-7EE1-8F19-F88D-BC67B6681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8E1CF5-167C-A548-AF68-6D1FB5348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607794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87F5682-7561-2882-7614-DA6F67EC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FE8D16B-CEA3-8FCD-B294-964779D4D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A271FA-B8B4-978E-EFD1-33F3178C7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708465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4ACC7D-78A5-24C9-EF9B-4D8A761D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3D03109-1D01-C613-D08D-82AF7249F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4507146-4A1D-9B6A-AAB0-8B0ADB0EE9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002753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25FF232-6709-3BA5-19A0-6296AACD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0A4234A-F772-9533-2B35-85EBF82DA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3B4AD4-2CC0-BC18-E3AB-5476A8186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6848847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60F2929-CA0D-DCA8-AA3B-8C93B803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1C248A-F57F-98A8-199E-455B1971C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04A924C-EE4E-4AB9-75AF-F0851E682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456955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EEA272-54E1-984B-5D6B-9107923E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9EC833-2B3A-7F15-A10E-459B096F2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9DC0678-F084-890A-B8B0-81C5A7CAB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3256034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D0F6B4A-9A79-321F-5082-88BD8243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003607-4F3A-7643-214C-3C30E4583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E3AF4D-F344-6BD2-B9C2-5E78492EF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334163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2AA30D7-E453-09FA-5967-6E5BB269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5DF95BF-39E4-B677-2AEA-21F2899C5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74B4EC-8D19-B06F-3FA5-CEA89345F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045914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58440DD-03C6-4FFC-0E69-8EEFF240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F5CC0C-725E-5A50-7774-D95E74BFA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CF6493-597D-82C6-1BE0-2A6B8810D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400063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8F5902E-BB49-D496-351E-F18B9719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1C730B-CE8F-31CA-761E-771DAACCF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94FD855-E184-79FD-D814-DD85DCF20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568444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2745BB4-0540-3E19-1ED1-58EEC8C6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35A588E-07AB-F598-12D2-4A0E1E1E0F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F8A5E6A-A8F4-6B38-FD1E-315B7FAE5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9586628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7602980-B20A-F547-B1E4-2ACEDC8F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3EF0849-204B-52F1-295B-3F40421F9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6E802C6-107C-750F-93A6-3C61963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568782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F22AF51-457D-0BD1-EA40-71555FA5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2A52F3A-8B0E-E072-C6A7-426ED78136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D6E3B8C-098E-503E-8714-C0EEF58B9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288703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200AD2-C658-C0B9-CD4B-8A764DCD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E9AE4C2-60EB-3430-7E8B-EBF4D0864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A80851F-F265-BD2E-2CBB-E508417D7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610875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1D308B-AB2F-8254-CBDF-79DE1295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83E7E8-28FA-FE41-B818-6B856E332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57E4820-E465-8A15-0D0D-C5E8890B2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560684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4F4D287-2184-FC6C-D1BC-DC8003D3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9B8F8A-5ACF-81EC-F3FB-17B13B41D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E7819D-783B-2F67-F4DA-002F78419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909390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284D5C-D793-0492-FA77-D2B8CB7CD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ACC866E-7039-A153-3A11-F3A04963A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1B8E485-A96E-E2C5-7877-EA83294CF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930775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24B7B7-3FF3-3D13-B469-CCFB53EC7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A21C317-1345-1C96-526F-5799F8A49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005459-5F0A-22F1-216A-8D5D066BA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955398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5D6331-DDAB-86A7-7D33-D0359E00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BFEB1E3-8D5F-13CF-D011-14C84CED3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386F8F3-9D9A-2A74-8EC8-943905831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4433582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5E3D22C-F44A-5FCD-3CE0-AF770414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36E7C7-549F-EDEA-7DD3-DF14E9982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798864B-2EBB-0E4E-60FF-CF8B74D6A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322369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94BB03-CE46-CA9F-1E4E-FDB0772F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E503D1E-B99E-D4D9-DDBB-F00EFA6D6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38121A-F81C-25B3-9293-43B5E97C4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07204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4A474A7-1F2F-D63C-E9D0-D3683A62A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3DD35C-3376-F6BB-B095-C057B53C0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D4AA92A-F70C-A8CC-084E-2071EEE7A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6416866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5896000-A6D1-FE9E-CADC-7D5C92C5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A2FDAF3-DD98-2BC7-3917-3262F32F4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3EEAA75-1881-9FA6-1B78-B296499FA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771964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3BB8FD9-A085-9ED8-3547-43612F7F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23735A-0960-8C69-2E8B-AF6E92B96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009E8F9-2E15-43AA-BA71-5EBD1B70C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468783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7F178BB-93DF-A25E-65EF-EB1343AA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1E89C5-69B8-FAC7-315E-FA0EC5B27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711CD41-084B-3A84-B166-210A2803E1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13376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ADF903-51D1-A7E4-8202-862F8787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5AC743B-6BE6-BE7F-EAB6-FD633281A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9CAADC-BEAE-2979-A28F-0D716F5C5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977713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D20A009-D7AE-5E2F-3E7F-9C72DD7F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D55566D-206B-E5B3-92A1-C5D7AAE79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9B5553-A8F6-D1CD-CA1F-AF455A31A5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357240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CF88C09-CC2E-06F4-8AFE-FC185987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1CBEA8C-3AAA-1580-1135-2C3DD91E4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5693B4D-30D1-1319-84D1-610580613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512002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08DCED0-4225-7C57-F3FE-56158F3A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ECE7FB3-FF34-C173-64D8-AD9DD8CD4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2B1406-288C-E0B8-8179-86D40D31C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772739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044F8F-92B8-EE87-FE0A-031CCF24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8A5258-A90B-A2B0-1872-CB412BED0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8A778A9-9970-9A30-D71B-CD2D46F43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917978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849F73-2F19-9196-2297-41289812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993E4A1-9255-0AE0-348C-4006D3B23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CAB0850-DDA9-52BB-D51F-B7FC676CB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813319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9383C8-9B0F-A766-67E0-D3E799B5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5E0DEAA-37BF-1AD4-BF7A-EDB3F3521A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6CB6D27-191C-2B4D-B395-8E07DB0E9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377263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44FF99A-F567-91F2-28E2-40A23283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95149E-B800-D22F-578B-238768AE7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08A279-F708-B44D-0296-02C3A0F22F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680116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C293893-E48A-9EC5-357B-12D9CF78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5A0828-9C18-65A0-D2BD-1F5E4699C3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F006715-3500-595B-084A-2F61EDEF8A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985613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129F2B-A365-713A-AFCF-132849CE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F20EA39-1AE2-660F-D096-36BFBC79B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A11BDC6-1A5D-4EB0-8924-5DA0E65C9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370064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3BA3DF-0CB8-01A6-B2CF-3F33B8B9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2428D97-095C-FB17-85C0-6B01DE5C5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B53D09B-1530-63D0-AEB9-EB01FE9B7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706792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AD97E6-86E8-F6FA-18FE-E2305AE1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21EA1EA-3732-6CA2-5ABE-3B0A9B843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B694A4B-3DE9-867D-860C-E66C703D88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296577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6A9D298-881F-10E6-F420-466620A3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F02E98F-DFC2-5E56-6849-4728EA64D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D0F678C-85F4-F3DA-1638-88EB8B1E8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899794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F420B40-2344-149E-4173-688C5000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D5E8A5D-F981-FF52-FAEC-64DB82E20E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1FD0DC5-8683-5515-638F-C0A56E10C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049967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E4D1D6-1218-EB79-CD38-B72B6F596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14D26D3-CB12-AFDF-C2E7-587272E2BE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60285EA-3E68-09C3-FC03-1C2CB87F6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425138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2086B22-A11F-EE21-EE5F-09AE5DF63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A17F001-1CE1-7D5F-5C60-D7D771024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C50D04-5EFA-7221-1EE8-253570CBC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03284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ABE510A-C353-BFE9-FD76-F3B638C2F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0F118C-5E19-6AEA-6C8F-819B616FB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ED7F87C-1A39-E1E7-C6D6-A41CE6369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5519648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6EB14F-76CA-BF0F-DC45-0F11EA5C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DA0D66-5882-2F9C-4845-718D1E92D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56210DD-8F2E-7765-7A0D-86EB96FB9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873943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87E2A4-E51C-D3E3-019E-9E361AE3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5EF225-30BA-644B-E427-87C9943DE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7FEA319-5818-DE9E-32B6-E419B5D43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41265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BCB590-D492-D17E-D079-DF4B46B9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FE362C9-04A2-E44A-7E10-912935A43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90C43F-066F-C860-C870-308D19104B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870240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B90BE20-8F42-627E-57A3-16B3F25F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D88A74-0910-7E01-8EA8-CD156F27D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A2BEB7-3D2D-8065-BF6F-E0FD7AAA6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232803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C5D40A3-6A82-B820-C503-58DAEA37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4E72301-CC87-758B-A714-B8CB18CE23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F37E142-A7B9-B78A-1BF0-9E08A27F7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709778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FFBEF3-DB92-080E-16A7-5C368DD1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E191DA9-56A6-FD43-AFC3-AB41582C8C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57E046-9076-B269-F5CC-EAA53D129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45942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E9FCDED-5DA5-C7B5-3C44-F2A9727FB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D551223-2296-9B23-33C7-9AC74F53D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56842FE-3467-9CEB-9C3E-89136D606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137773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538EE9-85C8-935D-D01C-29294183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F895784-F86C-46D7-FB00-B9BAED6BD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5A911A5-103C-F3EA-7C92-A60E23397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308049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8A1BC29-73B5-DB95-ADB1-CB9015DB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AE2CB84-E773-1888-F20D-93F468F0D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28CBC6-2958-3793-825E-23398693D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046846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127E4A9-7A96-FCE5-6342-AE443380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F2CC694-C661-245E-90F0-E35F7C924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AB76D82-F01F-B93A-6E3A-F54B134630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087497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987CB3-B343-8F77-2612-D98EB9A9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8907A51-A9BB-4010-C9B8-9D4487B12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B7904B8-5D3C-02A2-7DE1-5F8FD4FC1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84541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FE394E4-F1C0-2889-E49D-24411C61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81797FF-EFAF-078D-45DF-C07F1008F5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3CA1706-E39C-3BFA-B143-AF9DCB125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869599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128E099-1016-BF0E-7B3E-55E4A7C8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622D8E8-263B-5880-0064-9C1DC0F7A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2E66924-97E1-AF08-A4AB-CE2716B27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779314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4C197C-1D16-2AA6-A321-989130F5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D761012-AFB5-B430-E872-EADBF72AF0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91E29D1-5719-7275-DA19-013844B28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23385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46A10D8-52DC-2453-DC7A-ACF5474F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CFCA561-ED8C-060B-5E56-18B45BFAE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A54B60E-77F9-F8A9-80E1-1C2A1D21E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015602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3FF4A36-21FD-4D8D-CF6C-BC2FED06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6F4E66-2C27-C81E-EE07-10CE8B1A1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FD5CFF-A56B-0D13-9B78-6E03B7E78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881870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DFC0DA5-83DC-3745-1451-F503C50D8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83DD61-C8E9-81A6-B103-6234A4A2EB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E082E2A-F6BA-DBB5-E814-979E2B868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801608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E4A0536-399B-3C1B-F884-05D3BC4A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25F72A1-EFDC-EDE1-47C6-D79A643E4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37E2C8-E2B9-7CA3-C013-FBB3805FB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764778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8703FE-5B57-5546-F96A-8889B6D6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8569DA2-DDE1-A9D6-380E-AE58A5DEA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0E238B-4F31-B406-66F9-B51F3C991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570679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5B29255-47C4-6D5E-F25C-4476163B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B466C26-89AF-738D-512A-5C831D357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2B569E5-4AFF-C0D7-BDD5-F835F38ED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485862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6B6D01D-D929-098E-8EB6-86207740B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8C4DA0-2A4C-30F1-9567-113AC3A3A4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2207461-56BC-1235-647B-DA8493DA0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391519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F191AF-1D43-77FB-FE37-589D918F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5E4B0C-8E02-06F0-6D5E-11BF5ECE3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4F428F-E34F-CA3C-F853-D9F7B1BF76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679105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AD743BF-3FB3-373B-0F51-8A7091DA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7B150F-DA42-EF72-2BFF-3D65CCFF5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40A0313-EBCE-2EE4-19CF-0384F8825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2284944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434F10-D017-4FFD-65E4-A5359F53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B1071F7-907B-F241-1107-500A30DC4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22578A-6375-268B-B47C-89AED817D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104515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C826E3-6558-2EA1-32B5-4D3540B6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473E9B-4F07-3641-BBC8-313D819E1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BE4F7C9-873C-FBC9-3B0D-4BA5BF4D9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218599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AF7627-DB1F-50EE-B399-94396BAF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ADBBE6-6FE5-B808-6019-B9F411A9C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94A5800-4B3F-A205-7CC4-A752872EF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865407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AD2F8B4-B838-0AB0-412F-1E1D70113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84B43D-C57B-4147-D212-ACDD756D2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38587C6-F66F-B9A8-C53E-D229C8BCB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637562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48D9288-7B20-54CF-1D2B-2383E472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8B5B290-662C-5F54-EF06-812EA7D1C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697A4B5-E673-CBC5-C0F6-F9C88CDEC7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08529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C3DBED7-E952-48D7-F83D-5B891BD2D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7D51ACA-C8CE-B4FE-CD26-BE4DADBF44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F69F0D-031D-37F8-CCA4-6B7F756CF0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355190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91E22E3-E380-F885-C847-8B7A692E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8ECD17A-A079-0DA0-F33C-D9B294A10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2C3B8B3-0559-8315-BE80-C07AB2D52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756028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2721D7-A6A4-4C48-E9CA-DF94A2B6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A3F2970-DD5D-2F1C-0DE3-D734857B7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DBB21B9-3EAA-38E4-9AB1-9144B89DB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17446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00B7318-9C79-B612-6716-6A750C2F1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5D23A0D-7A36-23CB-54AA-CA90E233D3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0E4BC6-3CAD-9551-E92B-65F4B4CA5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783487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5707E5-3AD0-1DEF-5955-3F0B291C2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2659350-B4B3-EC11-3BBA-C05902D24D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1AED957-2A43-E765-6F70-281CD0151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6913320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C719D54-1F2E-609B-8D81-C5C20B76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F57C2D9-74B9-F292-A1DA-F851D94F2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8A7C0A2-2680-4E3E-2DC8-E78A07C5C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086773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878F5D-6FD7-37AD-6EC8-C31664F8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453A746-C476-B646-5B73-8706A74C8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CDD1AFD-8874-C049-909C-920A839E2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2823935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47E3FF-651F-E057-EFF5-8FDB2C6F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7B7BBA-7752-6F42-AC58-08661B7909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2DDC420-BCBE-D19B-2CBB-1BEFD29AC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187108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26CEE1D-9E9D-63FB-E3EE-B90ECFF6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1A0C763-35B8-5276-2433-465E6A56E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075CCD5-101F-D1AE-A900-FF998B752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841464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0514A01-0D80-CCEF-C2B2-82E58ADB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645496C-E199-C103-F914-DD6EAF4AC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22A34F7-B816-FDD1-CB3D-97CBFFA8D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812593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1351B99-18A4-49AE-076D-57F0FA62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EE5C331-6C38-0BB3-B53D-D8E785D95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7DB3DB-CEAF-DAD8-EA4C-4D7E0273C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2802175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36AFDDB-49B3-D0AC-4C44-6A4CDB4D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0C80791-0570-ACB6-648C-02D1106E9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14B43D3-C22D-181F-DFEF-C77EBC6AC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398479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36D13A5-A6A1-BB31-BBE3-9A0694BB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4837F7-FE76-878A-60B2-C5FC70F81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D3DF985-342A-3CDC-FEED-8CE19B1E6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260658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0A6346-902F-C30D-5931-F25B3E3E8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FF8F8FE-7938-17C0-2A2F-C4DC21F8A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77C7614-B6C7-EE7B-602C-0487969C5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364985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48BCC0A-E443-1C0F-84E9-E1D5E53C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B0F5E63-B5E8-D820-BA90-FC590BE2F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71989F-B550-3B67-CD1F-4E9691649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418907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2FF338D-EED8-1BA5-2BAE-1F0FD682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6A51D9-C6EE-CE09-6730-7F109942B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F5CB1D-0A05-C7F3-4CFC-BB6FF2E2E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14585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DD6D9B-CD4A-1DB2-378B-B23645DA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2C4096E-93C4-28B8-8B7C-2A441F3D0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5697FF-B0A3-E043-317B-FC2D1725D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457103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D90B487-AB11-7458-228D-1DCBCF56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803E70-C71D-F4F5-4933-1C3481C0DD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84737EF-C640-21A7-F230-AE4EDBC69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07552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D90DD8-7F6C-82FC-53D8-CBEE9BAB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42B6789-9C25-5475-5E23-F064A0D27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7CF5D41-494C-E9FE-692C-8FF11B3EE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78838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A2FB94-4074-A9D3-6497-F31F176AE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1337646-04A6-0046-EA2D-FF11D1B2E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1B9C74D-8CF1-4BE1-80D4-6686189A7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229683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044617C-ED1A-4750-710D-A5F39A38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5EFDBCD-A6C7-B5CB-126A-92B95CABD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C4E027F-2D87-6589-A141-A41726537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518685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D9B01F0-DD61-FE74-1BBF-DEAE7981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9F85AAD-805E-6276-BA34-8BB9568F6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41CA1A7-FB5D-8FC6-943A-9AF386299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506626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6E6D36-4FB8-AA4A-A232-74C684927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FBB304-673C-AF2B-10F6-2FF0943FB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3027435-8790-C5DC-AD26-9557A42F5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735076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69C4E7D-0418-A600-E802-5096CF44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E6C537B-1BE9-CE36-9ECC-2A2A9DF56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287DF20-7F42-096C-F34C-B57BB551C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145476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96A532-4136-C2DE-9C22-025B6F9F9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7456C8D-0D30-AAF0-0891-5666C29C2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80FF418-934A-333F-8CBB-3AB8FE186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484557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7946E4-0F4A-73C7-F813-F3DA6278B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6CD6EBF-873F-CADB-3720-373A21DCB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F294A4-EF7A-98AC-A40F-00C285596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28616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F90EBA7-0D56-3F90-8421-01A5E670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989E386-53A2-0ADE-EC21-8BC1C0EF27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8223E9-BCC9-2FA3-AD5D-706066486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953888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5E81584-E2B3-4A86-8895-71940059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3BC4B70-BA84-341E-2938-207E5708BC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32B764-C730-0A57-D8AF-3635D8BF0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859313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BD88DF9-C1D0-62FF-067E-E83EF55F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2FBFC7-1796-6823-1363-E165A7748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2742A4-D2FF-34DB-7068-660138803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1618266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FA27CE-0E1D-CD18-45F9-1AEE4295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2A0A5EA-B7FF-0CA0-79B2-07ACFC882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D93A7BD-F04C-1658-5C4A-8AA4853C7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8298756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265A9E-3C6D-E44E-1381-5D7ADEBA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9F6F882-04AB-B139-8288-AE78FEC37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EA3C11-1FD2-E617-B188-C0055006F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748268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25C4639-DFC7-8E8E-2251-304293B8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B7A4A1B-9BD0-2B7B-627B-8B1381F98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AE88119-44B0-5239-0786-62DDEF2EF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9595869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18382A8-D86A-6F59-8F13-513AB338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AA76CBC-BF72-D827-9AA1-3818A8074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5AAC697-EA2C-D57B-C986-D33372B96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186022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3F300E4-6914-F171-EE7C-A03087C0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70E642D-A11A-8453-5767-F839FF2AD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017B5B0-A6EB-62E8-560F-8DAB01028B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089759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A9D74B-3538-7315-2D03-7A18182A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1E80EC9-1F9F-84A2-BDE2-8966B29CB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24A2382-9C55-1412-4CE5-59FC56DC5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0887254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6B33D2-86E1-007C-F27D-F3AFC894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293348-523A-9017-626D-D99A51FE2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12B0D7F-BE1B-58C2-0FD9-6DD55A8E7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368649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B5C35DD-927B-A21F-0085-F68EB3EE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3D4369-A147-D6A1-17BB-051146440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CF51CA0-BD13-2633-2CA4-FF5D1FD81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4510462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6831122-9259-356E-D9DA-4D798EC6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25112B9-76B1-53D6-9817-D6160AC92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BDD119B-EC30-84AD-0382-F88E8F632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112144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7E41EFC-2213-C1FD-BF47-45EC9BA9B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50673D-4D9C-E502-1BFF-4F4DCC7CB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1674395-0199-9005-5223-05F2790E5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325414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9272EC5-5D9F-DAA0-5BD5-0B68E3A7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1A6AF8E-685F-92EE-6FDC-DEEA8C3C5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3ED339B-50FF-0B5B-5C7F-BF31798D7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1708669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BCEDC45-2E24-74A4-D129-72884940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0458633-9C1C-A653-3FC2-5F09D9606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AB14348-2086-4142-6246-DC4904CC08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699834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F242D07B-40DE-5B28-A548-68D6B329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8227BC-23B7-1039-888A-EAE81BEF2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D58971B-3C22-1A97-D15A-E53946D33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691505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56CA581-2366-FF37-DF76-6D32EDE9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9543100-B90C-FCD1-D04F-11F08AFBA3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F49E53C-7630-B3C3-8E90-04C7445DA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9848006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814714B-4083-D4C2-B578-C44ACD83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7E0B1B5-561D-FF7D-A882-0BCC50B13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5ED5D09-C9DF-351F-8F07-7FD4A1450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589823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02475E7-E30B-CA41-FA1D-85EDCA42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D26D4AB-416F-DD22-ED71-85BFB955E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74AC4FD8-EDB9-8B48-0842-4AA23D09D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224802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1F781F6-F135-FEF3-032C-B3A39116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4C23DE-75AB-4C80-FD70-D6C51D083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991FB2C-69B0-D37E-0BB1-B29741662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641152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5F01E4-08AB-A564-BBB6-DF50A2C6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368F014-987D-1B0E-0C82-8B49C7E91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C6F5E0D-8BB4-1F54-02FB-E5EB1163B7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145884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9A00CE-AD72-DD18-A4F6-5B85DA157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45B772F-33D6-AF5D-80EF-652FE62EC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A18D62A-B2C8-F797-19A8-A282C5906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83722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C3057C-7136-F843-C368-5C208A978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334B289-CB9F-8137-AA54-EA42C2AD14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3DD5DE-CFB3-1489-33D6-0A960ED4B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555897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1AC7E67-F3EE-9DD5-CBE5-D2F98B4E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270EE11-9BF5-762C-D2ED-00E1D09BE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57AB85D6-9A13-4C1C-02AA-69E4A5C55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535628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6776A57-C7C8-4B9B-FC2C-D252C159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0757CC4-FA3B-138D-78AC-522037E6D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B9D68A2-CB0C-AC05-07DF-3301C0A52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25688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C9CA162-EAEE-267B-102A-294E0F76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CE36371-4A7C-FA31-9B4B-5C6DD7747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0FE21AE-D791-9138-5C0E-D2CCC86D2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448445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C2BA359-B091-0CFA-740A-DEF3B6CF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27E04FA-0266-F75F-2E92-2F585E9C6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03A099B-E950-2716-066D-471144532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373135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6FA2EAE-A9E1-6B91-CAC1-0FAC2477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89F7D152-7CC9-FA58-E7E3-0D767B65A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318308-3723-5E4D-8EC7-093537465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6817134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8AF12EB-566E-9D74-2B80-0EFA076F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75F449B-E0AC-8573-2358-0D0A200F0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9400543-651E-0FFD-B1BA-4F7B3FD42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363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0AF22E9-FD8C-7A49-AB1D-AFEDDD1D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8117666-4071-98DF-E33E-CB7B11D32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F5EFD0-E342-2D7C-851C-68D717B53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5586904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9FE89D3-0C98-5475-29F4-55D3D676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A3AFEF2-5C29-4370-93B9-118A9E539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3DB143C-EE74-A60C-02F7-B88D69E53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515784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DE6B400-AEF3-734B-349B-7CB9BF042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D954E97F-186F-B6F8-FD1F-98AEB1583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A73B8146-4A48-EFEC-CEB7-F4C595EBB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886413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F21E868-9937-7164-446D-50CA99FE2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7D6D821-2FD6-0A92-4B2A-BC414B6A3A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956F906-3ABB-3F06-5F6D-68A17DF32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8446990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0E1FBD4-7F99-B351-B816-94823F45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AC2CBC4-AB61-FAF0-1A8A-FE1AC7901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420D4F0-878F-BE42-552B-C1BEAF1ED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8167932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5665E0F-3930-B062-338C-A6B06BB07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C8061B1-3942-5FD8-E894-56325D6E76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2BCFAD9-FA84-6F65-1AA3-CF7134F9F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883417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AFEDB28-F2B3-F9AA-542F-3922614EF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EC010E7-33B5-C376-9896-B1B3FE81F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6AAB639-DA47-3BB1-7F74-EF077E67E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086563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375430C-5BEF-A155-B468-3C253D8F4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87DF429-0C76-6B81-1B9B-E6EE467CDE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4EB2F9-FE4A-D62F-CA51-95ACED9A3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953525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8C5E8E-001A-C5D2-8117-4C45D1D1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4C708C14-51DD-2359-D155-DE11F82B3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3564240A-D6F2-C559-C8AD-6BC0C3157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465217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C4D1499-EE71-D7D4-EBE3-07345618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9EDC92-E85D-801C-0CCD-BC78F0AFC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B064D03-954C-A4AC-7332-2F8DFDBE9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1990990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B634C8C-6372-E384-DA15-8F646F32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D79C92F-A4A2-3220-3762-97449B494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01B10B52-3232-2F71-DCFE-5B6158E41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3518420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7E93F7D-216C-E5CE-EC0C-66E14168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50A810F-848C-A28F-E105-3CD1A2076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CDA0D59-90BF-DB1E-923B-66926D411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29644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BE56824-EF07-AE83-B231-3327A803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62C44A8-EDC4-28F9-99C9-08EFFBACC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AEC8E4A-3FE3-0B08-65D0-94BD3E383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808138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12F2EE6-361E-CF66-02EE-4FCD8D05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26E1757-AA98-90DB-8AA3-35E41C066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3D6A84A-F9EC-40C6-A8FE-7397898BC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634908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D11BC6C-CFE4-1CD8-F046-4AD63539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385AAE4-931E-4D19-4F42-73DF3C573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128561A-A951-ED08-4BD3-69F963041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724134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7D122E9-704A-387B-2465-A7C5E60B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2EAF1D5-1541-C7E1-8C63-F25C34A33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471C3FDF-38CA-97F5-D889-E23D7A3AA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7436103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5BD6CF75-23F2-DFDB-A21E-6BE64A3F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594C68F-EEFB-9B42-1BA0-74B8595E7A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489374D-BD13-45CA-32D2-12E3AEAAF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336970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8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2.2/reference/routines.math.html" TargetMode="External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2.2/reference/routines.math.html" TargetMode="External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8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numpy.org/doc/2.2/reference/routines.math.html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3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Relationship Id="rId9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/Relationships>
</file>

<file path=ppt/slides/_rels/slide2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6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2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6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2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6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32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5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4.xml"/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5.xml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6.xml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7.xml"/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8.xml"/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8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0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4.xml"/><Relationship Id="rId1" Type="http://schemas.openxmlformats.org/officeDocument/2006/relationships/slideLayout" Target="../slideLayouts/slideLayout2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5.xml"/><Relationship Id="rId1" Type="http://schemas.openxmlformats.org/officeDocument/2006/relationships/slideLayout" Target="../slideLayouts/slideLayout2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6.xml"/><Relationship Id="rId1" Type="http://schemas.openxmlformats.org/officeDocument/2006/relationships/slideLayout" Target="../slideLayouts/slideLayout2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7.xml"/><Relationship Id="rId1" Type="http://schemas.openxmlformats.org/officeDocument/2006/relationships/slideLayout" Target="../slideLayouts/slideLayout2.xml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8.xml"/><Relationship Id="rId1" Type="http://schemas.openxmlformats.org/officeDocument/2006/relationships/slideLayout" Target="../slideLayouts/slideLayout2.xml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9.xml"/><Relationship Id="rId1" Type="http://schemas.openxmlformats.org/officeDocument/2006/relationships/slideLayout" Target="../slideLayouts/slideLayout2.xml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0.xml"/><Relationship Id="rId1" Type="http://schemas.openxmlformats.org/officeDocument/2006/relationships/slideLayout" Target="../slideLayouts/slideLayout2.xml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1.xml"/><Relationship Id="rId1" Type="http://schemas.openxmlformats.org/officeDocument/2006/relationships/slideLayout" Target="../slideLayouts/slideLayout2.xml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2.xml"/><Relationship Id="rId1" Type="http://schemas.openxmlformats.org/officeDocument/2006/relationships/slideLayout" Target="../slideLayouts/slideLayout2.xml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3.xml"/><Relationship Id="rId1" Type="http://schemas.openxmlformats.org/officeDocument/2006/relationships/slideLayout" Target="../slideLayouts/slideLayout2.xml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4.xml"/><Relationship Id="rId1" Type="http://schemas.openxmlformats.org/officeDocument/2006/relationships/slideLayout" Target="../slideLayouts/slideLayout2.xml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5.xml"/><Relationship Id="rId1" Type="http://schemas.openxmlformats.org/officeDocument/2006/relationships/slideLayout" Target="../slideLayouts/slideLayout2.xml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6.xml"/><Relationship Id="rId1" Type="http://schemas.openxmlformats.org/officeDocument/2006/relationships/slideLayout" Target="../slideLayouts/slideLayout2.xml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7.xml"/><Relationship Id="rId1" Type="http://schemas.openxmlformats.org/officeDocument/2006/relationships/slideLayout" Target="../slideLayouts/slideLayout2.xml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8.xml"/><Relationship Id="rId1" Type="http://schemas.openxmlformats.org/officeDocument/2006/relationships/slideLayout" Target="../slideLayouts/slideLayout2.xml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39.xml"/><Relationship Id="rId1" Type="http://schemas.openxmlformats.org/officeDocument/2006/relationships/slideLayout" Target="../slideLayouts/slideLayout2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9: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Multi-Dimensional Arrays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885257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 Data Analysis for Scientists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 Maullin-Sapey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November 2025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0/17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6F7B65CA-D8F3-7C4E-FB28-9ACD9822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8D1840C-20D2-EEA2-0F8D-ABAA6280C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F7BDDA9-211E-4D2C-FA0E-704A829C6B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56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0C229BA3-EF4E-F33D-87B4-FB283DAC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B5615C53-0918-C1FB-890F-EFC175316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DD7DCBA-31F7-1E4B-76B2-AF577AF6BB1C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FB6634-6F2F-B54C-DC86-9C5B36E83F8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99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7E7F205-FFA7-C9D0-D22F-3CA7FF6F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2A2A1CA3-8297-153D-D021-C21069945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9782CB64-7DE4-E116-127D-F6466D780FC2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3EA9019-6080-DCFC-3F2E-E744478D53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0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E0881B34-3F87-981C-D514-7F014A83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53D1C59-7763-2B2D-4D62-54504C2B0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1E36977D-E940-5956-B857-2150A83742D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2D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EA7ABBC-3EDD-78B3-CE44-D130AAFF51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79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C6196F51-95FF-72E8-985D-37FEBEC7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55E3861D-D360-ED5A-E15D-8A11751C4C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BF0AA483-7EC9-8AE5-F686-72D61BB563AB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2D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as Images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D32DFB3-0BD9-7717-6157-19FD5835E77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17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F273DC0E-79CB-8852-2261-EB3CFA5DD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E78B729-B0EC-F7E0-4A40-D68FCF980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D9815D79-C942-1EFB-7DB2-D4A45282FCB5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2D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as Images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2C06817-3A4B-CFB0-79CC-34E85E29FB8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40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D495FB1A-9C7C-13D1-7A68-AA8A8720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77E2A3AC-8AB8-F978-8198-56EA6A0A4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E45FE6A6-EA6B-AB31-2289-EC14A8F3FA7A}"/>
              </a:ext>
            </a:extLst>
          </p:cNvPr>
          <p:cNvSpPr txBox="1"/>
          <p:nvPr/>
        </p:nvSpPr>
        <p:spPr>
          <a:xfrm>
            <a:off x="1211100" y="199265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2D Arrays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Arrays as Images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Outside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File Management</a:t>
            </a:r>
            <a:endParaRPr lang="en-GB" sz="8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Running Scripts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F17485-B405-6611-BF7C-7AE6ED61007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82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2A1220F-6025-8B9D-C9E7-DD694C40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89DCE18-6010-E1B0-8626-F2C859781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C8346A8-3980-27F9-044E-111FA92BD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277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084A5D0-E55D-636D-6D1A-F049365B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A7820E-5658-41E0-E088-AFB05A85E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BDD4A8B-3C25-A274-DA42-737A003DE3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A52C90C-479C-0A5A-83A2-0F8D205E66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03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7524DF-ED47-7E84-6396-2225E069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D319E3-9A5D-9640-F11A-81818AF931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B6E9661-F10B-933E-4BAF-905F842B8EAD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BB56D70-DED2-2BEF-3EDB-2EBC6458C0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9A8EFE1-9FC7-C59C-2E8B-86CCA678D7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538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06EAFC-4B53-2640-4B18-D9190B22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459DBE-83B5-03C0-5AAC-A0890D059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203E8CB-E429-E23E-B7B2-47261B03EF98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689B77-3296-AFED-BBDB-D3AA28DACC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ADF9953-0120-2595-0D6D-2593FF042D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72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0A4CC1-032B-1226-647A-592150CE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4508DD-5924-3E47-39C2-F87C1B64E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C42B10-C8EA-DDC8-7B8A-3307AF11AB46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C5EA36-5B58-E42B-A169-DBB58A449D9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1ECA47A-353D-9AA0-5258-5C8261DC3A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7063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66288C-99AC-1431-A7BF-27CB6C724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4D1326-5197-6DD2-8D28-53B1DB073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E4B173-48F1-0DB1-D69F-9A0365A828F7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423E9CC-CBF2-72E6-AB51-23056381FF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DD5BC38-C478-3FA4-7BBC-8082895191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819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BA4335-B66C-A8FD-0AE8-A88668AD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57EA9F2-8BE8-9D6E-E3F4-38F63BBEE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81A0C1-13FD-941A-CD77-49B4BF839148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76827CB-A734-C8C5-22AA-CF362A8FB3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F2FE9D7-6B26-94BA-A75F-CAFFBDE62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33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6E225E-BDDE-C67D-6D18-D2232D737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B2DDDC-FE35-DE80-D392-879D77280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35C7E41-C4C1-46C5-8420-E217447EFD8E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CE345E3-4C66-7857-23E9-422BD867A8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A04D9C5-8890-6A8A-6C17-8D27329B2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006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C26ED9-DD31-C707-F9C0-FDD52B64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B68012A-3797-27AB-133B-1CFE61CE6F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4E8DD7-CA52-1530-9D81-2164EF06F315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58327B-52DA-3D06-59F5-1F1DE874D4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8D6FE66-CC56-5299-B9F7-722CE8640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731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83CECBB-C783-92CD-68A3-44AD662A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CDADEE-D45E-6812-BF01-23BE6C2EE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0A71FB9-3B3B-3F3B-4A4B-E82B30CD5CB2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2”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1EA8BC-65A6-E20B-1CDE-E02B5B46C2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22087A1-E594-B360-7F40-93E4F2A4C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292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DDC1C5-76B9-D906-0E1F-C73103F4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98A5EC-0607-E296-353B-B3AA8ABCBA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Reminder: Project 2 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CA6E8B-AAFA-2507-F8E8-3BACB9F38C3F}"/>
              </a:ext>
            </a:extLst>
          </p:cNvPr>
          <p:cNvSpPr txBox="1"/>
          <p:nvPr/>
        </p:nvSpPr>
        <p:spPr>
          <a:xfrm>
            <a:off x="1234281" y="1627646"/>
            <a:ext cx="593940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Project 2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Released: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19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November at 12:00 midday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Due: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Wednesday 3</a:t>
            </a:r>
            <a:r>
              <a:rPr lang="en-GB" sz="1600" i="1" baseline="30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December at 12:00 midday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tasks require you to solve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scientific problem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complete 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template Notebook.</a:t>
            </a:r>
            <a:b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will have to write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alongside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reflective text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about your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will be submitted via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Blackboard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for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“Brief for Project 2”</a:t>
            </a:r>
            <a:r>
              <a:rPr kumimoji="0" lang="en-GB" sz="1600" b="0" i="1" u="none" strike="noStrike" kern="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for instructions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assessed!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30% of your grade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4047FF-E8C4-FE2F-2712-3DF2C6B2CD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11A60D0-405A-B640-B54F-F64073F93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7506" y="2508924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154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206195-6445-DBD9-351D-8FF2D441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43AA61-D68E-E89D-16E2-D0423693C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A335DD-C0E4-F973-C4AF-10B540C6E0F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79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44CBD19-9532-1259-DD36-5D9869F1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1C27BD2-A4C9-42A1-B3CE-3AB9B1CD5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9ADF34-2C4D-6F14-333B-BAA30EAA9592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E313BA-C6EC-C04D-97F0-83245B9AD9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673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8299C0E-1C27-92A2-3965-F42821B1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234688-5AAF-F20F-89E4-2CF4EC3D3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68A7ECA-64F8-CB07-4146-EDE528375F93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B0DBFE-3799-D5AA-BB98-5F2980934B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61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F3D91B-A626-1C9E-552A-994E435AE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4493CF-7544-E38A-39D0-C942B8F77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80321D-85B7-F8C9-BC2E-AC7269F4CE6E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0239EE-DA2A-C8B9-E02A-89FACE30EE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70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E74538-5D0C-C648-7048-FD885E24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F5F1059-B1F6-AE97-6BB4-9A1D2E150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245EB6-B07E-7DDB-CDC3-B39A40110863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B29F7D0-3933-865D-77EC-97467C7A36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789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58B019-7A19-CEC0-0C50-75485602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5E53EB-BB68-4F47-16CE-3049428E4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70AD26F-F152-5326-0C8B-611C30E9659E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D2AD85-79A5-FC0F-A99E-918FE28CA6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72B1A9-8AA7-CE54-5A03-FD91229AA6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E82883-F717-1BA5-D725-8B81AB1E7804}"/>
              </a:ext>
            </a:extLst>
          </p:cNvPr>
          <p:cNvSpPr/>
          <p:nvPr/>
        </p:nvSpPr>
        <p:spPr>
          <a:xfrm>
            <a:off x="8475133" y="1801819"/>
            <a:ext cx="1701800" cy="1838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965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876BB2-1107-E29B-D299-4280096A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83A33E1-C54B-6E58-7570-73A7B172B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3052C6-5E67-62FB-4096-172E04586778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0113DE-78EC-FB80-0A9D-71BF811A40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0DBF94-DCC6-30A4-63EE-9E28A2CCC0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E50212-707E-E7F9-5447-6F2FB65073F6}"/>
              </a:ext>
            </a:extLst>
          </p:cNvPr>
          <p:cNvSpPr/>
          <p:nvPr/>
        </p:nvSpPr>
        <p:spPr>
          <a:xfrm>
            <a:off x="8475133" y="2319867"/>
            <a:ext cx="1701800" cy="1320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065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26556E-8B9E-2AD5-1517-1F4D37DA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4D2AE7F-EA68-1A7A-EC75-B571707DCC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A587B06-D311-030F-6380-EC1D2B26C3C8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481425-6F69-FE9D-6366-46A6FC2984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E8991D-21B8-8939-718D-E298EE7633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AB2CF8-1690-E60D-6CF8-755332445F10}"/>
              </a:ext>
            </a:extLst>
          </p:cNvPr>
          <p:cNvSpPr/>
          <p:nvPr/>
        </p:nvSpPr>
        <p:spPr>
          <a:xfrm>
            <a:off x="8475133" y="2870199"/>
            <a:ext cx="1701800" cy="770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105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22A4A8C-ABCF-155B-DF7D-221C1E97B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2694770-BED7-74E4-13AE-E7DE4E8A65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67CD33-6CA7-857C-5E25-B1B7DEFF6D40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F20446-A1ED-F81C-F7EF-2C088A7D74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DE77A7-4613-5235-4A07-AC15DC30E5D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43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4C3F9A-48D8-D72F-072B-D9986B17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22AAD6-3FD4-C643-2E08-6416548DD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B56CA0-239B-B2CB-A738-CCD1F19B3914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09D27D-1C65-E161-961F-EF9BFB2CDA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3C866-D52E-8E21-0E58-467CA0DE8C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14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F7B99E-C8CF-2BAC-9539-C3276B4E6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37238E-491B-C0D5-56A8-7E873CA365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5950DC8-4619-B2AC-AAD7-08EC5F20E324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E76AD1-40EB-45E1-AB2F-D155D0D0BC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6E53F2-9CA2-CCDC-0FD7-EBD89F1ABC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8D8A14-03CA-86DC-D28B-B8881B4C6B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C227F3-08AD-2FD1-CCA3-4848F0F62476}"/>
              </a:ext>
            </a:extLst>
          </p:cNvPr>
          <p:cNvSpPr/>
          <p:nvPr/>
        </p:nvSpPr>
        <p:spPr>
          <a:xfrm>
            <a:off x="9251122" y="3599589"/>
            <a:ext cx="2679700" cy="1361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212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FDF7D50-3915-B506-54D1-35A60B29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77CCF6-025B-F4A6-966A-9AC2B8EA7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B3CC524-DD46-4A56-44F8-4E14792E40CB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65CDA9-5F76-1D07-5088-1616FF9D3A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DE672-11CF-134F-5F63-DF5AEF09C9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8F4D31-3DFD-6A30-0F1F-89BCFC0835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AE5491-8B38-65EF-EE05-B95A62EAFE28}"/>
              </a:ext>
            </a:extLst>
          </p:cNvPr>
          <p:cNvSpPr/>
          <p:nvPr/>
        </p:nvSpPr>
        <p:spPr>
          <a:xfrm>
            <a:off x="10591800" y="3599589"/>
            <a:ext cx="1339022" cy="1361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576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1B094F-A9FA-0138-B30D-4CC7E4E7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D18D01-E708-C8D9-EB28-083366486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B10F342-A973-C4CC-62B9-FF71D7258060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331A121-A805-AAB7-8F3D-D08E4FF85E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29C38-DECB-FC58-34F0-C46758E378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58E18-6E68-532B-F18A-3567C289B8F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56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71CD45-97B8-1433-1905-AA396848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946F90-75EE-21C3-4CC6-6240C0695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FCA1266-1805-2215-3B6E-6E97CEE47398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8D9F22-E3EA-3475-687A-AC429700F1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45706-F1C6-B6FD-B447-EEA313EAEF6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092B3-7301-239F-3084-AB76EC47E8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66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F8E983-26C7-4680-89D2-6DD16595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289D1B-B56C-C000-7E22-22A5C99146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E878DE-B766-7A1E-5912-F0913BCFF58B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55055BA-64E9-6379-4A5F-C067B32B1B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BBB7D-CE1F-F309-88C6-4897A10771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6A8AC7-E6B2-0807-6D80-1D98AF01BB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0B7E7-8555-053A-2C19-7353EF04406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29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8BD358-07E8-57A6-3F89-75B41649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BB18BE-8B3E-ECF5-A5BC-333BE79F9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D94C4EC-A45F-0B62-260E-B57DDBC6AE9C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74A597-11CB-C507-F5BA-AB1B9A469BC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51493-AC57-9A61-156C-F1260EC1B1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772C4-258E-1E29-7843-A9EF9BA941D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21DD4-5E90-1EDA-42DB-C2FF620099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3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98324A-F73E-DB30-FDE7-D9E237C0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6E0690-B606-2D10-225D-E7E16EAD36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577F7F3-FBEE-68D4-FD87-C92120C3E18A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BB8687-3F2D-CA0F-D6C4-7061A94BD2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4A085-5033-6D6D-080C-2FD0B44BE7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45E25-381A-7937-E778-C8FCED14B63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FF8E7-E9FC-AEEF-AB97-23525705208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17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39A4F5-8850-3412-6C2D-B33F89DF0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4D0706-0C23-037D-79B0-4B9B82CF8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D1BC1FC-A795-88B3-C037-2848AA4717E3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0BA031-C3FD-6723-3902-76D52E236D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E92C2-7D8D-F509-3F32-E068D5192D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6D3F3E-586C-BE17-7ABB-70D8EB8385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F9E67C-9152-F033-DDA9-85CB31D0807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6320055B-6035-BB5E-969A-0E37788B0BF2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</p:spTree>
    <p:extLst>
      <p:ext uri="{BB962C8B-B14F-4D97-AF65-F5344CB8AC3E}">
        <p14:creationId xmlns:p14="http://schemas.microsoft.com/office/powerpoint/2010/main" val="3917160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83A086-2E83-E303-CE6B-C131812E8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0CB18BD-6F10-C31A-F4C4-520A0CB77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F0F14D-8046-A626-A197-D7F1AC2972DA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58CD993-4676-6CDD-C7C7-EEB819AE69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5C9C2-1D4B-6971-3C71-9AFE590FE6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EF6A1-0C41-A7D8-0347-F247B79A2F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FAAA2-8B45-9DBF-4678-3194A80B47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92669CCB-766B-6914-DA1D-C2695DB07153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D8CD7073-0A1D-154C-DBDA-2115513033F8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</p:spTree>
    <p:extLst>
      <p:ext uri="{BB962C8B-B14F-4D97-AF65-F5344CB8AC3E}">
        <p14:creationId xmlns:p14="http://schemas.microsoft.com/office/powerpoint/2010/main" val="1880849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B0C366-2615-D5CD-4872-1CBB7BB0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A0506DD-5319-EDD8-EFA4-87880862BF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7F64ADE-0783-9746-82D9-B14C21ECE30A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D6F28CA-801E-8F50-C909-F82A5F6754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D892B-4E69-FB9E-6773-FDB7075B98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3B4E00-0452-E7E5-7B78-454D09EEDA9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29CF0E-6B53-0D6B-47C9-84835CA373B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59DBE6D3-9D7E-6C26-E03C-687CBEDF6E88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1529A5CD-2BD1-33C0-31DD-CEBB64D7AC95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2" name="Google Shape;198;p20">
            <a:extLst>
              <a:ext uri="{FF2B5EF4-FFF2-40B4-BE49-F238E27FC236}">
                <a16:creationId xmlns:a16="http://schemas.microsoft.com/office/drawing/2014/main" id="{467CC7C5-0FF2-6773-AA1B-3D7082E4D57E}"/>
              </a:ext>
            </a:extLst>
          </p:cNvPr>
          <p:cNvSpPr txBox="1"/>
          <p:nvPr/>
        </p:nvSpPr>
        <p:spPr>
          <a:xfrm>
            <a:off x="9067314" y="2469824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(2,)</a:t>
            </a:r>
          </a:p>
        </p:txBody>
      </p:sp>
    </p:spTree>
    <p:extLst>
      <p:ext uri="{BB962C8B-B14F-4D97-AF65-F5344CB8AC3E}">
        <p14:creationId xmlns:p14="http://schemas.microsoft.com/office/powerpoint/2010/main" val="1028032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AC8389-BF4C-60C1-30DF-8D5C19DB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A97FFE-DF70-890D-B2E4-2B28607B6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08AD25-A55A-8A0D-AE82-321EF025BCE7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5AD7EF-8E79-95FF-32B7-BEDBE946BE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00469-E8BC-39A7-B1CD-C70EDE4547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AA1BD-F378-7557-51B0-4F009ECC42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3327C7-4C28-EFB2-6496-82BB463159D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900EBA7F-968D-D981-D31E-AA1839DFC645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9A33CD6B-A119-5F31-639D-836DEC73EC11}"/>
              </a:ext>
            </a:extLst>
          </p:cNvPr>
          <p:cNvSpPr txBox="1"/>
          <p:nvPr/>
        </p:nvSpPr>
        <p:spPr>
          <a:xfrm>
            <a:off x="10511329" y="248633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B1521751-CD08-1837-9766-8F5D7319DFFA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2" name="Google Shape;198;p20">
            <a:extLst>
              <a:ext uri="{FF2B5EF4-FFF2-40B4-BE49-F238E27FC236}">
                <a16:creationId xmlns:a16="http://schemas.microsoft.com/office/drawing/2014/main" id="{AB81C4CC-5CC4-104A-27F0-B6DC1048C373}"/>
              </a:ext>
            </a:extLst>
          </p:cNvPr>
          <p:cNvSpPr txBox="1"/>
          <p:nvPr/>
        </p:nvSpPr>
        <p:spPr>
          <a:xfrm>
            <a:off x="9067314" y="2469824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(2,)</a:t>
            </a:r>
          </a:p>
        </p:txBody>
      </p:sp>
    </p:spTree>
    <p:extLst>
      <p:ext uri="{BB962C8B-B14F-4D97-AF65-F5344CB8AC3E}">
        <p14:creationId xmlns:p14="http://schemas.microsoft.com/office/powerpoint/2010/main" val="1245395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C6E640-B77C-12A9-6003-6D9E54DA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FA749B9-D4C1-76AF-F6AA-A2FF2C878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2CA0D34-4F64-F497-CF6B-C0F29C96F4CC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9C925E-98C9-D070-18EA-5B681C6C7C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E39A6-5865-64B6-2344-D738E90B1D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34CD5-B31A-21FE-F5C1-739F2282AD0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782902-6EDF-830C-6CB3-92F3C2BBE6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472BEBC4-375F-BE7E-FFBA-2814A709CFAD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31C602FC-FAFE-DC5B-6672-CA8D5EB85DF1}"/>
              </a:ext>
            </a:extLst>
          </p:cNvPr>
          <p:cNvSpPr txBox="1"/>
          <p:nvPr/>
        </p:nvSpPr>
        <p:spPr>
          <a:xfrm>
            <a:off x="8547999" y="381929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(4,3)</a:t>
            </a:r>
          </a:p>
        </p:txBody>
      </p:sp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7947C948-D2DC-B2F6-0119-0D4121DCDC85}"/>
              </a:ext>
            </a:extLst>
          </p:cNvPr>
          <p:cNvSpPr txBox="1"/>
          <p:nvPr/>
        </p:nvSpPr>
        <p:spPr>
          <a:xfrm>
            <a:off x="10511329" y="248633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845EB59F-D3AD-4509-BDC5-E2D56E54F174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2" name="Google Shape;198;p20">
            <a:extLst>
              <a:ext uri="{FF2B5EF4-FFF2-40B4-BE49-F238E27FC236}">
                <a16:creationId xmlns:a16="http://schemas.microsoft.com/office/drawing/2014/main" id="{3F9EC884-3FDD-F855-D883-B6738E331250}"/>
              </a:ext>
            </a:extLst>
          </p:cNvPr>
          <p:cNvSpPr txBox="1"/>
          <p:nvPr/>
        </p:nvSpPr>
        <p:spPr>
          <a:xfrm>
            <a:off x="9067314" y="2469824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(2,)</a:t>
            </a:r>
          </a:p>
        </p:txBody>
      </p:sp>
    </p:spTree>
    <p:extLst>
      <p:ext uri="{BB962C8B-B14F-4D97-AF65-F5344CB8AC3E}">
        <p14:creationId xmlns:p14="http://schemas.microsoft.com/office/powerpoint/2010/main" val="850302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F59BF4-9C42-71A4-9BE6-87B68A35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861528-E6ED-8173-9B04-042218BDF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9DBE69A-7F78-155A-572C-8D23926B4282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B520F2-39D5-0314-ADB6-E09387AA66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097F3-9A4B-6193-6591-5A108244FA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A696A4-B70E-F2DB-F351-DC1B300120B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A2E5A5-8DC7-8964-0ACC-D4E81DE724A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0810F97F-D31A-9212-6898-1946460C7806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E795355F-4314-BB37-4C1D-2E56B8A7A295}"/>
              </a:ext>
            </a:extLst>
          </p:cNvPr>
          <p:cNvSpPr txBox="1"/>
          <p:nvPr/>
        </p:nvSpPr>
        <p:spPr>
          <a:xfrm>
            <a:off x="10814471" y="4773377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(3,3)</a:t>
            </a:r>
          </a:p>
        </p:txBody>
      </p:sp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0257E441-DA6D-D0EC-5636-21EC6E654D36}"/>
              </a:ext>
            </a:extLst>
          </p:cNvPr>
          <p:cNvSpPr txBox="1"/>
          <p:nvPr/>
        </p:nvSpPr>
        <p:spPr>
          <a:xfrm>
            <a:off x="8547999" y="381929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(4,3)</a:t>
            </a:r>
          </a:p>
        </p:txBody>
      </p:sp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F50016AA-F273-C544-C3AB-4CDE96D0526D}"/>
              </a:ext>
            </a:extLst>
          </p:cNvPr>
          <p:cNvSpPr txBox="1"/>
          <p:nvPr/>
        </p:nvSpPr>
        <p:spPr>
          <a:xfrm>
            <a:off x="10511329" y="248633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4FC1B405-82CA-E1CB-D5B6-A17180FB98A9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2" name="Google Shape;198;p20">
            <a:extLst>
              <a:ext uri="{FF2B5EF4-FFF2-40B4-BE49-F238E27FC236}">
                <a16:creationId xmlns:a16="http://schemas.microsoft.com/office/drawing/2014/main" id="{4DEF1EB0-AC84-ED5D-15C9-3AFBCB0A7C58}"/>
              </a:ext>
            </a:extLst>
          </p:cNvPr>
          <p:cNvSpPr txBox="1"/>
          <p:nvPr/>
        </p:nvSpPr>
        <p:spPr>
          <a:xfrm>
            <a:off x="9067314" y="2469824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(2,)</a:t>
            </a:r>
          </a:p>
        </p:txBody>
      </p:sp>
    </p:spTree>
    <p:extLst>
      <p:ext uri="{BB962C8B-B14F-4D97-AF65-F5344CB8AC3E}">
        <p14:creationId xmlns:p14="http://schemas.microsoft.com/office/powerpoint/2010/main" val="3381422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A1E64EA-4A19-5DA3-7922-8304F93C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EE5130-BFC6-AA42-4592-2D8C3031C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What are Multi-dimensional Arrays?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EBDDFD4-E0CB-93D8-8B1D-1ED3BB2690E6}"/>
              </a:ext>
            </a:extLst>
          </p:cNvPr>
          <p:cNvSpPr txBox="1"/>
          <p:nvPr/>
        </p:nvSpPr>
        <p:spPr>
          <a:xfrm>
            <a:off x="1234281" y="1738319"/>
            <a:ext cx="911405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GB" sz="18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lectures 6 and 7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we’ve been looking at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Specifically, we looked 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one-dimensional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arrays can also have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dimension.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1D array: a finite sequence of numbers  (vector)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array: a grid of numbers with rows and columns (matrix)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3D array: a cuboid of numbers (tensor)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And so on...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Each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array possesses its own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5B38C4-50A8-074E-F17B-732268F72E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16ABC-593E-0E5D-EF3C-B5B05A48C4C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8633" y="1894635"/>
            <a:ext cx="2031227" cy="1612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44C2A1-7F55-E2DD-B301-5807B343F9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1122" y="2747305"/>
            <a:ext cx="2842896" cy="2146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28805B-C037-D90B-7540-E7181C4CB35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1871" y="4654671"/>
            <a:ext cx="1693899" cy="1485127"/>
          </a:xfrm>
          <a:prstGeom prst="rect">
            <a:avLst/>
          </a:prstGeom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A73E004C-4F05-F3A2-1806-B9B846DC6F48}"/>
              </a:ext>
            </a:extLst>
          </p:cNvPr>
          <p:cNvSpPr txBox="1"/>
          <p:nvPr/>
        </p:nvSpPr>
        <p:spPr>
          <a:xfrm>
            <a:off x="9541380" y="1776175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84AF6C1B-5C1D-A44B-01B4-C2FF2589CCDE}"/>
              </a:ext>
            </a:extLst>
          </p:cNvPr>
          <p:cNvSpPr txBox="1"/>
          <p:nvPr/>
        </p:nvSpPr>
        <p:spPr>
          <a:xfrm>
            <a:off x="10814471" y="4773377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(3,3)</a:t>
            </a:r>
          </a:p>
        </p:txBody>
      </p:sp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93F38780-032A-9D08-5732-37DD5EAF9DD4}"/>
              </a:ext>
            </a:extLst>
          </p:cNvPr>
          <p:cNvSpPr txBox="1"/>
          <p:nvPr/>
        </p:nvSpPr>
        <p:spPr>
          <a:xfrm>
            <a:off x="8547999" y="381929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(4,3)</a:t>
            </a:r>
          </a:p>
        </p:txBody>
      </p:sp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7759A73D-7ACC-62C6-CB58-70AEB3EE7F6E}"/>
              </a:ext>
            </a:extLst>
          </p:cNvPr>
          <p:cNvSpPr txBox="1"/>
          <p:nvPr/>
        </p:nvSpPr>
        <p:spPr>
          <a:xfrm>
            <a:off x="10511329" y="2486332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(2,4)</a:t>
            </a:r>
          </a:p>
        </p:txBody>
      </p:sp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A31CCC33-D6E4-F718-A4D6-EBDC040BEC0E}"/>
              </a:ext>
            </a:extLst>
          </p:cNvPr>
          <p:cNvSpPr txBox="1"/>
          <p:nvPr/>
        </p:nvSpPr>
        <p:spPr>
          <a:xfrm>
            <a:off x="7189364" y="2144950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(4,)</a:t>
            </a:r>
          </a:p>
        </p:txBody>
      </p:sp>
      <p:sp>
        <p:nvSpPr>
          <p:cNvPr id="12" name="Google Shape;198;p20">
            <a:extLst>
              <a:ext uri="{FF2B5EF4-FFF2-40B4-BE49-F238E27FC236}">
                <a16:creationId xmlns:a16="http://schemas.microsoft.com/office/drawing/2014/main" id="{1A576021-E2AF-02E1-D36A-BBD7C05F8286}"/>
              </a:ext>
            </a:extLst>
          </p:cNvPr>
          <p:cNvSpPr txBox="1"/>
          <p:nvPr/>
        </p:nvSpPr>
        <p:spPr>
          <a:xfrm>
            <a:off x="9067314" y="2469824"/>
            <a:ext cx="79554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(2,)</a:t>
            </a:r>
          </a:p>
        </p:txBody>
      </p:sp>
      <p:sp>
        <p:nvSpPr>
          <p:cNvPr id="13" name="Google Shape;198;p20">
            <a:extLst>
              <a:ext uri="{FF2B5EF4-FFF2-40B4-BE49-F238E27FC236}">
                <a16:creationId xmlns:a16="http://schemas.microsoft.com/office/drawing/2014/main" id="{EA963822-A7B2-65B7-E6C2-914E6A85648D}"/>
              </a:ext>
            </a:extLst>
          </p:cNvPr>
          <p:cNvSpPr txBox="1"/>
          <p:nvPr/>
        </p:nvSpPr>
        <p:spPr>
          <a:xfrm>
            <a:off x="8562275" y="5647550"/>
            <a:ext cx="124612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(3,3,3)</a:t>
            </a:r>
          </a:p>
        </p:txBody>
      </p:sp>
    </p:spTree>
    <p:extLst>
      <p:ext uri="{BB962C8B-B14F-4D97-AF65-F5344CB8AC3E}">
        <p14:creationId xmlns:p14="http://schemas.microsoft.com/office/powerpoint/2010/main" val="583842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C87298-C2A4-52EB-5201-EEB225DA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6B265CC-B7B9-0EE8-190E-C86D42EEC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90DB2A-570B-D3E4-B98D-DB6E777D058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83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1C49DA-D0E1-535C-0127-A65267AB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7C48CE-43EC-8E9A-FAED-460668973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B9CB6B6-A352-C0ED-68DB-6B3B659CD61C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AB6008-85D3-C311-38F6-A46DA9C942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07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37DED4D-64FD-4317-44C3-245BAC68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BBE263-F234-C54A-91FA-45A67DC85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1FD38F-B630-7AF6-AA5D-D9F0B74F91D2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C499CD-558E-A9C6-2F10-D88089313B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8BAA8-6711-15D5-0C0B-3897F9E5B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98A394-EAB5-84FB-E05C-334E904F06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2051050"/>
            <a:ext cx="3300942" cy="15934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03607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90E4B4-5F23-9B0A-ED4E-191CDF9D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2602BA-243C-CDBC-9FE2-7E8ACAAE66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893853-DB78-8C78-5330-A0C1E1327313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650433-0812-0075-8268-F2B6D8A263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1EB9C7-51C4-09EE-58DD-4610BF2920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CE2F3F-7957-A227-B79F-726855CF06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2228850"/>
            <a:ext cx="3300942" cy="14156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0422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702D16-B202-8210-0122-E4B42493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3AC935-35D1-EC25-909D-A1A16923F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E867D6-08CA-E2DE-73BB-BB5E0D650C85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175E4F8-40BF-3F53-7EBC-D8638FB795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5607D-A10D-EE21-1D23-96A31D0740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DDD85E-3C12-CCA0-1C3F-0D673ED9BA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2569945"/>
            <a:ext cx="3300942" cy="107457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9989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896AA9-2FF7-FA0B-46D0-F1489B17D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54BC56C-F828-3FDF-497E-61B9D14C92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ED7CD0-4855-49A4-6D3D-097E7032844E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ADFF07-7E4B-2C3B-CA08-8AAB753FAB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FA318-56F8-56F6-33CD-670D66A9E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F970D4-BA0F-DE58-F6B9-D09C5BB2DF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2844799"/>
            <a:ext cx="3300942" cy="7997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377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C465E0-D2AE-6805-70C8-17731695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9F6BBBA-702E-3FF7-B5E7-930E25102D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3D22B5-8AE4-0903-6D3E-417276DF9E26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F736B12-ED2D-AC28-0C14-10B53BDBEC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F9CEF-EB0D-C0FC-0489-50AA3A0FC0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9C2F7B-B98A-EFF8-EEAB-B07E732F56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2844799"/>
            <a:ext cx="3300942" cy="7997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86380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535ACA2-5BEB-E555-B534-9AC37231F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0C8CA8-C483-D97D-C2A6-9999F7216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36AB4B-2F7D-CEED-212C-7EB055C3C220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B0902CC-8476-4161-EEEF-367C211B6E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82E5C-2033-C0E3-55F6-571EA0950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54768E-2EC4-C8D0-3B51-B1E2188625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056467"/>
            <a:ext cx="3300942" cy="588047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875FEB-6E1F-AA2D-F2FB-89D33F452F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87687" y="2854337"/>
            <a:ext cx="1824555" cy="5880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64679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CB1D79-2007-0D39-72B6-53AEA888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1A902CE-175C-E9CD-FF31-A91A9ED186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D7B5DAA-E0F1-C45A-E877-14203357CBA4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D144A66-CBD7-D835-4426-D6FD841C77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F3A62-6179-E535-D5BA-E7F0BA38E5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07A83D-0DAA-B076-AAF4-312722707E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056467"/>
            <a:ext cx="3300942" cy="5880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1829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4C692A9-3FE0-EFAB-16EF-5AA1EFFDC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AB13EC4-B627-193A-6661-49154B1EB5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91EE10F-7C95-D871-F211-B7FAE4199786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B12DD5-B51D-B276-378B-F86BA108DC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D29B64-6DF5-E7A4-CA24-82AF685F0D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1867F2-0C59-9EA5-05FB-0124733A6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056467"/>
            <a:ext cx="3300942" cy="5880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6004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2CF76A4-0BAB-0DEB-FD74-FD1AF66D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CDAA24-0623-C217-0AF6-A02D737CE6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FC0C74-73A7-92DD-82E9-60AEE94ABAA4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5EB6CC-9746-9450-3E9F-59DF995FDF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58BF7-7387-6D4F-1B78-9DCC42360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77A948-1646-A405-0832-645A82CD84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251199"/>
            <a:ext cx="3300942" cy="3933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950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337572-AF17-355E-41C4-6DB6837E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B4E42F-E35B-119D-1BF0-5CDFA6CBA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7AD17C2-C8D2-EFD5-2F4F-19C0936A8EB4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ADFEFF8-5D48-C03F-FF75-FBF79AA1D97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44B68-1599-B79D-DF64-441032679B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329C2F-0109-D3A4-ADB3-6279597976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445933"/>
            <a:ext cx="3300942" cy="2155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7268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29564D-35C1-FE3B-D02D-707C2EA0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B1432C7-6D97-CAA7-6FC6-1B31A5EBC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8B3E21-FD54-D5FB-9999-594776F3EC6C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B5DFCE-CDA4-20EE-2A40-2AE82BE221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CEB2E-7A0E-6BE2-27A2-AFC90B2C31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9D33BC-7426-25F6-100A-96FB7F448C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445933"/>
            <a:ext cx="3300942" cy="215515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3BA149-0362-016A-3D8F-3A959D5674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066FE4-0BAA-604E-FA33-2ADF4CF9BA2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4082275"/>
            <a:ext cx="3300942" cy="8040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9803011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29DFC4E-63AA-7ED0-B314-52EB08F12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E9115C9-65DB-8B97-7FDE-91D5FF899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CBCF4E-A9A6-D3FE-7098-CE1A19B3EC22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0BC303-FE73-C6F7-4E55-D948B888A9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8BD73-232D-8F98-350C-8038F5B18F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807BB2-E603-798A-DBBC-5B57160A0B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3445933"/>
            <a:ext cx="3300942" cy="215515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DD5929-C4DA-459E-6A33-A1DB83D94C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B979DD-FE06-37CE-DDFB-9AC8F020A55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4303944"/>
            <a:ext cx="3300942" cy="5897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331940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5A5DA2-4F0C-40F2-C5EB-D48FD67A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9943A1E-B947-6D51-F303-4AACCE3BA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52F1D8-818F-3D07-EE19-3E4A1D0C9520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42A65B-084A-A90A-B2CB-23457F368C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16C3E-4EFE-DE0F-4944-9089365F30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D8800B-FE76-5306-2AF1-63C3669CB1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D114E-909F-5A5D-3E93-2BB67AB312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5125" y="4303944"/>
            <a:ext cx="3300942" cy="5897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8739616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999825-D414-B007-8D02-5432A3C3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7431D0-3504-C87E-4F29-038567F2C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7C2488-1303-83B6-BAE3-E246BFAC5AC4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946C272-6FC5-D651-6049-4C19FACBC7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D0E9E-C16A-AE6B-05EC-EF21204FD9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44FE96-E652-F38A-FAD9-D95EA89038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73339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EB3FFE-0B70-59BB-68B2-5B84E065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2E1FE1-3F45-5B9E-5076-DAE6AF20E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38FD05-A173-C13E-0EEB-3E5ACF93D9DE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6AA7D1-3B06-5847-D50A-C324390393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DE2E8-AC72-3F1A-7A4A-942C544124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7E72-3324-311B-9DA8-4AF87FA65B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33220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3DA8C4-8D2B-53EB-6798-81354D02A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EF2F8F-4DBD-40A9-BAAB-86418B23C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6CC8D81-CFAF-C42A-9C0A-E39EF0204475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016CA4-F205-D5CC-62D7-698BA24325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42099-F59C-49E7-A0AB-D471D4033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F31CF9-AE53-A058-B24E-D87433BE7F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6E23E0-8783-17C4-D026-5E171F77A010}"/>
              </a:ext>
            </a:extLst>
          </p:cNvPr>
          <p:cNvSpPr/>
          <p:nvPr/>
        </p:nvSpPr>
        <p:spPr>
          <a:xfrm>
            <a:off x="7963518" y="4283241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883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7EDCDBB-BB4D-AA7C-13B8-589FB5F16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8DF09A-C09D-60E3-258B-398E0A647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386455-5EDC-6E40-41D4-CEF0A6EC6019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B9D3BC-50CA-6489-18CE-D18E1F0025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F6FE3-98CF-D8D4-4118-53CB1B2DB8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E95535-E0B5-D5FD-EC61-08C215E0BE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FCE810-8898-FB03-F765-8A692E71B144}"/>
              </a:ext>
            </a:extLst>
          </p:cNvPr>
          <p:cNvSpPr/>
          <p:nvPr/>
        </p:nvSpPr>
        <p:spPr>
          <a:xfrm>
            <a:off x="7963518" y="4283241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9BE6E1-7F3B-144C-ED4B-F03ECADFEA3A}"/>
              </a:ext>
            </a:extLst>
          </p:cNvPr>
          <p:cNvSpPr/>
          <p:nvPr/>
        </p:nvSpPr>
        <p:spPr>
          <a:xfrm>
            <a:off x="11082450" y="4715159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341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2DD8218-223F-6A52-D298-05464A10C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607287-6D5F-310F-1713-FF28DFA2B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59D5BF2-A7A9-35A0-F087-D2C0EC073A56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22E8F2-9002-CDFC-049A-E02A16C4C3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79D71-AF33-740F-8A1B-7BE33589CD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AF665-A9F6-0CFC-74A9-9B793FA1A6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4B714F4-1F32-C77A-447A-BA238B85AC6F}"/>
              </a:ext>
            </a:extLst>
          </p:cNvPr>
          <p:cNvSpPr/>
          <p:nvPr/>
        </p:nvSpPr>
        <p:spPr>
          <a:xfrm>
            <a:off x="7963518" y="4283241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502A1564-EC6E-6BC5-182E-395565C3BD99}"/>
              </a:ext>
            </a:extLst>
          </p:cNvPr>
          <p:cNvSpPr txBox="1"/>
          <p:nvPr/>
        </p:nvSpPr>
        <p:spPr>
          <a:xfrm>
            <a:off x="2390331" y="5487211"/>
            <a:ext cx="443397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nested sets of brackets </a:t>
            </a:r>
            <a:r>
              <a:rPr lang="en-GB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2D Array</a:t>
            </a:r>
            <a:endParaRPr lang="en-GB" sz="18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30A29B-3E6D-B748-0154-3DFA5B350B94}"/>
              </a:ext>
            </a:extLst>
          </p:cNvPr>
          <p:cNvSpPr/>
          <p:nvPr/>
        </p:nvSpPr>
        <p:spPr>
          <a:xfrm>
            <a:off x="11082450" y="4715159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40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3C265A-FEE6-1BBA-77DB-28EDFA7B7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706C4F-C5ED-7C44-1B73-A89270563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A1DD9E-D3D2-F8B8-F38C-1006BDF49F14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C5F0EB3-9C2D-7AB8-866B-59E7E6F673D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2D2BA-D407-0EAD-4B07-93CAAB6EDE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1DB9D-A3F6-ACF5-3B70-FCD43FC524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14DBF4-AD87-8407-50B1-47D7F8CF0298}"/>
              </a:ext>
            </a:extLst>
          </p:cNvPr>
          <p:cNvSpPr/>
          <p:nvPr/>
        </p:nvSpPr>
        <p:spPr>
          <a:xfrm>
            <a:off x="7963518" y="4283241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3C8E525B-B817-F8EE-16E7-3564D42323C4}"/>
              </a:ext>
            </a:extLst>
          </p:cNvPr>
          <p:cNvSpPr txBox="1"/>
          <p:nvPr/>
        </p:nvSpPr>
        <p:spPr>
          <a:xfrm>
            <a:off x="2390331" y="5487211"/>
            <a:ext cx="443397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nested sets of brackets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2D Array</a:t>
            </a:r>
            <a:endParaRPr lang="en-GB"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B3AEF-E131-B22B-797D-EC159DCAEF8F}"/>
              </a:ext>
            </a:extLst>
          </p:cNvPr>
          <p:cNvSpPr/>
          <p:nvPr/>
        </p:nvSpPr>
        <p:spPr>
          <a:xfrm>
            <a:off x="11082450" y="4715159"/>
            <a:ext cx="227581" cy="211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8399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34CDEE8-CFA8-F718-1EB0-910C98A1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7965750-05EB-849C-7717-C5C9EC0A3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GB" dirty="0"/>
              <a:t>Creating a 2D Array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793778-BC19-4368-6E87-1DF44A74DA0A}"/>
              </a:ext>
            </a:extLst>
          </p:cNvPr>
          <p:cNvSpPr txBox="1"/>
          <p:nvPr/>
        </p:nvSpPr>
        <p:spPr>
          <a:xfrm>
            <a:off x="1153842" y="1861465"/>
            <a:ext cx="5882225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 simple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a 2D array of random numbers by first specifying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 we want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then use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rng.random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generate the array exactly like before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nested brackets tells us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the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C98848-9EED-009F-2E90-729B2F24F73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CC757-004F-53AB-2D9C-DF65593C25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8" y="4060503"/>
            <a:ext cx="3401123" cy="866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63F589-9323-85A1-C775-897E8AB2A0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3519" y="2025675"/>
            <a:ext cx="3401123" cy="1657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24744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28718E-8DD6-CD14-1216-ADE6C5CB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8E8C020-377B-E261-2AE3-E6A710EA97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14E84F-0582-A9EC-472B-72397CFEFF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4693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D377B9-7739-6035-9989-59B58666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657129-1188-D579-C754-32ADB09BF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314B2EA-182A-D167-28AF-C0E2B1C322D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31FB97-F67A-F3FB-42EB-C7B9DF3FE6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8002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682003E-B8BE-94A3-9B80-A52F2B10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CE8E03-2472-894E-1B21-2802AED2B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43F4855-6C7A-56BE-545C-D47873290D1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749D152-C9FC-584C-11B7-0D88B858802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671B6-DFDF-843C-0AD1-704BCE081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A3A694-6AC7-F8CF-A0AD-943936C588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1832362"/>
            <a:ext cx="3803807" cy="17959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810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58E84C3-8888-81EA-7A3F-9A2182A0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0305024-89F8-E44A-C7F5-8E8CA7E84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DB7CF2-BDCF-8F4D-E12C-FAFA71785FA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044569-DCF8-BD37-FCBA-ACD6C194F9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3F22BB-CAEE-DB17-4FFF-688A072AEF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FA49C7-7024-9451-A55F-5E190E1483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011680"/>
            <a:ext cx="3803807" cy="16166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4136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5FF67E-2E17-DC62-A132-4ED5F6443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CB9EDD9-2706-4BEC-70BC-7B8D55BFE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89ACC8-40E5-EBAE-6FAA-083636DFC5C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71B2C1F-2BDA-F7BB-E03D-25450177D6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D20A2-07C4-8AB7-4DAD-39F5334E40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14B1CD-8388-8342-4432-D9A9DFDA24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310062"/>
            <a:ext cx="3803807" cy="13182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30059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FB97D8-79F7-25CB-63FC-C2346905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E229AE-42C7-8425-4C93-EF464A4F4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9B1FE18-B760-5371-A8CE-C56B7661F5C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185673-6A4E-8D85-D07C-5C3528FC121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8F469C-21BB-864F-8B2C-2C26C5F682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8CEA6B-1FA4-F96B-C728-306AD5BA55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242686"/>
            <a:ext cx="3803807" cy="13856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15386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4D5DA6-3949-B12F-F6E6-49F90FCC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5E955B-E8DE-2F8D-A4BF-542F4E0D6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C46C09-62BD-2AD0-0222-CD199869A7EF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03A858-B506-2D4F-01B3-8BE8AD8B75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C07D4-CA99-1697-F2C4-7EA830E721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ED55477-575F-E49B-3710-C4C9B7E23E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242686"/>
            <a:ext cx="3803807" cy="13856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02115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BF436D-FBB3-97A5-AF6B-CE2FF4F7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A8771D-19E0-BE11-A0D1-7268A270D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536D4A9-84B9-F87D-4961-700FA26C98C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7A4888-F1B4-55D5-CA43-2ACB16A802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E9AC52-5091-57C0-09D6-D8CDAF09C33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F7AE86-8F06-F1FB-8F24-98A787006B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242686"/>
            <a:ext cx="3803807" cy="1385622"/>
          </a:xfrm>
          <a:prstGeom prst="rect">
            <a:avLst/>
          </a:prstGeom>
          <a:ln>
            <a:noFill/>
          </a:ln>
        </p:spPr>
      </p:pic>
      <p:sp>
        <p:nvSpPr>
          <p:cNvPr id="2" name="Google Shape;198;p20">
            <a:extLst>
              <a:ext uri="{FF2B5EF4-FFF2-40B4-BE49-F238E27FC236}">
                <a16:creationId xmlns:a16="http://schemas.microsoft.com/office/drawing/2014/main" id="{62026AE9-AA05-EF91-BB66-2A14D5A9712B}"/>
              </a:ext>
            </a:extLst>
          </p:cNvPr>
          <p:cNvSpPr txBox="1"/>
          <p:nvPr/>
        </p:nvSpPr>
        <p:spPr>
          <a:xfrm>
            <a:off x="2232779" y="5311793"/>
            <a:ext cx="361590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See week 1 intermediate notebook for more information on tuples!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73226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3830BB-8B51-A1B5-C2D2-072C54E5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ABD78E-050A-37AF-19D6-9E5038A62E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B4B7C1-95F4-576D-453B-6EB6FE490A26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6E6CCD-A7DB-0926-5981-8D5DB70597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ADA1C-901D-1361-31D0-19FB09634E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EDCE37-FD01-F0CA-DC9E-B50537EB48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242686"/>
            <a:ext cx="3803807" cy="13856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22860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213BCA-9F8D-2B6C-09C2-FDAC8774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309557A-6DF4-02A6-3CE0-2645183B10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0B7DAE-F8EA-F22C-1CD7-D108709A334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BDA66A-8EC3-34E8-361E-60122B5EDB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6250B-6004-69A6-AA02-C24942F5D8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0F9999-2CCA-DA75-F86B-D8BE233577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2714324"/>
            <a:ext cx="3803807" cy="9139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80643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EDBA06D-91C1-CD86-346D-A11BA337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1E024E7-D791-9435-3D2E-994354808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E35E639-72A5-05C2-90CE-A8100A68F00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2B8C5C4-6600-88C6-AF8D-18E07F2C94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532F68-07F4-D680-B4BD-F5559BC99B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B01037-7200-E194-A812-77045110F1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5882" y="3320716"/>
            <a:ext cx="3803807" cy="3075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79990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020085-B02F-FCBE-FA27-CBDD2E17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49CC510-3D66-E148-663B-F7F99DE77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404E024-DE03-6C2A-4306-446E97D2F229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E68194-BCC3-B3D8-3463-435C003668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B500B-8454-D5E2-158C-DC1BB0FE4A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235912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B694C1F-D800-6356-28E1-C39C6E2F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067409-5349-937F-6370-8F387ACA1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0002D10-0FE1-148E-8996-CA9C2418FAA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D815076-BEC2-86AD-BF18-36AC1537A30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2540F8-B2B3-DDDE-A54D-34095F54BA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0C65C4-51DA-4538-53A4-AA9F36FD92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EDC27D-92CF-399D-FC68-6D856996EB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21143" y="3774573"/>
            <a:ext cx="1078707" cy="18147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398535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A8FFF5B-1BB1-9453-644A-89FA96CC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D9DCB8-FD59-75C0-F8E6-D12EEFCC17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6898A7-31E7-C07D-7466-292A2C3CF1D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A7C4DD-4BCF-7F9E-5087-48A32EA63B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323C1-7A72-37AD-6664-E0769B2DF5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1C5BE-6E6B-90F4-5CFD-BAEE51BA8A6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74790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E29BB2-F12E-FE63-E7D9-901715D1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56F1EB-374D-A708-507D-F452BE1E8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F574FC2-9699-F779-B518-2316C2231FE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4C6A84-F035-71F6-840A-76DF05F495B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DD41BE-A0D0-4279-7504-8DE391225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D05C1D-A661-0B52-516A-76B289DC7D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9602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F503D7B-D6DE-728D-D22A-227840E4B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202C3F2-98C1-CF52-D238-DA0C0A30A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F172FD-0EF5-9893-26E9-BC4EB5BB114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6E6AA41-FC5E-E3AC-0BDC-2B46EC0695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253536-8E8A-A631-9CE5-01CDEA00B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2F5F9A-884A-F3B1-4534-51F02268E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51072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448D56-B6EB-BEE4-A8D0-131DCD6E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A5DDC4-FE7E-E861-63D7-3448C9723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1769680-13FB-6D7B-4A28-5032B4F116C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8D3733C-43F3-6AC4-DA73-C8C8DEDBA1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4214E5-667E-5B9D-E5BA-F08CD9DEDE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79DBDF-3ED7-B9EF-39C2-D0E5297699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0AF3A9-D261-5A57-BC9E-49DA62942F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6099AC-C7D2-A0D9-5728-3DA12E91FC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095855"/>
            <a:ext cx="3803807" cy="12884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611038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E1E20F-1792-ABE0-3820-38FE7D80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9AD4F63-6EEA-D070-9582-6FC4C3293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1D3D63-2D08-59A2-542C-25FC8EA2E5B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9FD769-E514-C997-6C89-2AC46B93119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3EE587-56FB-2498-8153-6AC1C770F1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9EA904-8B6D-5E7D-8C01-C1A488132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01680D-9640-3E0B-3271-2CE0C21F1D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93F50F-0029-E2DC-09B5-7635A1B6D5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331368"/>
            <a:ext cx="3803807" cy="105297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58216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23548D-6A0E-023F-9304-7F8550BC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5F976B-5FD1-7753-E5D1-4EEFF4E40F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1CAB8A-5838-C022-CBAB-A4406EF4303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84F664C-6422-EF20-B1C7-E01F0ED0F0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7933E-CA1E-A1C1-3864-E01A0831B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BFCBB0-7513-671C-D92C-C11FE76D47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C14DCD-A5A8-74FE-119E-22D19D4C64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AEEE91-2E75-9DC8-6B8B-AEFDD644C2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504622"/>
            <a:ext cx="3803807" cy="8797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6191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C67973-C327-3843-C14B-E1935657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2CF62AA-3776-6C5E-387C-B5A927BA5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DB7EA03-A733-E68E-F437-532DEE76F36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7EDFB93-AD8C-41C1-C2B3-A6F041B99D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A8B38-0449-54EA-3FF3-25C6ECEF5F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D1AB3D-DC9F-91A1-17C7-0AC5E794D0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196A58-67D8-24AD-FD10-8B3B3F74C0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A67E1-DC59-82F9-37E1-86FD12F585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745254"/>
            <a:ext cx="3803807" cy="6390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33019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2FB474-DC45-6B07-8460-2030D94B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144F44-6942-99F1-3AEA-738A18E38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E9D2A1-E7D7-DFB3-EA4E-3DEDFF191B3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AEABCC-8802-2451-1B6E-75FEB16CED8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60BD2-B20A-D609-5BD5-C6CE98F22C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C9A393-795F-E282-F18B-175EF66EA9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BFBDE-EB67-E8E3-26BD-81D05C9EAB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9BB299-5EDD-5628-0DA8-CE2567234B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F14CE-009A-9E7D-F128-CF5125C541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745255"/>
            <a:ext cx="3803807" cy="639087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FBA901-7143-626D-A253-034DF474998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6125" y="5516745"/>
            <a:ext cx="593725" cy="32498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358175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502ECA-9FB4-E36E-9B85-7029D352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2BFFB67-6B4C-7538-CDF2-9178DCE594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D85EE0-FE29-6CE9-87E7-31EF640D83A6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983D73-F74D-C992-5939-AD28D3A62CF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F9723-D569-D6A6-D47B-F76709616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8D1D97-DD12-BC06-3964-DD5337EC2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21B162-F13D-6973-983D-691A98BAF8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E39C29-54CF-5BB6-4B24-C7F1447DCA8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82D53-05B9-1458-7F60-558B09E4B23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4745255"/>
            <a:ext cx="3803807" cy="639087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6899D8-6BB3-B501-E5AC-3C0CF249CC0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6125" y="5707781"/>
            <a:ext cx="593725" cy="1339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750156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4542A22-C2B5-3AAE-369D-9E317307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1ED9312-6CF8-A7C5-B324-744FBD9E97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64979D-A0DD-7FB8-236B-55367BCD912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D93DE19-E2FA-22FB-EBC8-DD2CE3000E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7763CB-4FB3-95B5-846C-F562BA2A61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0F380F-FACC-EBD7-F41E-2DA9DF1E9C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20A6E-151B-ABA6-E244-AE2B8E989F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CFB31-5C73-E2D0-5110-90AD5CD8C9B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699E6B-F3EF-EB91-2DB7-6AFFD97913B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5014661"/>
            <a:ext cx="3803807" cy="369681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EEC370-A7CE-91B6-EF3A-C5CFEB64810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6125" y="5707781"/>
            <a:ext cx="593725" cy="1339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40107164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479BD8B-EA7B-281F-39BB-FC85EF65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D72EDF-CFDC-620C-2274-1F79EE8075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A036A41-30EF-BBFB-7ED9-AF257D38402E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AA74C0-8043-8B90-48C2-042D3A91EC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DD1F7D-C541-970F-B30D-CDCE41584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25495F-02C8-6672-B4EA-3C4B518F7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4ABF5C-1884-3366-8DF3-7D92B4CF4F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E5C9EF-C92B-0F91-9996-FF81851BEE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DDD5B3-CF28-77DC-50E3-1B92A113BC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82635" y="5216893"/>
            <a:ext cx="3803807" cy="167449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1ADD4A-99C8-DD59-8171-A5EDC8B218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6125" y="5707781"/>
            <a:ext cx="593725" cy="1339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0643879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04B1A9-8A54-1B0F-8B23-77BB6EABA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258162-B7A5-0D6B-52AF-FAB7DE486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2D45D1-ADF0-F72E-18CB-25C03762723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7A9820-7275-A544-9D5A-DC6F844ABAD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3DAC00-2605-0B00-885C-601E577362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85BC34-E8C0-571A-935E-1731FA917E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1203CE-EBEC-4976-D84D-22454CDF4D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D6B3D9-D4E6-7032-A394-4F311EBDF3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AF16E4-BE23-3270-2434-F1254C3215A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06125" y="5707781"/>
            <a:ext cx="593725" cy="13394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4287280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20D9E4-4B04-1B39-FEDD-C8BC2FC0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E8C8B28-2416-504F-18C3-34F883189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AF20E0-F09C-D921-9879-BE0B8C8D17F3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8448826-F09B-F334-CB75-287F7A446C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9E948-5935-9720-4CA3-8FA41FC68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02E524-BC06-6152-194B-421B975B3B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1F54F0-DAA4-F087-5309-BB3D141D5F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3B3246-CC28-16F8-4FA4-0C6820D043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85425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A311EA-A379-9B45-5CFB-AA38B990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D7BEA44-1AAB-2BED-8CB4-97A6992CB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74FF9E-C440-FF0E-F850-850D7FD790C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F53CCD0-A965-9C4F-1A40-2B1DF85502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E1C5E66C-B9B2-9C33-2C5D-3B3E5FFEF484}"/>
              </a:ext>
            </a:extLst>
          </p:cNvPr>
          <p:cNvSpPr txBox="1"/>
          <p:nvPr/>
        </p:nvSpPr>
        <p:spPr>
          <a:xfrm>
            <a:off x="1656366" y="4659239"/>
            <a:ext cx="4475851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This is not the same as the notion of rank you will see in linear algebra!!</a:t>
            </a: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Do not confuse these terms!</a:t>
            </a:r>
            <a:endParaRPr sz="18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2A164B-8B72-D81A-5D08-8DD0600617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A5A4B5-5828-32CB-5A4C-5B2B939040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FB1073-A7E3-7C5F-4DAF-E962F7559B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DDAF55-9001-FE71-56C3-9CB5933E3E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60424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177120-13D3-A44C-1832-595BF5FB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62B5C2-E241-EB03-97AD-3F7DB131B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D4A812-4843-DD19-04EC-740AFF6AC1F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D314797-E66B-51C6-BFF4-B203B66A1A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88EF9090-FD87-23EE-515B-0AF18E3BA17E}"/>
              </a:ext>
            </a:extLst>
          </p:cNvPr>
          <p:cNvSpPr txBox="1"/>
          <p:nvPr/>
        </p:nvSpPr>
        <p:spPr>
          <a:xfrm>
            <a:off x="1656366" y="4659239"/>
            <a:ext cx="4475851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This is not the same as the notion of rank you will see in linear algebra!!</a:t>
            </a: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confuse these terms!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C9D695-E5F0-7AD1-94C3-E78E0D4E0D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8F7C76-8A67-FDE4-6544-768D96A2D3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22AF8B-DC47-DA77-AB47-72B4FB3479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FD80DC-3343-51CD-EDFC-F12B76280C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76691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66CD48-116A-21F0-F542-C6601F3A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3FC367-684F-ABD1-0465-B0BB59362E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Array Shape and Initialization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E3C4F3-A37D-F0A6-3172-31E443AE4C3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create multi-dimensional arrays using many of the familiar functions we’ve already seen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only need to provide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as a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tuple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E.g.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(rows, columns)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for 2D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number of dimensions of an array is sometimes referred to as it’s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a 2D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2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 n-dimensional array has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rank n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3D30C7-48D8-8E27-F0B4-41BB67C238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640112-7503-A3BA-7839-6AEA32D23C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1820750"/>
            <a:ext cx="3895473" cy="1817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81D31D-944F-AF56-2F64-8393908A27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14793" y="3765047"/>
            <a:ext cx="1144065" cy="220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CA9279-2C35-8058-C48F-2689DA6B86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63385" y="4086231"/>
            <a:ext cx="3895473" cy="1307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B3DDB7-1A6C-D35A-D6DD-144E1145721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459" y="5494670"/>
            <a:ext cx="699565" cy="372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198073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FE9F335-71B1-A62B-7AB9-8C6CA1CE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87ACB4-3A94-77A7-9410-38D74C14F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40307E9-029A-92D9-B64C-9C3BA1B482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3456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E8FC9D-E9B3-8A74-CC1E-C9E1032C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87AD27-5DA5-3E00-4826-3B1FA0DBC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2ED01A-BCE9-F780-DD7D-AB4872B676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91A808-692B-F4A3-57B7-27F6933777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287268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AC0B7B0-9E09-6F99-9B3A-5CB92250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9DFE45-D4AD-24C0-1319-334390DD9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35A39D-F12A-119E-8F7E-75F7C9405E5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8C4921-38DE-D7CB-DE89-273880B364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0A5E8B-43C1-0B38-D0E1-9F63C7DC28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85316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0CA192-94F3-3B87-F806-1046B323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CF59E01-D3DB-6DC6-BA4B-2D3150DF3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68DC25C-ADCF-440B-5753-1F279AB49DB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513132A-CCD7-1442-610E-48D7D414C7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B69942-8D5C-0DAC-BA84-B473962250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42887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64DFE54-B1A7-F23C-DDA2-A0DB57C2D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E1A01E-4CB3-2410-F118-0CA7011BFF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9584181-4CDB-154D-BD48-EF9D0883FEF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203502A-7383-FD7C-2CC2-F02B9767F68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E8E47B-8CFB-EB7D-4AD1-DFF7D33A13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103CE6-1996-F526-2257-D3DE197D52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02943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1ADD2D-338A-2CF8-5DFF-ACC410400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1CBAD3-1B4F-51BF-F837-84529F9CD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8A75B2-ADFE-92AA-CF5F-3C08409F299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1B346E-E2BA-6EAF-EE28-5107188824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96D28E-6EE6-C267-2F5C-0CEEB08BA5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45B509-8BED-3BC9-04C0-1356DB8BD5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2776DB-F62B-B599-D671-50110E69E3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48782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F0785B-AD42-9011-362D-157C2084D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34461D-7466-2F09-D64A-C0FB28D31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AC70C3-96A2-E29F-7D56-30B63B994D37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AF054BA-5B4D-2B8C-1824-676AAE68A87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0762F-8340-A2CF-22F6-5350C336DF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458C9A-16BD-8F08-AFA8-714496B2D1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58CE87-C6BC-1A54-D890-E9DBFD460F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511253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E55CBD-5A2F-C2FD-FCCB-469D18C3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F44075-6871-1E81-E445-4E2691A3B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1583021-1127-85F9-1B0E-73309CC74ED7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BC3273-2FD1-0F11-45B0-031E4209E03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E7F50B-2394-4153-7ED7-EBC231EAA1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2961D-6C31-74AF-DC15-C163382406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605054-9AF2-11AD-332A-BE07357963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967127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DF4587-540F-4F58-7BC9-678584EF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BA768B-F110-9C6F-21A2-2FE0C3F9D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B42C6C3-0B83-A85B-AE9A-CF3CA39F0C49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EB43505-77F8-A80E-F652-7C89277FCE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4800B9-9D8F-3A8E-8ADE-6BFD78710D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4848A5-5883-2FE4-E7A1-847AD7B3E5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BCBE2C-B6E1-B5E5-1D6C-F46836D6C3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24D895-C086-D099-295C-05CE06CFEF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7A92DD-766A-B0B9-3DBA-2EF9EAD4F75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3973316"/>
            <a:ext cx="3488982" cy="94114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2650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B5CAF1-982B-75FD-0A46-6D807B69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7C1913-1CEE-17F4-B881-236AE462C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FC3C0A0-B778-88C0-0C1D-D812D2CBC43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84B48D-2D55-A853-6744-4CC812D098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99AAF4-B877-E136-88C7-FD0E0438C6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CC3D00-CD50-F4B2-C6AB-85C508371F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265500-91E6-636C-F793-1BBF571A0D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361936-F341-09BB-529C-026908F239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9B0DA0-50F5-C090-1231-F2944552E2E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4129238"/>
            <a:ext cx="3488982" cy="7852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61550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8684D4-0962-53EE-20BC-45B81268E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2ACBAA-B7C7-2520-6815-D8CEC7493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E1C238-8598-E530-5CE4-D6295D3F460F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D4743CC-1CFF-3711-6369-B4900F685D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3B2B1E-E258-6682-8856-6FEAA8883F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8C862B-F552-0E5A-66BF-82D78A1A73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466FEE-514F-DFA1-7045-802429A30F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0CA437-7E6D-970C-62EA-67D6DB47218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22A452-4C76-C662-9A29-D02EF287F9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4393876"/>
            <a:ext cx="3488982" cy="5205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1227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71CBEA-C009-89D9-D1D1-222A84DF5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52391E-0330-DB0F-C26C-D60A086FD4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FAEB0AD-6F76-E136-AF7C-2E24108F913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B3536A6-3EF9-5BD9-CC8D-8ECBD94D242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647E44-003B-1016-B37C-3383BA8055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5EB0B3-7487-BCB3-ADF5-ABE0FF6009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6D976A-E272-DCEB-791D-5AEBDD746E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4761A8-C707-892F-2AA5-FAD1A7FD69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5852D5-236B-7598-4B4D-617507AA643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07D46A-49B0-D8A5-C758-FB5518E61B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4480432"/>
            <a:ext cx="3488982" cy="43402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B90BB6-E0F2-B72E-F133-5BC4CC25845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0700" y="5199117"/>
            <a:ext cx="2878208" cy="36873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1701515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6EDAA2-2BE4-B692-E06A-8C9988A8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BE4D80-1346-B9CF-F6EE-C6713518D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A53B3A-E1CA-2E81-C827-F0D07E2C7E5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689522-BD31-C9E3-09F1-8553829AFA0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4BC8B2-5022-3F47-3834-E087F3F0FB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D992AA-414C-076E-A159-DF3737FAE5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62C54D-C99E-1CC4-DCB2-1A4661ED2E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E1A547-97CE-587B-469A-6BA729CB31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F486457-5510-7C3F-3BC1-8314A410F4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7F3EB0-C0F6-AD0A-C995-1750400A0E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4480432"/>
            <a:ext cx="3488982" cy="43402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F074E9-3E4D-56D5-7969-FE9F3520371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0700" y="5373067"/>
            <a:ext cx="2878208" cy="19478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1638485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6D5004C-01AF-9DB0-E62A-E807F6E7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7B4BE7-467B-CEBF-DDC7-544CB391B2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5F6FC9-6D46-73EA-E987-ED370C14593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2E4A01A-555C-FC9B-74A4-8406AE203F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D5B43-4966-F058-0354-A4829C3E15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712D01-344B-C42B-E4CB-B1FFED951A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93049F-FF92-F808-AE0D-2DF25967AE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25F88-054A-AD04-13F5-FB892AB453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638F8F-B301-7957-BA47-5DF1CF7E47F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C90673-A3B8-576F-966F-77ADD0F4B85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35693" y="4697128"/>
            <a:ext cx="3488982" cy="21732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D4E2CC-7409-80B2-43D5-75C697328FD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0700" y="5373067"/>
            <a:ext cx="2878208" cy="19478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2922638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7C5F07-F303-3B6B-5895-FE6F41D3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33025D2-B4C5-3D90-68A2-0049393E2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3DBD3F8-203D-AC23-CC33-C1CED35D97C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384995-3CD9-4F8D-FD3F-1A803B6F70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BC464D-F20E-B944-127C-E97B10C21A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BCB806-A9DB-AED7-F5D0-3A32D0829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7FCC4F-5AF4-EFB8-3373-4BC2C51D18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E5716B-3F62-8307-85D8-02358A6EBC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F76DCF-BB1F-B2EA-DCF4-365F2F56A3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7789E-6AA7-2FB6-9F91-0D8540BDAFE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40700" y="5373067"/>
            <a:ext cx="2878208" cy="19478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654633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52B190-AEBB-E6F3-DB24-052FF1D2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6DD5261-84FD-87BB-2D29-F4913D3E60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89EA9E-D919-0D32-C09A-527342EAAB3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0CDF4C-A0B3-9B22-CDCD-89BBDA86D60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113352-29C5-8944-103C-69583D0A08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295068-D499-966B-E462-678BA068F2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96F4C-42D4-175E-FA24-9D075BE4A0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60DF65-DB84-EE37-EBFE-B76B891943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22722B-62B6-B577-FDC5-A8DECAD702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70562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0FA0C1-FF1B-8864-AA74-19D620C8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C157F91-95D9-8BE5-6D79-E84FE1F6F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419F3C-ECED-0ED2-4C24-60F690FB425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Just like we did for one dimension,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indexing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elements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example, in 2D, you can access elements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Remember: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indices start at 0, and the order is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(like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[y, x]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use the </a:t>
            </a: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 operator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select entire dimensions</a:t>
            </a:r>
            <a:br>
              <a:rPr lang="en-GB" sz="16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 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means </a:t>
            </a:r>
            <a:r>
              <a:rPr lang="en-GB" sz="16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"all elements"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that dimension.</a:t>
            </a: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49D5259-0C1C-4BD6-B06D-189F29A29B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486A38-4FDE-4BC6-9BD2-3E3E1A48FF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2" y="2984500"/>
            <a:ext cx="3615907" cy="226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DE6FC1-B6E3-8A70-F12D-C952FB5802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FA3822-43B8-A111-5CCA-3A56F59C6E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81590" y="3446949"/>
            <a:ext cx="956568" cy="280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135880-947B-94C7-93C8-ED6344354F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2251" y="3963691"/>
            <a:ext cx="3615907" cy="962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778747-6F58-A32E-88E0-9D9BA0AF6E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94235" y="5165652"/>
            <a:ext cx="2943923" cy="4118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858919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122B32-E185-9B94-02B0-04E94876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FE39D6-95AF-955D-156E-F7535481EE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Indexing in 2D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BB4B36C-DA9F-D52D-0385-18531425E4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6C6517-E502-E434-DB60-20A0BCDF0B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22306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6682E9-1643-F7CE-3C3A-72B16B58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011DDB-E246-0910-A09F-58FD08A76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5EAB08-E703-B5B9-0A80-3414D68956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FDCF53-F471-B622-B3E7-CB5A21369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492723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D10F4D9-2465-21A1-943B-512E666B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044F16-4C50-AAC1-3DFB-1D372A534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A9B6A8-A48B-4FBA-40AE-7A1F68561F8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143CEB-1958-684B-A8D4-125CECAFD41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0274F6-B560-9611-03C1-F780B16D2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410687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E0F74A-AFD8-8C0E-3533-580A751B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D9B175-E986-7D96-6500-7ACFB5A1EC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B4A6AB-C44B-AFBA-2947-3F18CAA646B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AC47BDA-A489-10D8-99DA-177F47D9B4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46EA66-D205-CD1B-E87C-EF6D3EBF0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16048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A51AEE-505C-40A2-03EA-3F561558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4D08D2-E8C9-2E3A-AB17-5168E335E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FBD36A-959E-200E-6473-D31AC897DC1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DBF97E-876E-A6EC-79E8-EEF0F11007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67132D-3B2C-731F-D82D-247DA59DB1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36FAA8-77CB-E9A9-23CA-64C072E667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BC567D-E53C-19DF-A4DC-F59A91237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2916648"/>
            <a:ext cx="2608334" cy="13867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3876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3FFEF2D-9C26-F437-2519-4A07D83A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A06A54-BCC4-052B-5A21-2225DDF37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1ACED7A-6443-2839-A07C-72E1220B8B3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4437969-6777-D6E6-C5C9-412E177B68F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BB8F48-C3AD-2B69-96B2-62723CE68F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84D891-0F67-9B5C-EA15-465E31EC3F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E36637-9034-47C5-565D-A8852406CD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090334"/>
            <a:ext cx="2608334" cy="1213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469668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156662-6A0C-D373-AA48-9FF48864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C9D6449-A93D-6502-7427-8AD4BB7FAC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A3F630-CEF0-4508-80D0-D85D344CCFF9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F3DF67-F1EB-42B5-14DD-1A9BF2D3B8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07EA7A-0B23-4199-55A0-0B7506670E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91BE39-39F8-8079-891F-95BCFFD2F2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42809D-811A-EF45-46DA-060190D863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340100"/>
            <a:ext cx="2608334" cy="9633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19686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F2C14F-E794-8CEA-878A-F308DC21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0E4E072-BD88-EF33-16CB-1ECF2F3487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CF37915-BAA4-AA28-F892-6E24A754497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AD908CF-816C-15C9-2735-F86047C03A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2F710B-4114-F6D6-D443-85567045A9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5D14D-EF19-0267-345B-8C3300DB02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F518B-1700-1399-E97E-825DE71A2F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E1F9D-3417-492D-AB4E-70CEE91FFC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314700"/>
            <a:ext cx="2608334" cy="98873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577535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2CAC36-1EC2-F888-F3EB-ABF9DFEB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512F2C-680E-B934-AF2E-32DC0AAEB9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96030C-32A1-A391-F223-6F4F0A1017F6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ACE327E-9A2F-473A-302C-8E0F6A7543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01BA82-4F46-6A34-D2EE-FB634A8FC6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20C455-21C8-A46B-A871-A354D27CE3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3411E1-3A2C-DE28-DB29-97982644531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D811FC-2B21-F9AC-F8CD-E808CA65C5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606800"/>
            <a:ext cx="2608334" cy="6966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1529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6B6EF0-9B1E-2D96-277B-A4C05373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4E2D47-FA05-7EC5-59DA-E9B3EF375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055330-9B8A-6044-B7CE-C3439FEA7BD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13C8B93-A663-BB76-DBF4-BB2CA7AFCFB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2675B6-B081-38A8-B9A2-861D85FF6F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494CFB-33B8-7274-A4B1-E9E89ED1AB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0C586D-9B2E-9216-EBB7-5171CC902B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D64F62-D01B-04A5-5823-056CC7BE7A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850105"/>
            <a:ext cx="2608334" cy="45332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88013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30D6AB-CE44-14F2-992C-149B06EB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4E6D6C-C3AC-E440-D964-9B3E2BC0E2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B32DB6E-13F2-FD98-9533-1222A8673217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479B460-8F5F-2C1D-0970-CEDA7C66B5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26200F-8A80-E5A2-CD91-C4353EEABD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4BD6A-A264-F7D0-6FF5-10FF6ED07B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3F37F-9769-0E37-7840-9BDCAED347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F4EA8-8CEE-781B-C538-C3DCA01941D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D60610-5416-8B4C-3B43-5D18C2C9D5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3907856"/>
            <a:ext cx="2608334" cy="3955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058746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7EE4367-0332-1359-EF1D-FA887D78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6DAFF2-7032-3A10-5AAB-942884F814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210F0AD-3E1D-26E4-64C8-ADF7C673FFF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755AB1D-C972-3571-FF13-2EC9699FC9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129F8E-735A-A9EA-4EC1-FCFA9C3EC5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2DC69-C286-EBB2-BCAB-8C5362F5CD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D62C2-FF97-B46C-F4BC-4D489518C6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D79F7-C5E2-EC24-CF17-4E634B7D5A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C2C350-DC7E-16AA-91C0-C332A17534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20199" y="4106333"/>
            <a:ext cx="2608334" cy="19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63913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478875-D54E-1B0A-B9D0-D7AB3CE5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A86471F-A8AD-7B01-D1AC-AA08CC225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AFC319-9FFD-7C11-04E2-452B0C0C8DF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D14C9B-2ADB-8704-3172-D447D47B22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A62422-C56A-3DED-CD83-30312C1E3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869ECD-282D-DCB7-0988-0BAAEBD65F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6982C5-56A9-AB8E-D74C-92CD8C1F91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D1DB2-556F-91CA-A145-6098FF2AC5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661438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3620AF-83DE-502E-B131-12417BAE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5403A05-E03E-C885-9A5B-44A06C6BF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2963CE-B0C5-8B9D-17C8-D1B13183843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96AA23D-DF84-0F77-2EC9-132FC90119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C1C34C-8D6A-91D0-A7E2-37BD2C259D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2C3A47-F3C6-6AC5-8BF5-678F8C104C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093B33-795A-8608-CA3B-3770CDE662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D9BF03-F1A4-EE5E-9183-5297A16C604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F309AE-E5E2-AF1F-1385-3A587A5811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80" y="5415846"/>
            <a:ext cx="1971677" cy="525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417808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558F5B6-17CE-23A0-9CE2-70F337D0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8DDF49C-7D73-12B6-A24B-7DC85AFD4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6E38BBB-432E-BB80-335A-038F124F6020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Slice indices for each dimension must be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separated with commas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B14AD7-85B9-A640-5259-229D06E06E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C8517A-87BA-5DFB-A471-323F502571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44FCA-1B47-5CFE-ED87-7DFC21E826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95CF27-5E19-8F8B-72D7-AC87CD0CDE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1B511-8593-1FBB-7C51-3C0CEBBEAD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25B00-AACD-1F22-033C-5F7F9AF2EB5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80" y="5415846"/>
            <a:ext cx="1971677" cy="525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768939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C81ED8C-3006-F05E-446A-C0AD5518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2D1EAD1-0930-E449-8CFA-D813B3EEB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Slicing in 2D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13A242-16DF-D346-A95C-D348DFBB8A1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use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slicing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to get subsets of our array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multi-dimensional arrays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you can slice along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multiple axes at once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by using the syntax we saw for 1D arrays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Slice indices for each dimension must be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separated with commas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Reminder: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syntax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a:b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is zero indexed and does not include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b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9BDBD3B-8154-E20C-F5F9-853424ED3D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498C57-2768-2A3D-BC42-80AE967D6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7035" y="2091173"/>
            <a:ext cx="3401123" cy="651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3ED6CE-C714-5A84-F5EA-D2AFE263D5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10574" y="2909849"/>
            <a:ext cx="2627583" cy="140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57AC1E-ADE0-66FC-4FAB-37C15B6B24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9706" y="4509203"/>
            <a:ext cx="2838451" cy="333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4438F-6120-AD9C-1691-6F8BBA8719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2106" y="5038725"/>
            <a:ext cx="2686051" cy="180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9599A-3607-5141-436B-C11DFB4CA1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6480" y="5415846"/>
            <a:ext cx="1971677" cy="525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12803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0577DE-08CA-A197-8F74-0764A6B3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6B09B6-DFD8-F925-1C88-D6F19A6C0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0BC412-4D43-7ECD-33F7-FA78E19292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67821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EF0A53-92EE-8C9F-58D4-AF1FA57C6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258786E-4AC0-1717-CF97-85234AF49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D91178-20DD-B2E3-EB22-71EDDD2C6B2C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8FB4937-8115-CF48-9FBD-118279B6D1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25599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81372A-C694-2E12-D202-6DAEE5D3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B51CB3E-E678-BA4A-F440-4D8E0BCA88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3E3CAB-4AA6-9E58-8CCA-362EB0B1C46F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6D76D1-3137-F572-FD19-7E4B572E5F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86064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F7B7FB-2B86-DB51-F216-FE5FB36B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E504DB4-E24D-78E2-2A4F-356CEACFF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9A492AD-3953-1479-9E4A-BE3DF9BCA7C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0D93F07-A92E-6FAD-ECC2-7C91002753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49FB78-410B-E81D-B94A-54D5D2249C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2F8276-C3D0-5B52-DB13-3570274680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1912765"/>
            <a:ext cx="3983116" cy="255517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55958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CA312F0-7816-55BC-D853-9937ED1F3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1392F51-0B33-F1B9-BCFA-48C775120E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C16B34-5C94-D1EA-6CCF-5880F8CFE36E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518E5EE-54BF-97F0-DACE-382489620F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EE1F73-4175-6A82-19BE-EEF600FA11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012E47-B10C-5D6D-7D18-F4E1EC22F0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2082800"/>
            <a:ext cx="3983116" cy="238513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191315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A693BE-CF55-C2D3-246E-71435094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9E2AA1C-8E23-3105-147C-BE4E04DBAD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F539C3-82A6-562D-8ECE-7258C2B74B8F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275579A-04B5-90F1-9F1C-3A4287CC10E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063520-8F72-9E1E-95DD-EA397FBE3D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5736E94-5228-49CE-0F0B-FA85E87A5C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2734733"/>
            <a:ext cx="3983116" cy="17332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264423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30F86C-3D6B-A2D9-41BD-67306AED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909E35-904F-257A-355E-61320377EE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EC239D0-2D1D-09A3-6376-6DBBC1819497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8899B4-BFAE-5820-97CD-145EB8EFAE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565E43-EB9C-9069-C1FB-7014A8BE9E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18AE2D-B0F8-C8F6-9459-10C36D472E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183467"/>
            <a:ext cx="3983116" cy="12844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560181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993346-795B-A4D6-4268-0160A475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45CC316-D67C-AA2F-9996-33632937B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0178636-769B-6468-C3ED-EB2A7AB51259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403E9A7-FFD6-0663-D84A-8A91E946FFE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27F222-2CE3-71B0-88C0-6A80A2DC83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6C1440-D599-CDFB-DD35-C3B5BD60F1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96F7D7-DE97-22F2-9A07-8B9FEB2BC9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183467"/>
            <a:ext cx="3983116" cy="1284468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014FBE-A9AE-0449-79DA-D07EF20C37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4613063"/>
            <a:ext cx="1969413" cy="160676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961217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348B73F-BDB8-EDDA-21DE-A2FF575B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E84E57A-E55F-3D21-77A3-28307CEDD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26FF00-FD66-D05A-0FF4-5A479EC8B34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A555EC-7F5F-5F5A-82BB-7D6D5B02B70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CE4D1A-9836-5187-0336-E3C0E96198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2EBD3A-A5C3-C414-9A43-FC53F306A5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D741E1-24E2-328E-3068-5504C9B16E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183467"/>
            <a:ext cx="3983116" cy="1284468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CD5F79-310C-145E-2CD9-B8CC18FEAC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350933"/>
            <a:ext cx="1969413" cy="8688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9858069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24DBC1-3794-B8E2-D733-3F1ECC0E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ECD07D3-591E-DA75-AB1C-12E304A5FB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A10D62-71B2-1E2B-B7D2-8498F77BBEE5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AA27D1D-418F-04FB-3B6A-4180CA88AE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19A5F9-BCF7-DC01-27FE-3D41C17DD4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E05F99-F089-3DAC-46D5-EE606DBFC6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F38F53-3D19-69F7-62E6-D5E1B0ECBA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124199"/>
            <a:ext cx="3983116" cy="1343735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80DF59-8BF7-9B33-722E-578DBE3123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317067"/>
            <a:ext cx="1969413" cy="9027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4862631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B21762-E35E-0355-769D-7D1167F8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229A826-0765-BC64-C12A-305B51304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153DE6-65A9-4FB3-21D9-E2F9052897E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9A9AD79-FEE7-8AE9-3922-A100C23CDDB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5CF839-7C70-A608-A359-2994195EC7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8DED4A-35CA-4A21-BE6E-9B2C5239F7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6362E4-6166-8A02-CEAF-EDB0AEB4D7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429000"/>
            <a:ext cx="3983116" cy="1038934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AAC8B05-F6E1-4024-EE1C-7711AF9EC7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317067"/>
            <a:ext cx="1969413" cy="9027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718742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149C15-9CCF-F2BC-D024-06B868D3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F731D67-86CC-B8E3-04A4-BD78995B0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A33BC35-1F3F-FEAA-A899-475C3141D666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5265B7-E60C-F231-6BB0-F37F9F17BB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9E13CC-4456-00F3-7A06-B134FC0D23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902FA0-7BDA-07A4-C453-929E1A2533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C490F8-516D-9DDD-08F0-A8B8AC8153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632200"/>
            <a:ext cx="3983116" cy="835734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159590-B62C-ABB4-8709-0D6D4E191C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317067"/>
            <a:ext cx="1969413" cy="9027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0912798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D1C9DB-294D-9954-2CF6-5FCB2240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A82EBF9-F0CF-600D-CD33-7A21E2CE16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E2C0D0D-9788-F648-979E-FC3237A68D2B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188C9D-B8E0-6C1E-F4F9-E569089D46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94D8B0-4315-3E60-17D5-3AEF11FFE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1A85F9-2356-81B4-62FD-7632CEA2C0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9F2F8F-FA61-F7ED-7057-CCA3A48A0E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911600"/>
            <a:ext cx="3983116" cy="556334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883FF8-FCF7-B5B6-EE67-83309B04DC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317067"/>
            <a:ext cx="1969413" cy="90275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1769358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57476A-FD5E-0300-28C2-80A49422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570AE8-2E85-01DC-9EDE-AAF89F775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E887965-F084-28AC-BB87-1FA334D4AA27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9127B3-438D-7ED6-8B3A-88E986ED00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FC273F-B5A3-410F-9097-BC3DC016D8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E544B5-6CA2-C1E4-DC93-9883357883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2ECA0E-C9C7-3CAA-0164-EA7383F5B7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911600"/>
            <a:ext cx="3983116" cy="556334"/>
          </a:xfrm>
          <a:prstGeom prst="rect">
            <a:avLst/>
          </a:prstGeom>
          <a:ln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7E5E9C-98A4-0697-40DE-C710D2F97BF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808133"/>
            <a:ext cx="1969413" cy="411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0520916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492D278-170F-CBD7-D04A-DC5ECD45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FD64F4C-F15C-E001-C948-D61B2CDDF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FC4DD2-4DCB-FC22-CB5C-3FD0DAEA0761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43F73C-A579-5A8E-1AAA-187558C8F7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E15F10-8A1E-93E7-4C89-78912898C5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C0D7B6-BF23-8395-59CE-11D6BDCFBB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8025B2-AA1B-53FE-FFC0-17AFCA6B11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3903133"/>
            <a:ext cx="3983116" cy="564802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85F2-93BE-28AF-C5C7-71178CC4AC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808133"/>
            <a:ext cx="1969413" cy="411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1235874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7EA352-A13B-436D-7960-D3E11081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719710-98E6-ACC1-90B2-5963868C61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EBE21E-4869-6D5F-8330-EF27DBD78472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6DFF37E-2F78-3AE1-414B-997706E2D80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7ECDD9-FE55-C2DC-95D2-92F5779CF4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532E62-47AE-7A34-3DA0-91BF251B35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9119FF-7849-B38F-5A62-34CEC6DF35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4148667"/>
            <a:ext cx="3983116" cy="319268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63C910-F4EA-8950-A7C5-43253E5E70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808133"/>
            <a:ext cx="1969413" cy="411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609456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30C1E0-53DB-7BCB-B06C-7A93C8CAF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3A88A1-E1F3-20F3-5EF5-32965B53A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01C0AD-5222-5817-9FAF-FD11823764F6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DAB681C-D033-6324-98C9-F4901F388C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4CAB007-A130-008A-467A-172CC49172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75A599-B12E-389D-E34B-340971D478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EE59C6-EA11-29D3-1DE2-D67ACE0D84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1977" y="4309533"/>
            <a:ext cx="3983116" cy="158402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74A2A3-58BE-2470-2687-E71F73B7B4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808133"/>
            <a:ext cx="1969413" cy="411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07442210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F4A0895-398A-9627-B45A-A17C5108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68081E-04E3-3F3E-04F4-F6EAB88FC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C722C2-3627-43CC-E3C7-16EB4CBFCFFF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C3AE7B2-7BFE-5620-97EC-30BA43AAFA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139244-4524-9475-36C9-D4BA71D7C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3FF17E-6681-F1E2-0690-A58D9D8794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1CAA36-EFBC-DBEA-0B3A-FBB9B40752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68746" y="5808133"/>
            <a:ext cx="1969413" cy="41169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663200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1DE22F-A35D-F564-5418-5C833987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E290BE6-43FD-D011-0953-29215823F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A73AFF7-2340-5EE3-0F97-54243AC39D9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07A94F-17D0-5E0A-F720-5EFD9B265C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03D5BB-5127-2E47-A0E8-70E9E38AB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EE6DFB-0D5F-9D4F-E896-442EF8EBBE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564005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4D2482C-AB30-BB2A-872D-580D3727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B5742A-5E25-DE04-BC1F-3F4166F30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9D2352F-D88D-D26D-20E7-BC03E63BE608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row,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column.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9D88B69-A2D0-187D-56D8-B575CEC689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63DFEA-3A54-1A8A-F1EC-E1FF2593A2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018CA7-CB0C-8005-C412-6883388E05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389855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0333528-3B31-DD39-0B55-FB6F995A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4BB9631-5867-39EA-5A6C-632955B47A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9498E2-DFFE-BCD4-B73E-B7BED55A92C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row,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column.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9035A7-A9C4-4242-F343-2C99505820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A09E3113-F9C7-42AB-E55A-77362C905594}"/>
              </a:ext>
            </a:extLst>
          </p:cNvPr>
          <p:cNvSpPr txBox="1"/>
          <p:nvPr/>
        </p:nvSpPr>
        <p:spPr>
          <a:xfrm>
            <a:off x="4327974" y="5117894"/>
            <a:ext cx="447585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 summing over columns, we are left with a vector which looks like a single row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4AD0AF-A1BE-3EC5-BC80-FDCD8BB338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5BC390-36A5-A4B0-D0EC-26A2E62C98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2C2E05F-2FD5-291C-823C-97943A623286}"/>
              </a:ext>
            </a:extLst>
          </p:cNvPr>
          <p:cNvSpPr/>
          <p:nvPr/>
        </p:nvSpPr>
        <p:spPr>
          <a:xfrm>
            <a:off x="9059044" y="5369008"/>
            <a:ext cx="1979115" cy="403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64075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BDBFB77-5FCD-26BE-A0D7-665E4A0F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249B82-40AC-8FA6-62F7-C7ED072F9B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ECB479F-80E5-9054-44CA-12F7A48111BD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row,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column.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116A61-E69B-5757-DCD2-CE649359B1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F9A459-033A-6004-B5A3-9405A9C02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62918D-2F86-1156-80A7-825B97F6B6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9332220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DF7BB8-90EA-4CAA-908A-DC1500CD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ECFA0D-7266-D19F-BA80-F38E2367A3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D2B8F2-A4C5-A56C-9EC4-E817C8284F8A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row,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column.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3BB8D8-B01F-8AC2-AFDC-D5990FDE87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6FDEBD-8582-AD93-5A2B-967417ACDB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845666-3ABF-0843-239D-CA904E7D48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D736D9D5-257F-97D0-38FC-2620C4CC280C}"/>
              </a:ext>
            </a:extLst>
          </p:cNvPr>
          <p:cNvSpPr txBox="1"/>
          <p:nvPr/>
        </p:nvSpPr>
        <p:spPr>
          <a:xfrm>
            <a:off x="4327974" y="5427564"/>
            <a:ext cx="447585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By summing over rows, we are left with a vector which looks like a single column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A655A-4593-8BA2-5F35-EC272C67F899}"/>
              </a:ext>
            </a:extLst>
          </p:cNvPr>
          <p:cNvSpPr/>
          <p:nvPr/>
        </p:nvSpPr>
        <p:spPr>
          <a:xfrm>
            <a:off x="9059044" y="5816683"/>
            <a:ext cx="1979115" cy="4031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05728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B19161-BBAE-46E0-C933-70126EC94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6AF39F-9814-71F1-177C-CCB6B05E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1C8DDD0-6986-FC54-13DC-9E9E5ADEC374}"/>
              </a:ext>
            </a:extLst>
          </p:cNvPr>
          <p:cNvSpPr txBox="1"/>
          <p:nvPr/>
        </p:nvSpPr>
        <p:spPr>
          <a:xfrm>
            <a:off x="1153841" y="1861465"/>
            <a:ext cx="5412059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It is very useful to be able to perform operations only along specific dimensions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(axes)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easiest to see with an example…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column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an array using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Similarly, we can compute the sum of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each row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using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axis=0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row, </a:t>
            </a: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axis=1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“squashes data” into a single column.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CC05861-9464-C1A4-A78E-4D6296C403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B9B5B2-1825-577C-AF23-472B98FD80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C21263-9C4D-3BAA-7B2E-2A041B40DB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20435" y="4595815"/>
            <a:ext cx="2062015" cy="16634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831031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DA7904-3325-30F9-42FD-11074D5A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5977A46-7B22-96A9-B3E9-9B272043C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536F8B3-BF9A-8A16-E44C-2A5F933110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F3CD43-2B35-0553-C08B-FE50665E1F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2594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F6E169-685D-093E-0125-50674B1758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76816" y="2623457"/>
            <a:ext cx="3997630" cy="18505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33782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89662B8-0653-D16F-ACFD-D2429107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0BB1EF3-1BE6-25B8-5A8C-616A575EDC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2D44F0E-7ACE-21C4-D4BF-9BEFDF6E94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9C12A3-CA5F-5943-BBB4-A4A4A251D4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357465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A854B9-7112-E829-7CB0-93357E5C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A63ECA-93A3-1504-E02B-F0A3614CBF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4B9A86D-51A6-B55A-E708-ABC57F5F038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2F8F4D-C831-49D8-0B78-18C234FFD6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51B0C5-F52B-A22C-1920-A401BD364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087041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2B4157-969D-40D4-FFEE-F0492A71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3AF2687-9E7D-9D9A-4645-A7D04783F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636EA79-7C8B-2B1A-A149-FBC9DCA4337B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3D7BDD-AFE3-FC52-7D0B-A57DFCB2B38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0DA46-29B9-99CC-BF50-11172692B6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5421438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140E1E-7804-B471-43CE-C0DD5163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CCA7C91-2D35-AD3F-BB7C-3C475304E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B3B7BC8-6560-B52E-F85F-F774963B152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8A45AFD-5CBF-E041-AC1C-117AFA02D23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80DD30-A5B8-B6CC-D655-5CE26B5159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F17D27-D63C-7402-5F6D-703ACE7694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CB5E83-C5DF-9C5D-C543-E74F0C5D19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933504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65AF753-B2AF-64AD-2A92-6D2BF06E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FD4C5C6-7482-9840-866D-6BA66E8552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7C5695-F904-5087-CAB6-8911E5A96F87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67D84D-7D55-526E-FAA7-D19F12305D4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A82948-17B3-D0F6-E094-576B123712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4FCBA7-8F5F-186C-E87F-581D379E8F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06333E-C769-429F-F9F4-92E3B127F3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88199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B31AA39-F67A-CA57-E77D-1BFA4988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0C3F9C7-E2C7-2044-0357-19F940A9C5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E529AE-957B-5CFA-452D-F39FD0473BA0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493F53-F2B2-7C5A-B633-DCFD4FF02A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2D20B8-5767-97B5-6750-9E53E4268C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8296AA-6407-6146-3FE0-451BC3D4C1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FB4270-1040-4B0C-E34E-DF07FFF41D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47683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C488482-7687-A44C-DC73-40E2B469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DCB280-74AB-7928-617F-96180829E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300D8C-7013-59BB-910C-196EB96811B7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3A484B-30FF-E49D-31A8-DE6DEEC0F5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E56CB9-D2E5-4D4E-DF20-154951091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971545-1B3D-A0F2-01D9-033F462606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5583AA-56EE-AB89-C0E2-58DF0C2DF5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427069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DAE6AF5-29F3-8FDA-0F50-80CF99964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5D24E93-B025-92B0-DA28-63C8A96EC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CF514C1-E41A-DF29-5C40-AE1801E9C722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691A82F-6E01-50D0-0C35-5CC44F4FFB1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B0EB11-8D05-84BB-942A-C15BB2E92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FB6614-D2F1-DBA6-22E2-2DA63550C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8338F8-EFE7-783A-5F8E-1910C18EA0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502224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551679-69D0-F645-81F8-C9593F93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14CE57D-1326-6393-D3BF-4EC3203F9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C0A516D-6E06-1006-9CF1-36DEE7E98F3F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CD5E6BB-D444-4A4F-70BA-2FB7BA53C5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D6177C-1712-4948-EC22-F0969202B0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AEF8B-1366-5F72-1C2E-12B62CF67F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36A326-761B-432A-D41A-7BC73ED754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75983"/>
            <a:ext cx="3270749" cy="8588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34320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25B725-7D3C-8DC0-7F0B-B205CDEB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DC64092-7021-15DF-CD32-7D4B0C236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F65BD2B-B381-C506-CEE2-D0760AE7DB13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00A031C-D55D-C7CF-3FDA-7588998493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F610D9-5484-737F-6271-430D52654C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AB2455-D774-E687-2AC0-FBE2977856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61DA84-6887-8679-B2B2-0AF4BE53A7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3058885"/>
            <a:ext cx="3270749" cy="6759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59949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517AF2-3757-7856-9B46-42665A74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A81740-B33A-E539-7A15-05D6B1AB9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063F1E-63F0-85E6-F712-C6A15AD045F2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AB92676-6E5C-0F4F-3D8C-745AE72A08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A53A5B-263D-BB41-A59A-F58EA21118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BA0378-AE27-8DFE-BDCD-7C3039F694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2AEC0B-10EB-B136-749E-207CAB3DA9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3320143"/>
            <a:ext cx="3270749" cy="4147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19726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AB03CC2-C9B8-314A-B262-A23F59D0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959D87-0DDE-FD2B-5E6C-3CAEB95EB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AF35F0-344B-464D-A530-C0880A0C5EC4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97C046-34E2-8E2C-7FEA-D0F3A454AB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72F3CF-4507-3B4A-C571-5EF5589834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E5E60D-6D8F-8C54-46A8-5157CECA02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50E595-9B28-577E-A910-8BD73B3429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148B00-CB42-A9B5-9F72-DB7D3FE2AE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3287485"/>
            <a:ext cx="3270749" cy="44737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7B54A1-8DCE-47EF-04AF-C27D5DCB9F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1533" y="3994717"/>
            <a:ext cx="2701140" cy="32328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5608058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62F320-8704-5232-5D5D-7DD2CEEB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6CFD72B-8A63-C128-3928-A3332BA7D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D1F2CB-61D4-09CA-0717-171F930928FB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B800B92-4D23-926D-646E-D906674C54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311FCA-476B-C72A-3A1B-D5B080CB49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3E4CE5-F3F8-CC5E-E966-F7887FE18E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40666-0268-705F-71C0-6B6DE4C4BB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BD5682-D133-362F-79F8-2E4CA8DCE8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3287485"/>
            <a:ext cx="3270749" cy="447373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9A651-6171-7BE6-A4F4-EFE5EF48DB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1533" y="4174367"/>
            <a:ext cx="2701140" cy="14363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7790522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CB21B1-CD1C-1898-9625-2094386A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0D053C-99A5-CCB4-CC51-8EC28AA38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BADFC5-19CE-BB3E-C6EC-DB76513FE59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7ABE97-8D61-BB91-6D2B-46D0F07E48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54A3B5-7734-89DF-A2C2-D1DE648201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C384FB-BCE0-B6BC-DD6B-38CCE0EF0A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7C2EF4-A838-B6E2-40FA-D3EF25F784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0446E8-FF27-7180-D800-9FAECC18F0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3570514"/>
            <a:ext cx="3270749" cy="164344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293C00-30AB-DDB0-9879-1E1C5EC37D5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1533" y="4174367"/>
            <a:ext cx="2701140" cy="14363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51250711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DBC4E6-C142-E041-FA0C-F5CE92BE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2D050BF-7FD5-3194-032D-278DA37FD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15C4EE-1253-FCC7-339D-75D7C5FC5866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65B0DE6-4047-23EF-FF5E-3D324BE644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769B6A-80FA-FA73-AA43-E8070F6F81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6CB965-EA4C-2412-7D2E-25AE83FF6C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8509CA-8D55-E26B-F610-1C7BD81308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99F523-F089-00FB-2134-C1D7E0AC87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1533" y="4174367"/>
            <a:ext cx="2701140" cy="14363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4791733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4C0D625-6A54-6DEA-6079-A8E807E1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ED664E-B7DF-019A-BB15-96D4C568F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755B60-1A15-7D11-4B67-4715CA4AEEC0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FBD5DD5-A395-0E65-92F4-D677746C2C4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C2A029-5282-1B90-6B20-937B1FCFDE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B365F6-E109-F281-ED19-B3C190001D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40A6E-F507-AAE0-9A93-0A6481F446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518660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177303C-CB7E-FE81-2262-D55268515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78D7B71-F848-9B6C-102A-9C42EF1C5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C69831-9FC3-B287-C652-6026B1EDC00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ED89690-9CDE-F42F-7780-10E8B9D88C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F0A8CE-1330-CDDD-330C-BDBA7F4142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3AAAB0-2141-765B-0DEC-BEABEB8DFA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E049A-0191-EE81-5065-4D03DA2F64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94720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C96660-1208-9CEB-8000-64FD1A17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480D808-EB77-EEC7-7E0D-DFEDDD6DE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7CB80F-9A2A-0BA7-CF20-24CDBF9B6607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72795AB-6DDF-2028-A668-654A3CC8356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92B98-5BBF-DBA7-D210-3D186B8F84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E13040-6EFD-9187-2888-6B0B13B4A8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6A6BB-D23A-000B-EAD3-9F1F62043D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896459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84A6721-686D-C8B9-2F51-C48B609E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1BA75D3-3A6C-6F7B-BB75-1E91B78B4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D53155-947C-42C1-950C-01983DF2DA2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FC2F4DC-481E-9F16-A48C-F21F1C0114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D12A77-A0CF-1B2F-C74C-0C7DF61AE9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A8DD0F-B6BB-655F-F6C7-F8A226006C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F56140-EA64-DB92-E622-10DFF3FC9B7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296171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CA509ED-6895-B37D-DDA1-B99C6A3C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3496C15-446A-79A1-17E1-26049B6D3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36B384C-03C2-F52D-4973-669F1B7F5466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9749686-FEE4-36CF-A924-C54E3312FC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FA03FD-7E67-8155-6052-4C867DD2D9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F0F954-4C0E-D078-0A82-8FD48AEF970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DC787C-EEB4-3240-273C-C17A67FB72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3D45B9-F46B-925F-F0E6-F4113FF7D8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253B1E-9088-EE1E-9B9D-EF45DF81D45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6632" y="4585410"/>
            <a:ext cx="2106647" cy="94807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10340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7D73458-0100-89E4-0F66-A43CCDFAC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789626-A17F-FAE5-F1C6-C7A0711DE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0EF346-3086-6F21-7AEC-F67E33786701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0CA3BD-0266-426B-7817-776A126615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E0CF1-FD54-523A-F72A-740D5AA14C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7EAB9-D722-92C7-96E2-153A4BE65D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712C7-D62A-92B9-B2AA-10435381A3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6A093E-2C41-45C0-FFBF-D42FAF14AF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5950BF-DB40-981F-80E2-ACEC01DF567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6632" y="4749800"/>
            <a:ext cx="2106647" cy="7836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67925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DCCF0C-C995-3FFC-8988-70C8A619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E1E2D85-B7A6-98E4-39E8-FCF1ADB8E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37606B6-A4B8-03A6-96B7-5FE5AAE41414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B1403D-4F06-43CD-2C2F-FD1B14D3592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467549-7150-A49D-50C4-29E8A02F15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20CF9B-7617-B28A-561F-8DC1C7B3D4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11238-ADAD-64FE-F1CE-08E5F0110C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D9151D-39CE-C684-DC65-9AFB422917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570007-8AE7-793D-B191-9DD4640167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6632" y="5003800"/>
            <a:ext cx="2106647" cy="5296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980341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2B61DA3-1CF9-63D2-DAC6-BBD4F7D3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7B95AE1-34D2-6B43-E0CE-959C99D24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551B79-3EB0-3D9B-D64A-8EF07913035B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3FAC088-41EC-4491-83EB-55BFDC8A11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9FC577-9B1B-4A2A-7090-EDCAE83D08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9150E2-1ABD-9C31-22BF-53BAE72302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AF7EB-5F8A-6B55-24AA-67DF3074A7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7EC9FC-4A7A-A2A4-1E55-7E2977BFDC9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F80304-518B-547E-C077-090DAED5EE7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6632" y="5215466"/>
            <a:ext cx="2106647" cy="3180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00381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24E485-220D-86A5-9481-02B481EF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30D0FB9-3D38-BC0C-CBC6-B6FB04562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84DE922-7E78-C8C0-65FD-A82456669B5F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7AEB40-6701-8995-9DDA-7BC979EEFC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D26848-AAD1-B148-4AB3-48C8156136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E93B78-D410-1634-3B63-E804E1EA58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A01B7-F420-D6BF-D00D-67F56EE167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F9A22-2E5C-01F4-34C6-C9A0ECD4B7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25A1C14-DEBA-E312-FB1F-27512E503C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6632" y="5384023"/>
            <a:ext cx="2106647" cy="1494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947840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AC9F820-3F3D-F7A3-423B-96746103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BD55160-3A62-A141-EFCD-A4D122346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C02556C-A031-37F0-A967-9FA5B8046B4F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F01133D-3C9C-6F7E-84C8-1A80FACA3D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1210D6-B47D-7E0A-E644-12EC431A8E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D54034-3900-DEA6-9CEA-F0A0433DE3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E52276-CF89-D6CB-70E1-03E7A5C3CBB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EC764F-E29B-607C-953A-901585DB10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17860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99B02C-2E96-35EA-3D5F-77B0D45D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AA4FCF-814B-99AF-0165-A276D38777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C01033F-F689-4CF3-561B-E68F21A88119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1CCDC64-1141-64EB-8EE6-A2DC302698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F3236F-5166-1C1A-778C-88DFAA0AB6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3025E8-8B4E-9C18-5113-2863065078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C92C4-F73C-4C3C-586E-8BA237C344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AF5C5D-9144-26A3-66D4-EBFB8A7052F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840736-83D4-1005-A4D5-39031D396AA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72255D-04A3-8556-088B-1A7F9228793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36841" y="5797852"/>
            <a:ext cx="1130720" cy="46410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3596979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9E5369-0480-9FBF-96F6-19C5C138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3E61D6-C3DA-686F-17B8-4C0A5E61C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EF7019-2650-F051-91A2-0DEA545D4C10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B755A68-1DBC-BBCE-5649-7ADD47AAF14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FD1716-60C2-4159-EA48-CE7B89890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AC2B09-C619-F63E-0329-2759B86652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0B7D2-1E15-A235-92BC-413DCDAF0A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F64F6D-CCFE-2C9F-7AF4-88ED80A743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2CD633-7EF9-35FE-86F2-688E176B349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807302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84AA13-8248-9104-B8CE-369C2C64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6A2690C-E539-4522-AACC-437B43332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578A79-7EB5-3639-4B4A-6B817149BCDD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F9F05F-4C04-E0C3-ED0C-4E4CA45DAC7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9BC1AE-7FD9-0B62-8891-27FEB97274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7C1B0E-DF49-92FF-BA33-7310473547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33927-ED05-282D-FDEC-E30284698DB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FFF6E5-636C-701F-20BF-646F3E418D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C7BCE7-BD2D-476E-AC22-E050787CFC4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593580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FCD231C-DAE5-020A-EA27-2D653E718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EA98D0-20AA-0FD8-7642-E6D299B72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0F1909F-C024-0483-6415-697E7EEC62FC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66276EB-0EBE-93EC-959B-2581524B00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A7C11E-92F5-3C6C-975B-2AC4490E7D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7B0D2F-4746-21DE-581F-E2584946EE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53726E-7D27-81CA-00B4-2AAF785182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A899E-5EAA-A3B7-558D-47A7D05F094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50E1C1-BC1A-36E3-1C19-6BF88FB5E23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Google Shape;198;p20">
            <a:extLst>
              <a:ext uri="{FF2B5EF4-FFF2-40B4-BE49-F238E27FC236}">
                <a16:creationId xmlns:a16="http://schemas.microsoft.com/office/drawing/2014/main" id="{94BD0F23-6DAF-869E-90D7-1698763DD773}"/>
              </a:ext>
            </a:extLst>
          </p:cNvPr>
          <p:cNvSpPr txBox="1"/>
          <p:nvPr/>
        </p:nvSpPr>
        <p:spPr>
          <a:xfrm>
            <a:off x="1215642" y="5654123"/>
            <a:ext cx="447585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(Not covered in detail today)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284727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21E2AFF-85D9-EB8A-ABC6-482BD0BD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BB9832-96D0-EA2D-3693-03EDD4503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B5E617-40B2-7760-8733-EC07F9006023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39EB98D-6888-8294-8F38-EF214E4860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C2A62-9EC5-BA70-6619-B4F9FA99F2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D11CCF-F8D4-7D63-26DB-3C3D54B6B2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92BC1-6797-27A4-A3A7-15EC41FFB7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14A4D7-CAB2-1AF2-5366-1E5764DD80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CE9BEB-A174-6128-3D1D-48B0D408008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147956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0E379E-C1E1-EAD8-1534-D4AAEF01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A758478-8634-4650-E27B-4E45C08BE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178A8BA-B785-55E1-39C8-AE3E81182684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24F328-8A1E-12AA-9BD3-92159AC619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330ECF-13D6-E437-559F-898CD905AD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77C900-093C-EF6C-CBA2-15770583BA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C1B7A-8276-651F-DF21-65C51BF716B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198;p20">
            <a:extLst>
              <a:ext uri="{FF2B5EF4-FFF2-40B4-BE49-F238E27FC236}">
                <a16:creationId xmlns:a16="http://schemas.microsoft.com/office/drawing/2014/main" id="{4DD9481B-0188-5918-A58D-A051237C1529}"/>
              </a:ext>
            </a:extLst>
          </p:cNvPr>
          <p:cNvSpPr txBox="1"/>
          <p:nvPr/>
        </p:nvSpPr>
        <p:spPr>
          <a:xfrm>
            <a:off x="4425445" y="5544854"/>
            <a:ext cx="3913805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Broadcasting is worth knowing about – produces faster and simpler code!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7BA133-BCC9-82D1-6764-000A6867BB2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941E6E-DD89-82B9-3FDB-8534352CA1C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602091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E38602-C8ED-BF50-631C-0C9FE9F6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40BEB2-B3F1-5C7C-C518-426D8BDEA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DF1E40-E8C5-CA73-9FA6-0D4162B6732C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075B48C-88EC-4C42-E163-B835020C657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F4A888-E23B-F3B1-AC8C-E6A92FE11C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93B40B-A498-1E72-014C-6A18521F7E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7050F-3027-0246-2A06-09E67526BD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359EDD-0952-3A4F-16AE-AE08B76047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97422-9735-F74C-D9D2-87A3DC44B10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839254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F15E62-1A50-89FA-4B9B-78772E7A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B6792DB-A5FA-6016-86BF-CE1F02FF6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3842" y="351019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Operations Along Axes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B27FC43-F8FD-0A82-1955-95BE8D95F9E8}"/>
              </a:ext>
            </a:extLst>
          </p:cNvPr>
          <p:cNvSpPr txBox="1"/>
          <p:nvPr/>
        </p:nvSpPr>
        <p:spPr>
          <a:xfrm>
            <a:off x="1139327" y="1817923"/>
            <a:ext cx="5901202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with functions other than </a:t>
            </a:r>
            <a:r>
              <a:rPr lang="en-GB" sz="18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np.sum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b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</a:b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can compute statistics along each axis.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works with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np.std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np.min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np.max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so on…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Pretty much all mathematical </a:t>
            </a:r>
            <a:r>
              <a:rPr lang="en-GB" sz="1600" dirty="0" err="1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functions support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…but you should always check </a:t>
            </a: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documentation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verify!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add a vector to each row of a matrix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a special instance of something known as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NumPy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’s own rules for applying matrix operations to higher dimensional tensors</a:t>
            </a: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b="1" i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99CC35-0C24-7C34-5DBB-C819123D2C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73F7A8-BFC1-D7F9-0B6B-CBA0802CB6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55043" y="1890318"/>
            <a:ext cx="4027407" cy="748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EA2DB1-2293-C62F-7C9C-0DBAA78D78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1924" y="2847976"/>
            <a:ext cx="3300526" cy="895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04275-9A4B-1F6D-835D-52E676301A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39250" y="3973550"/>
            <a:ext cx="2743200" cy="3714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55E5FD-157F-6D5A-8EDC-B424A1126DD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1553" y="4556278"/>
            <a:ext cx="2161120" cy="10063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56A728-CB0B-DD1E-8827-ABC445D50D7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21953" y="5773853"/>
            <a:ext cx="1160497" cy="5096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073887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2BBA130-1262-0E52-6E1E-6486CCF0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14FE7AC-DA52-2CF4-6C17-1C172DACB42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77D7F7-4E07-506D-BB34-F7DE55B4DA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BFDA4AC-AB3D-04F8-0B73-176C391DA06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24896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E2BA696-C533-A219-BB5C-ADFAEDFF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862043-7F75-C286-7E11-8DCAC656074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065D1A-5381-0202-AC2D-796488F77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FE348A9-51BE-10C5-14B1-2FFBAD2A3C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8AF37-0864-AEB8-EFC5-5ABF78F503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C2CE72-B67E-7AB6-F0D5-0790B377ED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6125" y="492053"/>
            <a:ext cx="3835185" cy="10082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45270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C1D409-71B6-3ABC-057B-27E889B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912C801-E980-1B92-06DC-6134331CFC14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DEC23B9-EE49-E5EA-EEA6-F9A983349D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C303993-5691-C2C4-E47E-22BEADF5B2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5DFA1-C18C-BA38-22BB-D815BC97F8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E74001-AB5B-D3DF-2467-7571FC0321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6125" y="653143"/>
            <a:ext cx="3835185" cy="8471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032687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D8D77A-82E4-FA6F-8125-06F096FF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A49FD33-5582-D179-73EE-A7A942D8632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ACF902-3FB0-E9B2-EF2A-AF00BF60CC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D488B7-2487-2156-FDF7-FA2519ACCC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5C0D5-E1D8-C28D-42F2-2BAD02B347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36458A-FF1F-9297-1A1B-823206C871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6125" y="968829"/>
            <a:ext cx="3835185" cy="5314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486838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54A4F9-6760-351C-967F-FEAB5344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730A99-0454-9359-BA35-C8CFAA49C22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6777F56-96C3-6F61-4F34-96F0514556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548F2BA-E2B3-F3BB-2E57-69CF373368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24977-CA98-587B-E332-1C82FD8CB1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763647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0A460F5-F9D0-75EE-7F5F-476819DE2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C33CB75-83B4-D426-2B6D-2E1A5631947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2A2C8F-8BC4-4257-CD9F-A19BC30F4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319AF2A-B67D-48EB-80A7-73E40A19644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9763E-DEDA-B129-3389-EAE205C4A3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9D2DA-9C00-850B-3F35-45040BE812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2F42737-AC21-A504-74EF-6A691AB8EF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52088" y="1747668"/>
            <a:ext cx="843986" cy="37551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1015609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7D2D1F-D0CB-038F-72DC-E354A331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2DB134-AF3C-50DD-D1FD-7A46B6577E2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F2F27E-63C7-4A57-10D2-4C4C08C2D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BA0F7F-386D-BBA2-EBF3-A4232973FA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1511E-7175-C972-6924-D9404E656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D0A072-4098-8A7E-48C9-A6622B0939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801311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3C5F8F-0180-0607-B066-F6D8C35B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F30F07-8C3D-156F-08E9-DD14A3C8623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C560317-FF78-083C-2981-526FE67F1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5EB2173-AEA5-742F-CBED-04A2A3B092D3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956839-4D38-2E06-C2A5-8B1F4641AA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8FAAC-8AD8-D223-640C-E43CC35B7A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2A1959-2435-B1EF-5F00-0FC3092DFA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722815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992A4D6-2F42-4EDC-0F52-A1BD6F938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536B9A1-CC2D-BFD2-48DB-E7570538EFA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7C72079-062E-3E42-7387-8F61614AE3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EBF4BA-FAFD-0E41-84AB-419E25358609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FC6282E-FAC7-3696-0AE6-8FEC472219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A0765-E52B-500A-70DC-75F8D96FE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010612-E6EB-FA3F-33F1-A6844EDF11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1D1030-1F10-D5C4-E3F8-43FEE823421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79BC74-17D8-EA4D-638B-5346746C51AF}"/>
              </a:ext>
            </a:extLst>
          </p:cNvPr>
          <p:cNvSpPr/>
          <p:nvPr/>
        </p:nvSpPr>
        <p:spPr>
          <a:xfrm>
            <a:off x="8521831" y="1847654"/>
            <a:ext cx="1451728" cy="121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A040CE-80C6-8C95-B6A2-8952B3F2AE9C}"/>
              </a:ext>
            </a:extLst>
          </p:cNvPr>
          <p:cNvSpPr/>
          <p:nvPr/>
        </p:nvSpPr>
        <p:spPr>
          <a:xfrm>
            <a:off x="7743154" y="3153820"/>
            <a:ext cx="2720598" cy="523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8945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9F3339-2B67-4761-93B3-704CA00B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CDA10C-374B-E0E8-4851-9E84974BAE8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375262-937B-F78A-9409-E8B88B2A95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11A6B0E-A490-4423-75CF-981A1A4FF0A6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66FC8F-AD41-FFF2-797E-D6D12E9F0C3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1E4C2-D08F-A6C9-3A71-CE0BB81AAF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51618F-F9FD-730C-92B6-BA8EC8112A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AB784F5-8D88-4D4C-C680-A3941458AA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A4FA05-BBA3-EA84-E0D5-1DFF855466F8}"/>
              </a:ext>
            </a:extLst>
          </p:cNvPr>
          <p:cNvSpPr/>
          <p:nvPr/>
        </p:nvSpPr>
        <p:spPr>
          <a:xfrm>
            <a:off x="7743154" y="3153820"/>
            <a:ext cx="2720598" cy="5230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70333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A6936A-3799-B06C-DFA3-461AFFAA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71BF36-4074-4C38-0228-4E2EBCE0607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5927FD-8AB4-54FC-C70B-CB416EA63D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2C2EA8-3EF8-2D37-BCFC-70DDA882EF76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01CCA39-4CF2-A94D-F999-55A7FE5582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EF193-6C8D-E974-6C90-F8B2B8A332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0694DB-4406-B010-7162-C36363E9A8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95D5B62-7995-3A5A-4525-6AF939831DD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0930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73C9F7-25C5-CDB3-76EF-81256E79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368D54-CFE1-CA35-7D9D-E8556270E2F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AFF080F-D845-FD27-C05C-EC9CF9D3D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A677A7-F60A-A873-982F-3D19B21070E0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83726B-FE00-3A4E-782D-F5344BCF1A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58BD9-FA96-C045-1BC9-46925196E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24366F-B699-D1A2-2C78-5EF148B580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61FCEE9-8A73-7839-1C55-23136FA5DC5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0059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0A297B-B492-8956-9D62-84013B70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B8E2F4-96B7-57B8-8F50-75963ABC0E9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03EE19-64C8-AF64-EFAD-A7A39F8CD4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69980BD-B8E8-C6BD-9215-C43E772EEB3C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1C6982-0B9C-386F-99A0-41F94D6CAA5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3B8A8-3CA0-A783-C593-503CDD08FE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343E19-AC8E-F5D7-EB21-D8F199F9B7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896EF67-C21C-D4AA-ADA9-6542E801A0E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3201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690819E-561F-020F-BFE3-AE2A3EDF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445D1F-FD0E-EF59-B21E-9267209AD1D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844435-D841-1958-1B93-A77426A7F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E5F2858-14C4-7129-4C29-E73C784C92F8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CBB05D-52D8-6269-B8F0-7AD999D6FA7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80879-D4B3-3A52-47C1-98D235ED4A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9E12E8-3DB3-6103-F105-37BA45B20F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DDFE37-00DF-70FF-499B-4E78DE58AFB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6399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8B3922-5E5A-F37E-995E-EFFA9ED5F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04359E-9375-0609-6F0C-F1E7B502A91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24A476-793E-558E-9929-253B632FE2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A457F25-4F97-D8F2-29D4-06B4F9AC8304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01E1D3-7075-D2BF-D9A0-93B03C5F88B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84FC4D-355B-3403-F392-D47565949A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501DA1-EEAA-7FA6-4D63-C6E2278389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95E0A9-7018-5195-78EB-5980F108B3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76A61C-8354-0B24-A213-BE1E8C43091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250F78-7581-58D4-8398-70BECB9C34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3932523"/>
            <a:ext cx="3857626" cy="17570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584521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ADB2A5B-8D17-9256-F05D-A521D70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24B5590-8EE4-FE85-175A-F4FD7AA8976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5094F85-222F-CD78-C3D8-703149E76C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0052D6-F3AD-8CC0-B429-293C3CCB0E97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03369BD-2C3C-150D-CF24-C8988352E0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D8A6F3-30D0-8AF9-279E-E823265B5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02822-985C-B41D-A28C-EC8B27EB3A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32B50C-FBB2-6A3E-730C-A4628ED2CB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B0B530-EDE9-5AEF-F08C-5C5B24EF591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F432840-8C38-97AF-234B-9D1E8C34495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4157221"/>
            <a:ext cx="3857626" cy="15323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94845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695C4DD-DE1C-1B59-9504-9F5E58BB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AFD8D7-A8E5-3A69-A616-E559A90293D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B908BF6-A6B8-1588-95AC-ECC76F798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66B501E-C5C1-4E25-E456-B0846526B122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A82B50C-2535-1BD4-13AE-6E0BA25639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95CA5-0663-97E0-3A3D-45DC2750B8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21C6AF-E2EC-7270-A1B2-6EADF403C4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79718A-4495-CC22-A987-D6A81FF1C9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43C116-6938-F360-303D-32B96A22607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BDF21C-B8E0-5074-79E1-0CA31C40D9C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4487159"/>
            <a:ext cx="3857626" cy="12024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547020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60F8F5-CD8E-2973-5668-6307AD17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BA0B113-4CFE-2F48-D285-6680DFA7316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CA5B01-1C24-B0E7-EDDE-58A611349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522176A-C7F7-9DAD-D555-AB7A8997C957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5D3186D-A2F9-70D7-E0B8-3B0B2473A6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7B4321-6C3F-8EA1-A408-8F3435F13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F27B3-D075-007F-747D-2F26F0BE19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A42662-D31F-33E5-7B3C-8557DB8A2F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69665C-69CE-672D-DE3B-24225FE514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53D09C-E72B-32CE-FE59-2B0C2F71331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4977353"/>
            <a:ext cx="3857626" cy="7122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068346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D77ECF8-3F76-ED95-41B5-9EB8715C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E4506B9-FBFB-01F2-9A1F-03DFA4CD703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54C57E4-76DE-A986-DDF4-64E7C47FF9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24E7494-88E1-19DC-6D34-D1B42AAB571F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8B9F61-C542-FE3C-5CF6-829E01F951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EEE01-70FE-D409-A834-7A03E24284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AF31F-F297-7E92-B6B1-483607C175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6CF83E-B4A3-38FD-470A-D460C46B91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4BA7C0-E611-E44E-A228-73F429B750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74B893-ACAC-6C4A-00BE-E8EF84B5552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71BDFD-5A21-F01E-C634-B0BD7AD9677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5043717"/>
            <a:ext cx="3857626" cy="64588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2577713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9D61AAB-034A-9DBC-6612-EE5F23F4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3A38FA5-493B-221B-6C3F-0CA6D08BA1A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E65830-55C7-398A-7838-15CFE40168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46E57F3-A5F6-5502-87E8-8FFF3499FC2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CA0AE9F-0A99-D3DE-0064-6C0EACF5F1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4D916-6C27-2DD6-A757-59DD6AE87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8A3D23-E514-4940-0722-696B2C51C1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BF0F89-DC13-4CFA-A289-DB39376F39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8A8DA4-9990-7A9F-6291-0CD1C5E3CE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E7AA23-83EA-BA8B-7E0D-A51603A2477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605805-60FF-5D5F-2E22-533819047F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5288437"/>
            <a:ext cx="3857626" cy="4011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755179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2FDB60-437C-0BB0-0AB3-93009E57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0A68C7C-CD94-350D-4CD2-CFA0F5E96615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8CD8126-7962-7B26-DA03-BAF4601E3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2F648AA-CD87-3F88-29DB-0DBF5B0E43ED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04192EE-FAFA-750F-8526-F3DBB73F49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6CB165-EEBA-C26D-C35B-644E711030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510ED2-1948-B63D-6EEA-25521EB548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643CE-DBFD-2DB6-2872-289986E545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212F4F-4D88-4088-FFA9-689C65F5C0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99C7A3-56FE-1FAA-B494-2B1C1B96DC6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EE7FA0-C112-0885-32EF-518219A9D35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38400" y="5500688"/>
            <a:ext cx="3857626" cy="1889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944439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4BC5BC-CC4C-AB6D-B9B7-53469BCB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5C2894-2A1B-3353-40F9-9048C0D4424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4D439D2-EBBE-B4CC-D160-9B860E5EC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07F414-5F95-5282-389C-FD7650798552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D8CE675-8AE7-507F-BF56-70F948BC3C1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07452-06F1-A734-09CA-978AE30E5C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FA1F4E-DCF1-CC70-3E0F-F951C507F8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59458E-C9F4-E819-5583-270B6D5737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CA057F-49A8-CFA2-D88C-643FDD83D7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F6E10C-EF0F-C006-AEBF-454E073D192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D574E6-0452-352D-8D24-7AA677F8A4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1250" y="5500688"/>
            <a:ext cx="2644776" cy="1889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498420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BBD2799-9509-B75F-8BFF-8ADA4E0E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DD5EC3D-979C-58E3-1CC8-F6FC27DB1E2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C7EAAFD-999D-712C-242A-257031A2B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B4C87C-FFC6-D795-EB62-B9955E2F21B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DBEDEAF-C6A6-9B51-79B1-C7169B2554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BFF7EA-6E14-8CA3-CAB3-F3DA8191F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951A66-91B1-CDED-2107-93CD253539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72BEFE-864A-B0D5-07F4-554C822A12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026929-504F-79D9-30FA-ED39A6146F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35B310-2691-E6E5-80ED-3917E05770B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9A8529-76B7-264E-35FC-C6DE4B8F6D5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68D5B-8536-4B10-1A9C-7BBA0CF3C05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51250" y="5500688"/>
            <a:ext cx="2644776" cy="18891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1272266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ECBDD5D-B391-01E6-B297-FA39FCD8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E076D1-A712-546F-701F-8A61D76DAF6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8D0BAB-C219-C263-DDCB-0D1E9B004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32EA7A-7A65-C843-3AF1-A9229B3CD0E6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6101B62-89FE-5141-4595-086A139F8AD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48618F-2120-3A73-9B77-998473598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0FA29C-A131-2406-EB14-92DEC340F6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D059E-14F2-0475-BC33-2892531FF4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B172F7-6DC8-E684-406A-660BEA8ADDD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FA02FD1-EAE2-9C11-B53D-5065B459E17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121639-15F8-8BF3-7E6C-5A97BB56132E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222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23B4A77-B453-C2D4-E7F0-F1CCA695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38EEFB-BB7D-3AF2-21D0-9480A26DA7E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4757EC1-31FD-B4A2-8DDC-D7C7AA630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B984923-AD64-CF31-CEE9-21C77095A441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F9D773-608B-B02A-4380-762C7F0838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15A376-CF0C-0BCF-20A4-65ED1535C4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29F2A5-01C8-650D-D100-A379FF7596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B1DA11-A526-3C54-7E8A-AFDD513327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2372D3-72A1-C780-B46E-A33441612B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9A78CB2-9269-2B2E-7DEE-4B29905871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BB66BC-12C8-A8B4-9A1B-D4775B936D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536BCF4-E5B8-72E3-B93D-AFD671AC886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6CD624-585B-5F89-7B09-7D245C0118E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3932491"/>
            <a:ext cx="3857626" cy="17570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92633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7DAE978-5E80-AA9B-D766-77DB33B37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F9B6E2-A54E-5756-DA20-48CB078ED62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1E3835-5A7B-CDCA-F5CB-0EBFF1546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311B748-32C2-1957-EA5A-40FEB9B78BF6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AE6778-BAF4-0A33-6240-6D76816E98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5D6D86-ACFD-82A2-F08B-A3E30534A9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7F8227-A229-0ACE-D7D7-72DE576D18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E6533A-3FC1-1223-06BA-14E774260F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C2E4B2-7902-4099-007D-2DF23699A6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78FB82-FE5F-F1EF-2D14-43183B1A625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77B051-B26A-80B4-6940-CC6079E8FE2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360D26-C82E-B121-6C1C-B3F8012BF01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1B1280-F0C4-EEDB-32D8-F902442C95E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4162425"/>
            <a:ext cx="3857626" cy="15271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360282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76671A3-D0CC-D860-9DE4-36292920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95854C7-F456-4193-9496-D9B2C068DCA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C2FFE7D-0F9D-35D6-8779-E0F194613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CF857D3-394E-F969-6014-6D85B2CC7FB0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31E4235-30D1-CFF2-A95D-B552855735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B451BB-23E0-2D28-E6FB-8C32CDC66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3FBB10-6648-7025-177F-1AD9C0ED73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8C17A6-226E-E328-118E-7C67960E68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AB9212-4C59-BCDA-445B-7EC3E14B3F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117260-7C7A-C577-F6B6-9CD1067593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41B13C-4D8F-6291-C8DF-B9B7A053889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C05D74D-DAC9-CE13-CF9E-3DEA069B3B0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32DE12-3125-DEA7-D2F0-04F12DE1DE7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4400550"/>
            <a:ext cx="3857626" cy="12890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313497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D38715E-0FA4-5C8A-3A11-A3AD9DC4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D82286F-9131-72D7-9E46-E7A80B2CAA2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919F02F-C644-ED84-BCDC-CE56AAA8C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8970EB2-13BC-F9DC-DDCE-5C8241CEBEC3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BA3EC4-34EF-1C5B-92BE-E4D86CA20C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23E5BC-7731-53A1-31A3-EC82313514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3AA991-FE78-59E4-F871-C45A2AD79A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6EF79-D87E-CEB9-2EDC-A4EED8912F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0FA3CD-C312-95BF-DA38-2DBF70A2C6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327151-73FA-5CB7-6AD0-CC36A39FFAA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089C70-9D83-951A-9D59-99B46F67BCB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EA9E0E-26E2-2425-2377-45D8734B590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ACA2E5-7DD7-9DCA-B84A-9E7C16F7C86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5048250"/>
            <a:ext cx="3857626" cy="6413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849150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A2C7940-9DF5-76D1-56DD-A500A7612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6E507D-3095-D72B-1159-F23F0EA081C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5A946F-208D-3140-04CF-494CFEFCA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93AE13-1274-0627-480E-0BF42E76C743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A2D94A3-02F3-5484-6371-D9C0BA3C81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E60FB4-B6F7-5C25-C032-935BCDEA8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3A7FFD-F16E-B475-4424-F04F9210DE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5F9626-8B45-B2FF-5D1E-D0204AC34F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2E8A79-9EDB-DA53-FBF5-FCAB335096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38860F-8A60-0865-A714-47A41E8677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18981" y="5883390"/>
            <a:ext cx="1189787" cy="218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1F9AFA-1303-3C56-F304-4409EC3F89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26FB346-8A9E-32E5-E528-3FB67061317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4868F3-3C43-2AF6-0403-38A20A016A8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062043-3643-67FE-3638-047E1814436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5048250"/>
            <a:ext cx="3857626" cy="6413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53337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043EEA-3326-DA48-E960-EE5ABCE55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E567A7-748B-DE56-E15C-3D34F772D16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C98A0D6-3D6F-D0A7-D48F-893AFE65C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0031A9A-5EAF-AEE2-9B8D-8C6F13757BB8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459788-8EDD-13CA-C41A-8C28A3A9252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08DF38-D693-3299-A8F5-940018D171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C9F85-B960-02C7-EA14-6CD4096528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DAD641-1E69-73FB-1A18-971731EB4D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2B56F8-6C6A-C46E-7518-A3DA6E0F8D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D9A562-F513-D698-4000-224FF2CD0D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18981" y="5883390"/>
            <a:ext cx="1189787" cy="218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A59F73-761A-0F75-511C-60A03429F2D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707856-12D9-FD23-2F31-64767EA4E23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E49A03-34DC-18AD-4E54-ADBEBFCFBBD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671ED7-8069-F559-3209-B6B9BE15689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5305426"/>
            <a:ext cx="3857626" cy="3936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2778452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4A9E377-472A-BD8A-B88D-CCA0D046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9DAEA6-B641-0C14-CE51-F33B47B3BD9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0BEF402-F993-312C-DE3F-019A85B28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F1E0CF1-3017-850C-2BA5-D8562F33CDA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D3C2BC-206B-B07F-4B53-A69561B763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4DBAD9-295F-9241-6364-25D342A684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7DDA84-3780-8116-ED47-968FD8A5E0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81ECA5-0DF4-08C7-DEFF-A6A0F2E4CC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BF634C-2D78-E5C5-1B97-35D3DD6A49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D94108-5E30-101C-6EAC-0C231019F1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18981" y="5883390"/>
            <a:ext cx="1189787" cy="218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5D24DB-1EAE-1072-94BC-CAE58A6E3C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B2C44A-F433-135F-29D7-683A8359E5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1A8BCE-6B56-6DFB-D1B6-AADCDC6E1080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8529FC-DC35-2821-656B-05A1CA35067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1448" y="5499100"/>
            <a:ext cx="3857626" cy="1999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4420921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34A16EF-B47B-C01A-FBE5-A1565C42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125A79-40D8-D2B6-F8FF-459AA88F0BB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0CC767D-899D-961E-033C-A8C5C6CF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4BAF4A5-74CB-1CB2-F7BC-2C69667132E7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5B6989B-3AC0-B956-B7D9-681981C4FB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A641A7-4894-E4CB-F60F-EEA3A79B58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DDBB2D-1836-4A58-0164-B8ABE92722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C07E5-0039-9038-F50F-5E61CDC6C8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3EE4E3-9E8C-3F1F-2B66-C0E05001D4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4E4867-E24D-5941-C63E-21C296B8422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18981" y="5883390"/>
            <a:ext cx="1189787" cy="218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3267CC-1D87-F2D6-5E95-8E2EF6A3C4D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EA3535-B25B-FE34-EAD8-1885C03AFE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F69B52-EA0C-0F1F-2178-8011FF8B1EF9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92285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373EAD3-0886-D01A-3C96-38294297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CB1BCE5-CA43-5334-54F8-267F860BC2A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2A98691-547E-740A-ABCE-5C9761A556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Flatten and Ravel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844D556-BA64-3729-13C9-A2DA92D20576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Sometimes, it is useful to convert higher dimensional arrays to one-dimensional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“flattened arrays”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done a lot in machine learning, where sometimes we want to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“forget the shape”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of an array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do this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ravel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n-GB" sz="1600" b="1" i="1" dirty="0">
              <a:solidFill>
                <a:schemeClr val="accent2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Ravel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whereas flatten creates 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copy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500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3B53863-A0E4-CA15-EBC6-B370D9A5F5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50C0A6-1A4F-6629-9B9A-3DC7E81FED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7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85CED5-AA6A-0C82-0AD1-2D06DFCC81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03434" y="5875084"/>
            <a:ext cx="1171287" cy="198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80F11-9CDA-B20E-149F-1FA10F6440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34353" y="459556"/>
            <a:ext cx="3874416" cy="112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069B9B-AA32-3FC1-3779-FB5BFD152E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1321" y="1706728"/>
            <a:ext cx="897448" cy="4355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07EC01-FBC2-44FD-9E02-DFD8D6C5C8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018981" y="5883390"/>
            <a:ext cx="1189787" cy="2188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D68E72-42B5-4853-431B-777E7A8EC66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904" y="3913473"/>
            <a:ext cx="3979865" cy="17951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A43D60-9EEF-9255-EF37-57D6B87989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10330" y="5878767"/>
            <a:ext cx="1373772" cy="3896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FE1AAB-B9E2-1175-4387-4B4EB33518B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7072" y="5892863"/>
            <a:ext cx="845050" cy="3755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ED5B3D-EFC9-349D-5F18-9672581EE88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5747" y="1765622"/>
            <a:ext cx="3288330" cy="18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0972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87C97EA-14F4-84D0-B019-A8698F14E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67089F-52A5-B31D-1223-667162FEB31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F7412D-88AE-5D8B-AE70-8A6E1C469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AB665B4-816C-C5AB-5221-86180E5191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10354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18A955A-7BED-E9B2-ECD0-102A8CB0D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73EB3A-9A0A-978C-4584-2A0B84D9E72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3B46B7F-D21F-9C47-86FB-1BAD713E1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9E8EEB5-39AE-47A6-48E6-2AEFC92C272D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327D96-FE52-2D6B-9E03-48E04DFB4D5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02849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5E228B-E228-4E34-FFA7-C8E2815E5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7F10AF-BC71-A866-AB95-BFB6B8EE2C7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55FA9D-CA22-C351-6F21-4860E6DD8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F79D3A-832F-DCF6-F4DB-4796A8E069BE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48ED4DA-191A-EE5D-3508-FAEC1B7EA9F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3033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FE2A2A3-8406-9107-6B47-1652A231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230AC94-0312-4FF1-0816-06E019AB697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2BD1A9-555D-8E72-46ED-69C5F1782B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B947630-62E9-4F87-2A0A-7E3290C4E0D0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3CC66A-4255-7604-B389-9B2C8478B9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37972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32A479-B869-458D-3A58-46D0CD7F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FAC234C-BACF-E953-C94E-B16C4B736A2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7AC4B9-B268-4E16-6994-89CD8D1FD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459EFA-E65C-CE18-21B6-AB0887D67A63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4AC370-78AA-0A76-8141-72708CA67F0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09570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FE86C5-CC67-B96D-AEEA-0EAA009B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D4F2F5-02D8-2EF2-7DA9-40C63B1892F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3C2A840-E8C2-E0A5-0F19-BDBAB5421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B9EC47C-4546-D017-0FD4-6141F74DD2DC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B961BC0-64A6-4845-DECE-BF74B95B56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5122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7F465E-62DA-7986-D241-A69CA12B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03BC68-5C90-DBDE-2B3E-AA3E01B8D19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B163FF-F5E1-F93C-8BF3-6808AC4EE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F8688EB-D711-5A19-0923-42EE156E60D0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B4BB99A-2718-55DF-F93B-1BF82D965F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5447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15BA1F-C545-9CAF-A589-1E93A338D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2A401C-EB89-A0C5-56DD-61E4F843702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CED0C66-C8D0-B802-A885-07D7B913EF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EBB2A3-3CD4-7C7D-6BCC-EAC8A1C98C62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0B0A45-00AA-FCC5-F209-6A8C337FF3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03BDBE-A95D-5C38-B6DC-C8BFB335F6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ECDBAB-09D7-5E86-64C6-DA199FEB4D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465809"/>
            <a:ext cx="3525347" cy="29568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4694942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438E24-6220-B7AE-F001-AE5F84FE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4755C99-E5D7-A8A6-249E-DC7B00950B1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57E31B9-EAAB-BFCB-B952-BDF3713CF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68F31E-9583-32DB-FFB2-E20B804F8C29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73DF906-2DA1-4740-B07E-11E29FE4930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10C23A-EE87-A1C9-03E6-FB7EB7CE0A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EEF5FAD-1DA5-9753-B3BB-AA0280200A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863600"/>
            <a:ext cx="3525347" cy="25590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878733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54FFF23-2CCF-BF4E-8D42-73301309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42512A-CF60-57F5-2866-8099FA4AE2E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147C711-04EE-96B5-B214-765D4B691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ADCA1BE-5D6C-68C4-5CC2-785EA275778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78AC1D7-289D-6F18-7028-1E9E026D45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3AB414-E72E-B00E-5ECB-41C1B9711A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DACD20-C349-1AFC-CCF2-FE1D59D882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1155700"/>
            <a:ext cx="3525347" cy="22542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1475012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CD8CC32-614C-A882-32AC-24E5A7B8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D06A066-9695-F7D9-6010-1134B3583AE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071151-8226-0F3A-7895-313344F1A4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0927942-9EBB-2D0C-A89A-EA562B832428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B0951FF-4A33-2B54-59AB-AE90073EAF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6C24C-B2BA-1194-51CB-9A5A8C8E1F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FF40AE5-4DA7-18B6-71E6-FECCD1EBEC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1319650"/>
            <a:ext cx="3525347" cy="2103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933694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866A52D-2495-3C59-0B1A-83DA23FE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A0DCB1-F6AD-31FF-C34D-284E3CD6EC3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3403C7E-0690-9951-FC3F-F7DA988DA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920BFF-F0F4-7846-F73B-F3BD3FFA2CAB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76F9C02-C529-6D88-87ED-12011BAB57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21C4D1-A55A-1C05-6534-5AC114DF20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2F6843-2944-0910-FE5D-CC3261FDDA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1489434"/>
            <a:ext cx="3525347" cy="19332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76692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85D4F4-AD87-33FA-0F43-64ACCBCC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DB87CD6-F43D-2A98-F6A1-0A2BD0341F6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1EBDC08-2951-CBAA-6BBA-C1D18DDCA4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422990A-078E-8574-5CA1-A3815216A142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E4F37C3-AD86-4450-B961-0AAB451743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FDF6E9-34F6-32D5-AD8C-FDBB5BFB25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000DD0-EA47-FA33-518B-14FD7AD67E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1800224"/>
            <a:ext cx="3525347" cy="16224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93948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D0AB4B0-E2EB-C7A6-F680-C6768479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848FD3F-68AE-24E9-BC56-D52F3FAFCDA4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856984C-6D8D-20CD-6E73-62F77F5D1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CD036E4-2E27-097E-827A-974A7E123B0F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0F40B35-D2FC-ED3C-20DC-2C34EB4DD8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4BA664-0B21-3FC4-7903-D261FC9E3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C3E187-D8B5-7841-ABDF-4B9CADBF99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2386003"/>
            <a:ext cx="3525347" cy="10366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223471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7488D6-03E8-6367-15A9-A63C3040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5FBB70-BD3D-29E0-9700-1BD5FBB1E76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FB20AB-7EDE-41C5-B0ED-E5A8F212D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72579C2-DE4D-7B9C-D586-FDE011AF959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E1B7B37-481D-3775-4B67-2C3A7873BB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FD3E51-3599-EB3E-CC02-EA73A29425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01C630-505E-D1A5-1706-1B3AB60158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2613025"/>
            <a:ext cx="3525347" cy="8096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55158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927F000-E395-E8E1-3C18-4712D2CA0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597856E-BC05-9230-A757-6E592AE9E51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C1082A-F265-D7BF-11F9-AE85753DC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71ABBEE-AF52-FED3-5CB4-C4A9E1C1D330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4C6C3CE-6E8A-0DCE-E09B-0444ED34EB4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5666F8-9651-9452-4282-C7979F061A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F931C9-C345-BF82-DE08-22BD3C7249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2876550"/>
            <a:ext cx="3525347" cy="5461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425450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E850F7C-145C-163F-9BEA-715B8470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7B02C5-D044-AB7B-85DE-94ED1C69CC8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EF4D6C-F4A1-33B9-F79C-4C413179B3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0E3A16C-35F1-4C17-D197-0DE72B0DF487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F7D313A-E7D7-81E8-8F79-F0D0080A735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2B02DF-7172-5652-3C50-9819D0A95A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B1A5AF-30B6-6BE7-CE63-422CC5AA56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EF5547-E76D-9401-BB71-2E0F6805A7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2851960"/>
            <a:ext cx="3525347" cy="5706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20471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2CECA2B-35D2-C875-1724-59B5B1FD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7C9B95-9710-E089-CE25-876DB8FFDF2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79259F1-F483-BAC6-F79C-8E97B3C69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781EABF-3C29-29F4-C173-E0A2307894B8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10A470-CE61-4142-17E2-949732AF11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D99605-3141-F370-B08D-1524F34997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C2D17C9-3AC3-4306-9B5B-80BD0BA732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02E0AB-A603-8A3D-080B-C131BE3748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3086100"/>
            <a:ext cx="3525347" cy="3365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154560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B6BCB2-54AF-71F3-C0F6-FA295C34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9DF9964-CF64-5BE7-C228-48129699F29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3B91C3-3FC7-B90A-DEE1-FBC10A156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F646CC7-6998-A1BB-D2A5-6B6939A7954A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D8EF789-5F39-C9BA-E84D-A1C6F773F7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97E2B0-2E6A-F6B8-D4E2-2164B9815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151617-53FE-F52B-56DD-E6E549973B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F4FDE3-338F-4CA6-2AFD-4EB1618C73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31603" y="3248024"/>
            <a:ext cx="3525347" cy="1746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0989885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C8605AA-D606-DCC0-C0FA-75CA2501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AD10A9-1F04-4133-514C-EA6CF582405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F4F0A6C-D14A-4F91-F690-F6E364632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082D4E-311D-6060-5F28-E6457B196627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C4F5A0E-B5B3-3B07-9006-73133ED6686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704BA5-6B53-C582-F3C1-10ADC45EE4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4B7945-BC60-329C-F554-B948082547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1161992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1D5D6B3-2345-26DC-FCBC-1AEFBB1E8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4ADCAFC-102C-6F85-1270-24B6E3E3D5B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45786F4-778D-11A0-6514-2CCF20F07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158E714-EEC2-438D-AFF8-79E04E727778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B4CE786-BB29-BAC3-4763-061ECB324F0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F65B1E-57CC-4965-AA49-7B5887F52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98FA20-E24D-D161-B1B0-9505301670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F0BB48-C37C-0401-AB77-AADD43B739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2171" y="3702273"/>
            <a:ext cx="2316598" cy="228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44099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2A7E51-AB54-534C-5B5A-681D9A13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A26AF0-B1EE-6220-8BC8-B947B97F37C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4D097E1-454A-9484-743E-19AFAB0FB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1B83D6-DED6-C977-344F-7AA0EC4E8EA4}"/>
              </a:ext>
            </a:extLst>
          </p:cNvPr>
          <p:cNvSpPr txBox="1"/>
          <p:nvPr/>
        </p:nvSpPr>
        <p:spPr>
          <a:xfrm>
            <a:off x="1150369" y="1319650"/>
            <a:ext cx="54826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Sometimes it is useful to think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2D arrays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(matrices) as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… and vice versa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grid of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</a:t>
            </a:r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gridpoint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“pixel”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number is its intensity level.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arrays can represent </a:t>
            </a:r>
            <a:r>
              <a:rPr lang="en-GB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grayscale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We can make an image from an array using </a:t>
            </a:r>
            <a:r>
              <a:rPr lang="en-GB" dirty="0" err="1">
                <a:solidFill>
                  <a:srgbClr val="3F3F3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  <a:sym typeface="Calibri"/>
              </a:rPr>
              <a:t>plt.imshow</a:t>
            </a:r>
            <a:endParaRPr lang="en-GB" dirty="0">
              <a:solidFill>
                <a:srgbClr val="3F3F3F"/>
              </a:solidFill>
              <a:latin typeface="Courier New" panose="02070309020205020404" pitchFamily="49" charset="0"/>
              <a:ea typeface="Calibri"/>
              <a:cs typeface="Courier New" panose="02070309020205020404" pitchFamily="49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Viewing arrays as images can help us spot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hidden structure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in the data</a:t>
            </a: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BDE98C-36B1-70F5-99F6-FFEE8F7F24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DF6720-94B1-5315-F8B5-683566C96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18903" y="434900"/>
            <a:ext cx="3589866" cy="2994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61508D-8A1F-0106-BB3D-C25407750F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9201" y="4949492"/>
            <a:ext cx="2370666" cy="1042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58FF57-3B4F-B1C3-D6BF-D272B3D446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2171" y="3702273"/>
            <a:ext cx="2316598" cy="228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73119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35B45EF-933B-74A0-EF92-98A85FB3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4EAB1C-946E-BA20-6BB1-2DD4EF111C0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8047E2-B188-89BB-E207-D4D42D8AB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675922C-CEA5-940E-ADBC-401C4E0531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024538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54ECA6-FBD4-3BFB-BEBB-46491DE8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CD6827-A056-8946-3EBB-049007A7B79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6C672F0-38CD-8986-E82B-E07674528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AFF0C36-5934-C538-3FAE-8834561BADC9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16F77E-7289-CA77-4E30-00A3E9F311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845518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1C61A6C-BE1A-2DC9-1BBB-7E82CF02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A59D520-92D6-3E6B-4E1C-E9640246220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68BD7ED-D521-C42D-B8CD-9341AA2CD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F0098A3-7F5C-2122-40F0-D1E955701688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0BC679-DF15-2DFE-CF1B-15BFFC102B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36334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AE3428-9D1B-4618-617F-54AB918D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5584BB-EC60-F340-709C-AE61F878519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760DABB-E404-7497-3D36-5CB429E38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AB19E10-B1E3-CA70-9182-50924F297FE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AAD840C-9A40-C752-EA7C-1644069622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6E04E20-96C5-2329-795E-8103ADF38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30B4B0-665C-A2BD-783A-874A2792E4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163213"/>
            <a:ext cx="2923471" cy="252825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650323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327F292-F773-BE85-D92B-3B685A01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C6F55E6-E6FD-F25F-ACFB-2212D2CFE61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7F85CA7-72D9-3082-6CCE-F9C5AA0844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176057-CBD5-E02B-2012-BD29C0A3E779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BF8517D-1FEE-A8D1-AFE2-BBFEE13478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C1FAAF8-8CFB-146D-2B6C-969DEDA9E0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931E08-DAE3-CA20-EF4D-76AEC6853F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370450"/>
            <a:ext cx="2923471" cy="232101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1207551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2771FC-BF3B-8F31-D3DB-421179D7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AB1A560-E203-1F9A-7B2A-3065E3682F0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2796C1-81EB-460B-96C1-376FB1081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09F6C8-ED93-060E-6904-BF7A32465404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4A0FE4-413B-6D30-0975-4B4541467FE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4A4945-D3BE-A52D-FA23-EFDBFC7E6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CFA81C-7E0B-BD39-7B92-874A5D500B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725104"/>
            <a:ext cx="2923471" cy="196636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29709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FBE11C5-F347-E04A-D19A-482F852E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C574C85-11C8-F1B0-F4DE-5A68B40E5F1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CC1763B-FBF4-361B-4B43-2343728F24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AA325BE-662A-21A5-8DAD-310D4C5CFED8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E86F57D-7E4F-7318-44EE-C7D337AE474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3F59D10-F4BF-48A7-4FF9-D655853E6E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5618EE-7BBF-0207-D46E-63E3ABAF28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894788"/>
            <a:ext cx="2923471" cy="1796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8881290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06A6955-815E-0148-CB6C-8D260C224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A657CCC-5C38-7B60-8EF7-0B8A352DE42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DF1074-05CF-4846-4C22-E336B672E4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5DAA398-3500-05C0-5978-EF8DA0C3C963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5588D38-A8DC-F3B0-AFAD-153D7CA252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F4A5D23-B2F6-F142-36B6-79A94E44D9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5BCC0-5665-2A1D-87CF-86BCF9D558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894788"/>
            <a:ext cx="2923471" cy="1796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6605439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9A9FCA8-1F4D-5658-C0B8-BFD7A418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A75BBE0-220B-DCCD-3A31-E06296EB44F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E888700-66E4-E0F7-0FD3-5469FD1FD6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7133742-4668-7977-A94E-0051E48273B8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995DE36-DF00-5653-B951-AEEE0C667E6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D8E524-E12A-5D9B-BCA8-FCD366553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BCF4B-062D-8F0D-E811-74FAD1FE4C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894788"/>
            <a:ext cx="2923471" cy="1796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1419933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C704C6C-2430-81D9-8973-A96CD2F7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0982AE6-A42F-6BB5-59D7-AA151ED8711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04A2900-85FA-919D-F405-E72A06BE5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06E254-3E7E-3FB5-B3A7-9C3D68135106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1DD464-D32B-39AB-4051-1844C3F577A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BDB785C-F337-4233-5168-CC0BFFE68B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5D381A-6C2E-6931-BDDE-BEFD372D21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894788"/>
            <a:ext cx="2923471" cy="1796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938271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C992657-863F-4D5F-13E6-D26B4B94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FCB25B-FAE4-F4A1-9300-63865A20EAC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FE4A5B8-FEAC-FA46-1657-B25EC0E53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84AEE75-C174-C1B1-9DEE-F1D30A81CB03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C17FDAA-FE7E-4F65-18DC-9E36FF63AF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E0335A-1B9C-3034-2717-A473E1ECFF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93856-E131-ADED-493D-9DBC7B4491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1894788"/>
            <a:ext cx="2923471" cy="17966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5679003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2CD62D-26CE-5CC4-9691-3E38AC28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4F0E2E-D9D0-E7AE-DF59-989FD62B4DF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A63E345-4B96-C01F-EDAD-C91D9DE801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352C9B-2DA9-3614-019F-72351011FD39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38A8A8E-4345-CDD7-A11D-80669E5DBE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53EF49-B8DC-F70F-6755-F313C5CBD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88DAC9-2E89-B6E7-2D51-0D5AD7359D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142240"/>
            <a:ext cx="2923471" cy="15492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921514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5B7997-C6CD-86D4-E14A-592DB020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CD373A-F369-C4E7-86CC-6F08E9A88E35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312CFBD-B809-5229-FD45-230BCDEE5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218597D-437E-5EE7-719D-87E4F361CB5E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5F6060B-68FA-5A5A-2EDF-51D9DB3373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57B6345-53AC-DBD0-A08D-954FC4CAA4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6C6EE07-CB95-258A-6F65-8358DB9993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E3EA7A-2EB3-6FD9-31FE-2F9458C98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261226"/>
            <a:ext cx="2923471" cy="14302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110469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3E7407-4B98-70EB-4F41-1C04A5D93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A46360-461F-CF53-E73F-A34F01F9157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C89D898-6AA8-3859-E8BD-EE1FFE333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3D0E4E-982C-CB20-1DFD-7E018674F775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1269590-DDCC-4AEA-C5EE-915E67F1278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33681A0-6C57-F9D2-5FD9-9766CBF5CF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676E22-4E91-EE0C-028E-AFDC228B7E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BFAC4E-72FB-8AF8-116A-0E6C8F988A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261226"/>
            <a:ext cx="2923471" cy="14302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8993302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DF6D44-0040-3B2B-8199-09FD84AB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4C08E6-1D9F-0F6E-9818-CAD623C8D8A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F6985A-F829-1553-B66B-4C34A8D00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7484B8C-2E90-E57F-813C-681A9A8D52CE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E2FC98-B37C-FBC9-F559-A8A286DDBA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C930766-F05E-9FCF-A87D-173D55AEAA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BB8ACEC-C2DE-8400-10B1-35008CB771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9E462E-3827-FB16-8B5A-8C8477E32F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422688"/>
            <a:ext cx="2923471" cy="126877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5964872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124A3EF-B7E2-146D-06DB-3B898545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9B1DC1-37D3-7F7C-FFE7-5DD95E09C8D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6E568EA-F963-3C17-4EEF-973D064A5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2B73A5-33A5-FA97-5A4A-67C6631F575A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A135441-FF4E-CCFC-8108-ECAE8018E4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C298C4A-38C4-0383-B01F-02F1ABFF6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92F0C9F-2D67-2CAC-B2DE-4008AD33AA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A9554F-2C3F-DCE3-7D63-56CAF38090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614612"/>
            <a:ext cx="2923471" cy="107685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954640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2C40B9-7FDD-0824-01B4-A1ED8371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FAFDCD9-6FBA-CC3E-65A9-BC494470642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4709E9-4120-A998-9200-A6B7124174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44CCD5D-4DD9-4887-B932-6CBAB6B9AADF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488DF2A-D2CE-2520-6798-170C8B36402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7942BF-D08A-7FFE-78EE-79918BCEE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CB028E-187B-FA5C-1C02-3B08CAB54C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5A91F9-16C2-9A3C-923F-D528A5A0AC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950590"/>
            <a:ext cx="2923471" cy="7408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4521522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25DA43-714D-B42A-75AB-FBD5F96F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EE9EC47-78E8-F326-F0C4-BCF90AA91638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52EC72C-0C7D-EB4F-E0EB-557B5ACBA0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1D2D0F3-CA11-D246-070A-A1C9D3DD645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1F4D7AE-4AE4-8D99-FFA5-038F8BAE3BF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C93010-C179-012A-A0D0-4C69E34498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5169AD-70BF-44CF-443B-1CE64D120C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10AC01-9B8C-4CBE-9701-9A810ECBDA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747B05-BDF3-329B-3747-CAA2C295024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2950590"/>
            <a:ext cx="2923471" cy="74087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5365081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6FCE23-BB9A-7CB5-B254-EBEF53B3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2081F27-7EF8-09F7-A605-491899CECE5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38B47F-9758-B9C8-5ED4-51CD6D5401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99CB823-8E8E-FD18-F685-D9A22ADB09F9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1FEB50A-D1BD-D08D-F21E-6338D26F4D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360849-D9DA-1D3A-D32C-60506A7C96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4CABEBD-E3EF-809C-4CD7-74CC88A707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4E31AB-B6AB-4579-0957-AA204B4086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3AE9-4EDA-E628-164A-4EE0D8A930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3129699"/>
            <a:ext cx="2923471" cy="5617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251249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21626BF-D288-02A8-E01D-4E4D0BA5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8E8CE5-6352-D820-4483-177C1F8131E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D9FF58-E840-131C-CDD8-61D60B13DB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C5BC800-C9BA-F5FF-4AC1-CFD04C30F46A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7974219-54F2-9FAC-637B-97B976F2E7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69CDC22-5480-E798-41AE-F6F2AD1F6D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9EDD916-A925-A3A3-7E46-FB7415F4A6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39C4722-98F3-38E5-0DAC-0A9A22BF81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B2F8CE-CD30-C26B-3E63-5797845027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3327661"/>
            <a:ext cx="2923471" cy="36380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348224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D68928-2BF8-D6F9-3647-8FD24A27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03F6AC-F41A-561C-366A-B95BE770C58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998164-253E-23FD-4F2F-278E1E7B6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15511D2-A231-1906-9962-726C7A0DD99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74C1870-592E-FE70-1093-1618C36226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940B7BA-A634-9015-7424-CA3099498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F27172-3386-9B9B-F47A-72C94FAD9B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0D1800-E11F-539C-8FCF-E8C9158F09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021B64-61F6-09E7-61EC-4C24585AE6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89129" y="3524250"/>
            <a:ext cx="2923471" cy="1672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09966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125105F-578A-D084-6C6E-8B015EA2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C2CE25A-876C-09CC-83AB-883D0D82D11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C667E41-DAF0-D1CE-C80C-F1512EED0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16505BB-AD8E-48A7-E454-EA6A4D120A21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5B4387D-8A59-112A-CA40-06D9C8542B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6C2DD09-8A56-F954-9E6F-0058CE06BC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456005-F884-3990-CFC2-F9B3084F39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9B0DAE-41B3-294D-FFD5-FCF30A65DE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93834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ACFD324-ABAD-C5FA-6C8D-9BE6EC954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27EE18-9BED-9F04-D5BC-4287E4FA722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F9DEDEA-F99A-6F2F-84B1-03F91EA44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0E10F81-7D7D-3120-0AB7-745ECBAF3DF7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 arrays represent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grayscale images</a:t>
            </a: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about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colour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colour image has </a:t>
            </a:r>
            <a:r>
              <a:rPr lang="en-GB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intensity values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every pixel, not just one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the 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values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 together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make the colour of the pixel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we can represent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colour image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lang="en-GB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array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size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 x m x 3)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“channels”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(</a:t>
            </a:r>
            <a:r>
              <a:rPr lang="en-GB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5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7B0CCDE-D7F3-4A3F-FD25-261A2FF133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9518EFB-AFBA-C6C2-6CBD-9F9B8AD12F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625" y="1135888"/>
            <a:ext cx="2942325" cy="25682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BB477E7-5F70-71A3-D11C-B6D1A7BB1D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18762" y="3916934"/>
            <a:ext cx="1500188" cy="217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9AD731-4B5A-CB1D-7E7A-4B9227F30D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8577FD0-2FB6-E3FF-71A8-97BA35630A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4669" y="4261568"/>
            <a:ext cx="2637781" cy="179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5444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B7F04E0-9F81-58E3-EEF5-4F8CF499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2466D8-1B17-4CFE-2614-82B213403A58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C5B3BFE-6BA1-6431-4A03-9A415478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Matrices as Images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29F35C-E31C-4D2C-2DBC-4847DB96D4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A5819FD-E4CE-1519-8F9B-4808E1F61A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3808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B206C59-028E-1AF5-D475-4ECE6F1E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42A9DF8-C185-9A5B-3C61-A6B4A3A2A06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2B88FF1-9C36-925D-7CA0-9FD0C84A6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C19EF2-0756-BB8F-256E-E3A0F39709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8F2B71-9BE5-D7CE-32AA-4AA7E4917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37482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8DDF0C2-98C3-71A8-3EB4-25FDAB7A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7C2012B-153F-966E-1F13-3DD855A74C3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332E435-F8DE-A9CD-5398-1886D5E991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09A44E6-023F-77D5-D88D-54649D98DC62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9F277DD-00F1-B3A2-618A-1794A25899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4202A-1512-A362-44F0-F839D3D6E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43203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8CF4584-40F4-38C8-1A26-96C7C295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5DFEEC-8339-C792-026D-2CDE3357A81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246482-0D37-16B4-F53E-6DF741783B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2A83707-CE46-2CAD-F4E1-BA962B5877DE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8D7EA30-431F-FE60-3FB1-9CE530105F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084C0-F6A8-5027-9988-6573327F59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0520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4DDFB93-DEA8-25C0-6864-9EDBE75B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F701AA-E0D9-F030-12BE-DC750940C4D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C57E79D-9D69-10C9-894C-1A0363122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FC92692-C732-654D-90DE-FEF36AFC34DF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49B3490-D7C1-8F3D-C69A-2E1819114A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8104D-AAF4-66B1-D9E4-F7FC54F3EE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810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1FDA626-0794-BCB0-3CD6-F0B9280C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8C0856-DB2A-6621-0ABB-6307F9DE8D6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A7DC902-34F6-4AD1-0AA1-5EF2268CD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EFB8CC-2818-BC09-3CFA-388F0458444F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46D30F-B197-16E6-D9C9-FFF5C314211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EAC88-E34E-1F20-8013-CF0DC00314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152BD6-226C-11E6-FB48-284806F578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7E6637-8ABA-0D38-F807-76C7D51714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1641475"/>
            <a:ext cx="3417187" cy="171846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35585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56A740D-652B-1D77-671E-0C09A1EF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F896C7C-31CB-A4AA-831D-2E65BCF963E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C4CDB1-D82C-2DA2-6FAF-776AB6A49C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437B5D5-DEDB-A799-B537-1457FF5F03EC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078CE74-2D73-3EB2-DA41-DB460CEBDD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EC50B7-F02A-21CE-83CB-5F1F34B01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A10927-AF04-5BF2-D4D9-EB467E54A3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EBA823-8D39-D8A8-3986-9744DB41A3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1816100"/>
            <a:ext cx="3417187" cy="154384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89271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3EF2A2-E4B1-88CB-F137-8C89A69F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3FCEA54-8C7C-9B36-BACA-327C3FFD39C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973BD37-2F69-2E57-FB42-74B85201C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6D3A034-852B-DCB2-C33F-F6B0442DA0FC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D7EEB39-A25F-E2DE-5E40-7AB2A867A1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D1E532-7DCD-2A75-A2AA-35418996D4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581939-25DD-2CB8-7188-A00F29D59F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F16EA-F9BE-7B8D-D1E1-4DA25E6CC2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142240"/>
            <a:ext cx="3417187" cy="121770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9463158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99BB70B-00B7-B0A7-89D3-BD9F3883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F0FC10-D623-51F2-F1C6-5771DDAACFD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DB74C41-CF1C-D26C-FAC9-712B4AE314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09D8980-69E3-07DF-58F7-16830A2FE18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ECF8808-103D-3741-E426-09E911852F1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5DD627-EA35-06AB-0046-4435775175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AA735-2866-EA54-D871-FA3F7AF805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798BD-75AC-5129-1E67-6D6EC70FC2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432050"/>
            <a:ext cx="3417187" cy="92789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898399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CAD0D4-66F0-B258-AB1E-0C8EEFEB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899944-8691-44FF-8737-DA6DDCB269A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C9B3DC7-CB2D-F3A2-56B4-DB68CD8C9B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2E4A7C7-BCAA-546F-7B00-DF25221B1E05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43CA595-623E-4FBE-50C6-CDECE7FD89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A342E5-6BCD-D8EF-EA4F-4C89E0B863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00D146-FF33-94FE-9137-827394556C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A0829-3FDE-BDB5-FDEC-64E55FEDDE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707137"/>
            <a:ext cx="3417187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5663949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519311C-97A0-0F92-4E6B-3936F4DF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12619A5-DA33-E6B5-2433-A2D7C2EB20D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5B36794-7046-3FA3-BC72-78AAF62809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81CF24F-E15C-695F-3724-DE3538BA50C3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AE94A43-FEF7-4D9A-1C9D-815C6FB38D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2F291F-2773-6490-C56E-1CE0093B53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8EFCA9-5211-0BDB-0150-3B46FEB3D2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12596-439F-6D8E-62D4-216C066FEF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707137"/>
            <a:ext cx="3417187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3468651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060724-02BD-E9A7-0BD2-1D3D5257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9D6C36C-D955-B9D1-B643-9B0C6E13E945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330F714-D539-5776-8868-8653CB4BC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B3D7FDF-D64C-03C8-292C-50D4780DE0A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676028-E200-F44E-38E9-490CBCBDC73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9C4CCC-9A5F-1391-0E21-91DB6FCBB7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EDA6B-53E5-698E-532A-9CAF8A5B31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EB4AFA-B8F2-5EB0-B243-0CE19C03DC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707137"/>
            <a:ext cx="3417187" cy="65280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258009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275D95-8729-90C2-F086-070E20DE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80E669-8826-2630-52E1-EA7A194F1F24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75AFD85-EE0A-3F8A-7698-9E64835B57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BF95B0E-FC00-4DE6-734F-1334CDAF6B4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A432E01-E0CD-1853-E145-EDAC459C31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E0C098-7ED2-A7AE-C3ED-9374913E63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10882-2F77-3FAF-CCEC-4C2E986886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2399F9-20A6-245D-EAF2-154C7B463E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2952749"/>
            <a:ext cx="3417187" cy="4135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2542086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9C0241D-42BD-51B1-7111-D60391664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B8A346-21CE-7FBC-44C1-2BB4C1C21F1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FD1B677-62F5-E7CF-EEE4-9C885D7F2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ED3FB15-C5A4-459F-054A-22D4BE320397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57B087D-D2F4-31AD-1AC1-0D1C16EE9B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CF8947-AA6B-D6A3-A770-42C42C3268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64905-C45C-9407-803F-3EBAE66AB4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7B8A0D-E60D-29D3-E770-176D8455A5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6313" y="3194050"/>
            <a:ext cx="3417187" cy="1722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9033746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EDA6CA-826E-D83A-2BD4-7F19C879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69D253A-BE22-1176-357C-BE589BDF35F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D87C1A0-BCBF-FAB2-B313-37B37CEE1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9800D2E-610D-E3BF-2ED2-6132C539E16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CF7EA6-C94A-C78A-FAB8-5D3B1528FA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E59B77-C1F3-65CA-8334-98AEA0F21F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17C48-AA06-5744-696F-959AB2741B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1396674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E39DF11-5E6E-4BD5-FB2A-EB9F1A28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5DC202-323A-BC60-6727-1E9C30F2BD8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9519C2F-FBC5-030E-503C-941BF01C56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9C0F7C-7C07-3894-505C-B071450E47E0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B9ADF15-AB43-ADDD-0AF5-12800EDD389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8E429A-06D5-7C40-CFF1-A1D07E7A18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5AECF4-306D-6A57-477B-27DECDFD04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279EA-E725-4D8D-C3C5-57EFBC7237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245" y="4282592"/>
            <a:ext cx="2612960" cy="17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19951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D7D9D6-79B0-160E-8B5B-62BB7B17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02AD371-37B2-FFBF-5DD1-745C68D420FC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DBECF49-C641-AE0E-E0C8-EECA6A870F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18DCC10-516C-0308-3658-ED2DABD73EF0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5A54525-BD3D-5AC4-7A3C-CC907F5E3F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110D5-5228-1096-1988-88DB4E237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F555FB-3873-9B95-1C72-85E7857419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FFEF7E-CB55-4820-98C4-AC4DB051C1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245" y="4282592"/>
            <a:ext cx="2612960" cy="1761699"/>
          </a:xfrm>
          <a:prstGeom prst="rect">
            <a:avLst/>
          </a:prstGeom>
        </p:spPr>
      </p:pic>
      <p:sp>
        <p:nvSpPr>
          <p:cNvPr id="9" name="Google Shape;198;p20">
            <a:extLst>
              <a:ext uri="{FF2B5EF4-FFF2-40B4-BE49-F238E27FC236}">
                <a16:creationId xmlns:a16="http://schemas.microsoft.com/office/drawing/2014/main" id="{93A2385C-835B-B0A0-5BE7-3084DB0AF69B}"/>
              </a:ext>
            </a:extLst>
          </p:cNvPr>
          <p:cNvSpPr txBox="1"/>
          <p:nvPr/>
        </p:nvSpPr>
        <p:spPr>
          <a:xfrm>
            <a:off x="1812742" y="4745259"/>
            <a:ext cx="2754532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1/0 mask showing where the image is “very green”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755352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122D40-7316-FA15-0AB9-ECA04B78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9748C7-6EDF-06A7-D16C-11AFB23E9D24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DBDAC6C-1B49-6057-5925-FF1074798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5989F63-FF5F-B4E2-8E2D-8F8CF1739B4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75BAA79-12AC-823F-BCEC-5C8C6A34EF9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FDF4CF-2BAE-48B3-4EF1-FB6206156D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5B1AC4-9DBD-D0A2-A525-14B7F1A15E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24DD4A-4BFE-29AE-47F7-5DEF471DD6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245" y="4282592"/>
            <a:ext cx="2612960" cy="17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65610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CCC023B-DD86-6107-E0DA-4525C43E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E96F40-B3AC-788D-66CC-B24FD33A65C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8E40D7E-76E1-469A-AF4E-17E6F76A23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3A3D6AD-716D-0A47-A39C-965B234513EE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885FFEC-7396-0D8E-C447-2762159B0F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93631-8DCA-11BE-E65B-DDE0314F2A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DD835E-36A9-9DF6-88F1-14E832AFB9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FCA696-E9F0-B8B1-7187-31E7853C5F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245" y="4282592"/>
            <a:ext cx="2612960" cy="1761699"/>
          </a:xfrm>
          <a:prstGeom prst="rect">
            <a:avLst/>
          </a:prstGeom>
        </p:spPr>
      </p:pic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2F02D558-B68C-E907-7E36-DF2929D9D3BC}"/>
              </a:ext>
            </a:extLst>
          </p:cNvPr>
          <p:cNvSpPr txBox="1"/>
          <p:nvPr/>
        </p:nvSpPr>
        <p:spPr>
          <a:xfrm>
            <a:off x="2409090" y="4715760"/>
            <a:ext cx="201209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 = 1/True, Black = 0/False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1466762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7FCFD0D-B810-FC92-30E1-44E889F6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3674FF0-44CE-1EB5-C121-4564E0572368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71EB412-84CB-1279-1350-209F42050F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305C1E-5268-6C4D-9A0D-4EA14880681E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with 1D arrays.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same principle applies to multi-dimensional arrays!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apply Boolean conditions to elements of an array 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gives a new array with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same shape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True/False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entries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Boolean array we use to manipulate/access elements of an image is often called a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“mask”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CC99A92-8AF8-C62E-5C07-C582C016354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386E53-2970-1667-CCC4-A2217C9EC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E5744-134C-885F-67A9-BD54301C3B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66789" y="1599059"/>
            <a:ext cx="3487943" cy="1789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48BFA6-5F7D-9387-3F89-B53354B98B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15245" y="4282592"/>
            <a:ext cx="2612960" cy="17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3610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FCB50AC-1145-20C6-D5D4-0FF938F49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8C2E4E2-6E50-21DB-470E-0D67244BFDB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21DEA96-8EDF-EB8E-5B44-DDC776E29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5233B09-3057-6381-86CB-7C9CEA1F3F0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13/17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35BB37-AA00-E8AC-6A8B-6097B451A5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9141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4D4FE5-11AF-9AF9-312B-83C07B5C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43ED357-4EE7-CAB9-42C6-75302C16CA1D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812DB2-4F23-053D-BE50-D5BB611BF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C6F155E-3F78-2F62-6D96-2C64FC9AAF0C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CC5133-DD81-1ECA-59C9-6BF214452D8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63EE6C-A844-5676-A372-7E0FF5A5BB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288600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7F7FA1E-BCB2-1EBC-D597-4677C8B67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04247A-B69F-49DD-73E9-E774AAF3098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9A7F45E-8008-666A-CF36-61E95DCE4B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05CA20D-7E14-25FC-6625-71B482823040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B30325F-EAEC-CF34-170D-5F2A665AB5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68AFFB-11CB-2D0E-6BFA-9D95053F1A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82583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511D10-EF92-639E-CC22-2D65884E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A67EFF-7CB6-2D57-5A15-FDB3E0981CB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63EF776-21E9-64C8-B167-3A9BDE4B0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82A0F10-6968-D21B-A1AB-1F01AF74D290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21A75088-FE67-04D5-0920-C14B645E00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1DF1FF-302B-B144-01A9-AA15DB8EF9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56487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D706CB-DEAA-EE06-6610-79BFB308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98AC991-59A6-DFD1-0D1A-7166D1FCCF5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0E4AE96-CEE7-E5F0-E863-0383366E9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E5DCFC5-997A-2C0D-6191-E8D8B423C030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DF6C9A6-9B88-8894-2403-A121718D1B9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8864C6-C5BE-9FB7-1D1C-3C55251C58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11846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E60E55-5F1E-733F-8C84-AD4683A4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BB18DA-F8D8-AD6F-7762-18DC82D53F7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C6F485-D20E-D937-2010-12728799D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C0FFB5-6855-B2A4-D39C-2F470AD8D321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D627990-B6C5-B239-952D-686C4B9A355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F9FE6F-ED40-E8BE-4CB1-FB58628EF1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C7831-E285-6961-141B-DEBEACD5C5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51A446-E9F0-D12A-70A2-2C7403310C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1694400"/>
            <a:ext cx="3417187" cy="20884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129622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E92E77B-5313-0684-955D-2F69FE9B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2409FC2-819B-57C8-FF14-ABDD83EA85B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8D7D030-79E1-A8D6-0D2A-B4F2B7EF2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5DC89CD-828E-400A-5069-6B560B2F7971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2207661-F568-3290-FC97-2B113E9EC57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CFD1DE-315B-AC2F-0247-E241D770E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F2F4F0-2A8B-457E-98B3-1E9A70A373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699F7E-9677-CAD2-71F5-BB10047279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1876425"/>
            <a:ext cx="3417187" cy="18969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439862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EB141C9-237C-23A6-B856-BF0AC469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4FD73A-9CAF-C80B-D3C8-408DA8CE941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F6A3682-8861-6BC8-4FBB-860630CBD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AE6CBB5-97EC-2C90-7356-D2DDF367735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CDEDD9F-A932-8432-E769-63543AEAF7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F0CC0D-1265-F77A-F5E9-41AAE6AD44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70B90-072E-BC08-15D0-990C8508FD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7EB3AD-0498-F180-A0EE-63E6F85F01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2142241"/>
            <a:ext cx="3417187" cy="16311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8763987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97D3541-A949-D76E-8D40-C1CB6C370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CED13FD-B27F-78FB-1A64-131CF627BBB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32CA6F-9253-6708-71AD-33A47DC02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2B4BE14-DB90-484B-ACC9-48E097873454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F306C3F-4238-2136-794E-6755813FC23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585661-E7CA-1CE3-43F5-9FED8BA02F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63F75-E957-6D51-C058-232C6A8060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BD7A7-AD64-897C-DB1A-517FB34CE8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2381250"/>
            <a:ext cx="3417187" cy="13730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0827617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F1E18A-D4BA-A378-69FA-02833C8A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6C2ED5E-C87A-4941-4BF5-2D10731A52A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A54E68-0C6F-8A7F-FFD7-CFBD9E8DA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C87A235-ADE0-F12F-337B-5B092603D537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B5EAD00-1FF0-04EB-2834-01DE3D3D60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C0AA9-B583-CBB7-B4CB-CC4EB12CC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84B24-65AA-5A59-3A4A-3C41813DBA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ED090B-C9A6-147B-94A4-6764275987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2611402"/>
            <a:ext cx="3417187" cy="114290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423719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ED019B-251D-F49A-810B-5E4770BB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DBE0F4-E837-5845-2894-C4DF1451F350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45E010E-E77B-0FD2-02F2-470859BFC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F2293DE-8992-CDA6-0AE6-4E1C666D9E25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89F5E61-85B5-578B-657E-ED2EFA678B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4075A0-AE5F-491B-D1FA-9CCECB5D1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11A07-A93A-AB7D-1240-FC5E4BE0DD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3B4A7A-517B-F2CD-FDB2-6868C90BD5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2895600"/>
            <a:ext cx="3417187" cy="8777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6752347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B5A748A-6B20-2516-8221-E0CD11C6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9550093-A7B4-5A84-B7B8-47DAA2F080C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44B4B6B-1D5E-0489-033A-AF4FA2B4E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40E471F-962E-B913-BB36-97A68C13B3AA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5D82EF6-B320-F3BA-CB89-46DEF6D89D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05B4B0-2646-2BF5-9745-F21619E3BC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FEA1B2-4B0E-C1A7-C430-F6063B6550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8B916F-94E1-FA47-A758-82E3E6E3CE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3200400"/>
            <a:ext cx="3417187" cy="5729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789694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FEFB379-D374-24EE-4EDE-F846C21FC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EF9AED-5693-C548-659B-602BF30E3DF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A1C0C5A-29FA-C1BB-56EA-AD3A95439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4370CB7-0C48-AF2F-B850-C0819D7798C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E6465849-31B1-53E7-C1E6-2EA37B1FAC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D35B94-3A4E-DE78-344A-42782EA1E9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0B23DB-4123-844B-48EF-D723019F2D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FD191A-0C3D-FC93-0AD2-B5D7381ABD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3429000"/>
            <a:ext cx="3417187" cy="3238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7522929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0493919-D241-FE4F-D35B-A2289C9AD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4F838D1-C1D6-7AAA-4182-04FE241F21E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AF68039-B0A4-3D81-FE04-3CA3E53BA2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01C9036-6553-C5C2-C760-05037C6C6193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89BF85D-DC7C-5D33-D40A-9F2520CF06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24A825-CFBC-C052-4D1C-D63437727A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62EE7-8019-9504-28E4-EBFCDFF1A3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AF75E-4D55-E842-1073-4D8FDA351C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7173" y="3590924"/>
            <a:ext cx="3417187" cy="1619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12702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1B45ECD-359C-67D1-71FE-981AD9D9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DB7B04-D98A-A712-483B-A2666AF1B87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3F66A5D-15F2-29AC-B2B3-20CB980DC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C24E49C-D1AB-C277-5A8A-4CDBEFCA7F61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52AF543-88A5-E976-B22A-1C7454C9E1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69440B-1760-0208-6E65-0A4CD7B50B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87493-B3F7-9B48-ACD4-55ABECB91C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5576309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AF41BDD-7FD1-9B00-AFA1-D170FD6F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5020125-6E1A-8A10-E70B-50C3BA627EE8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1B40E4-439C-45CF-BAE0-D1ACD27F2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388323D-7F44-277A-E26D-61BA1BEAB1A2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104E5E-D3E4-0322-7BED-15867FFCC3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EB53CA-E5AE-7015-E82F-1B8DC0A95D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1CD019-C8A9-9278-D748-863B1E841B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6A7DF-98BE-FAB3-F96C-1A1B7BA280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90083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772F62F-A497-9634-A595-1F9BEB26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4A381B3-C568-BDDC-54A1-44297D8B5B8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ED5C51-AB60-22E6-632E-3C7B38A80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B5354B12-6AD2-00E8-CB98-4323674C104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46B1F5E-3F38-7316-F2D6-A9D8EB9B462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6AE546-3595-3701-DCDB-2D2C5A6068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D3FDC-307E-116B-B39F-EA7998B0FD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C9E05D-D859-7337-3E28-A1C2C7CE10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6B0AE849-A826-ED05-7D0B-CA11838DC450}"/>
              </a:ext>
            </a:extLst>
          </p:cNvPr>
          <p:cNvSpPr txBox="1"/>
          <p:nvPr/>
        </p:nvSpPr>
        <p:spPr>
          <a:xfrm>
            <a:off x="1632387" y="4606215"/>
            <a:ext cx="349624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1/0 mask showing where the image is “bright yellow”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6062312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093CB4D-D1BE-4B0E-C876-1BD669B7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00449A-6EA0-B2BB-957F-052D24C3272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F0E0164-8955-9DDB-192B-B163BF564B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A981224-D452-7C88-7894-C3DCB86C3F0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DD3A37F-9930-3B37-2948-969BEA3D6C0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67D82B-9AF8-0159-975E-089274317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DCB9D4-2B36-6BA6-690D-303B9B6E63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AEB0B4-F04B-1DEC-5DD7-77FBF092A5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61426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047BAB5-D9AB-C57D-315C-186B2F60F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18E8010-790B-B8FD-EBB8-FDA592286B17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EB406162-1ADD-EBB4-5605-55BD3A86B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3E64038-EDC2-15C7-F4A1-1A6861D9AEFC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69F0AF1-C8E2-9057-355A-9072056AAA4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BC7084-63AB-8863-156C-718700E97A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91985A-7013-B56D-1E14-3086C53F63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F6A746-4447-85E0-2B3B-55F06AA1E6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C1E828C2-E30D-32CE-BEB9-19997347AE53}"/>
              </a:ext>
            </a:extLst>
          </p:cNvPr>
          <p:cNvSpPr txBox="1"/>
          <p:nvPr/>
        </p:nvSpPr>
        <p:spPr>
          <a:xfrm>
            <a:off x="2645711" y="4754962"/>
            <a:ext cx="201209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 = 1/True, Black = 0/False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123795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548610B-7FE1-BC5B-45E3-BE24245D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F12599-7EA0-B84D-93F8-DAE193DA444F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1B7FA36-E2E4-914F-6BCE-2C40C1100C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234B3BD-DF50-52EC-79D6-88507176461B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0A53836-5231-54A4-0E65-DC7D093D33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35EDAB-B4B2-8098-4C3D-1D64A9A54B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534F2-11FB-1FBC-6DFB-26A6C88B4A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75EF5F-F20D-456E-2718-3C6F13DF14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39469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C73D453-BA02-F8B1-1D85-685DB13A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30159B3-56C8-4029-1859-0AAE5FF135C1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41CB9B-DDC2-6E71-96FA-3506F792D4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D2833F-B698-D989-EB3B-1920F11AFEF5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E2E39D4-A682-3C3B-B0DF-F47CDED48DB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49BE3-3007-EEB4-057C-0E29494D24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D9680D-82BF-492B-E649-A44EBE8779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591C69-5FEE-28AB-BA76-C9303C41C0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564857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41A1BA-B384-629D-C713-DF8D9B0E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01023F7-6D71-A282-1F12-C80072ED2E8B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BD61CB5-CC02-CDF7-8123-1949D1E09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39895D-CF4F-48F1-74AE-C3069359610D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3D9CBB-2168-89A6-6BDA-61C55166E40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8A2557-078C-BE60-4A9D-B569FEACD9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F5208-FEA0-5854-97AB-FE2120134F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9DB49D-09E5-3B4E-9632-EB81A11C5C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9459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051DBD-AAE6-6A09-5565-6E22376A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50978C4-04E7-DC21-0048-62BBC9EE2959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0465EE1-540B-8261-5A6A-57AE7B86B2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07A8ABC-9070-07E0-0B8D-AB176B069614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DB11F5-B5B4-EC45-8945-476F0C4413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C13758-2919-F87C-896C-572F8BDCFB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6BFA63-0C03-1ABF-C733-9BF4910DE0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24A399-ACFF-D29F-E9BC-D3211747C1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92864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44BE563-FE99-93E5-954C-8EFC9A01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2FB58CF-C51B-2D1B-C5BC-6E7A6F5D7BF3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AC54AA6-F8A2-005A-2CB2-4DD3BC7EA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095420F-46F3-F3E8-37B3-DA9D55B8FEE7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21BE0F7-37E7-36C3-E410-01B3CF4FD4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C2AA25-6A0A-104E-99C4-F68DDFDEB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12ED5-5D48-1D05-4EC8-2A2C3E2A9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BA65EB-20D8-3BB0-CE8C-92B04DDA7E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43540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14F6326-056E-983B-F2AD-3CEB1CAF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4AF1A3-6243-2539-07D8-40FC325A7F0E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1E73821-6E91-4AC9-00BB-6EED7687A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E6BFC49-50FE-4AA3-DF59-9F81CF36FFCA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2A50375-5F26-390B-29CE-E82BB9B3BF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BAFA2C-A8D1-2A5A-D3F1-AF39DE8B7C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7878D-DF12-D3C8-1D31-4D2681225F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C63DA5-5E8E-BAAA-D07D-B2006883EA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21495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8AE308-8A12-5E10-DFFF-74195EDA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98345EC-51FF-0BAA-6136-D9AC84CAC68A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29224E7-551C-2248-536C-3816D9B2C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5600E93-B489-BD1F-0838-1DF3491F8AB8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8224C7A-A496-39FD-8C4D-A59DC5AAC08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80B25E-7377-BB22-EFA5-60045D01DC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9B638-4689-3F47-E92F-7B0043A900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6B8089-7776-3656-72AE-A442B0825B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01310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42B375F-33B2-8C4D-1EFD-63A846DB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833BE00-3078-3E9D-9318-8B6F06D79816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871181C-A347-C34D-DD22-DFF0505E1E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35E4D97-58D9-C6BC-6C97-9E15D3C92FC2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2BBBA80-40E9-2ED6-6CD6-A971906208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832A4B-0909-E8D7-BC6A-0A19058E97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1841C-4B4E-4A21-120E-12364A856B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21B4D9-E70A-19FA-CDB5-7099090D58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19335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4BB2B3-D88E-A6D6-376F-B59D4F73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39D7D3D-313A-6A6C-18D2-8AB166A030F2}"/>
              </a:ext>
            </a:extLst>
          </p:cNvPr>
          <p:cNvSpPr/>
          <p:nvPr/>
        </p:nvSpPr>
        <p:spPr>
          <a:xfrm>
            <a:off x="1153842" y="1489435"/>
            <a:ext cx="10130043" cy="652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287D798-254B-152B-7C65-8184F2289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0369" y="-119332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GB" dirty="0"/>
              <a:t>Boolean Indexing on Images</a:t>
            </a:r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A02D70C-1F9A-C15A-9CE8-873D208CC0DC}"/>
              </a:ext>
            </a:extLst>
          </p:cNvPr>
          <p:cNvSpPr txBox="1"/>
          <p:nvPr/>
        </p:nvSpPr>
        <p:spPr>
          <a:xfrm>
            <a:off x="1150370" y="1370450"/>
            <a:ext cx="643153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apply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logical operators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elementwise to combine masks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&amp; mask2 (and)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both masks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mask1 | mask2 (or)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True in one mask or the other (or both)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 mask1 (not)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gives an image whose pixels contain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and only if the corresponding pixel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False in mask1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NumPy, you can use either: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&amp;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(and)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|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~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(not)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np.logical_not</a:t>
            </a:r>
            <a:endParaRPr lang="en-GB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58D5AE-9617-6418-D99E-498F62C0FE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14/17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9510B7-B7EA-A765-E7D6-39F9773FF2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0645" y="4261568"/>
            <a:ext cx="2637781" cy="1789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34738-7BF9-A12B-ADA0-C4FB1C264D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51841" y="1664837"/>
            <a:ext cx="3432044" cy="2127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60A775-BA87-A2EE-590F-6E0F968694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0465" y="4282592"/>
            <a:ext cx="2684537" cy="17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47618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DADD99-6566-B346-AC6E-ACB1167E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0CA630-BE2B-7D33-6490-DB1532FCAA2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54F1030-FC89-A622-A09B-01C5BB0247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2C41053-0F81-A20B-3E51-41A33B7FF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F866B6-E830-8322-46C7-81DD453B638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A0EA4-0CAB-5B18-4847-695F09ADCBD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65E9DB-11CB-D302-0BBA-3E587CC9FC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07044B-C7A6-5F05-E482-EC3372F64050}"/>
              </a:ext>
            </a:extLst>
          </p:cNvPr>
          <p:cNvSpPr/>
          <p:nvPr/>
        </p:nvSpPr>
        <p:spPr>
          <a:xfrm>
            <a:off x="8086725" y="309102"/>
            <a:ext cx="1329200" cy="510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CEA03C-F7CA-30DB-FC75-015F75ED4440}"/>
              </a:ext>
            </a:extLst>
          </p:cNvPr>
          <p:cNvSpPr/>
          <p:nvPr/>
        </p:nvSpPr>
        <p:spPr>
          <a:xfrm>
            <a:off x="7265176" y="685800"/>
            <a:ext cx="1680426" cy="1086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8274F-BBB7-5F4F-A40D-2C4431BC4CAB}"/>
              </a:ext>
            </a:extLst>
          </p:cNvPr>
          <p:cNvSpPr/>
          <p:nvPr/>
        </p:nvSpPr>
        <p:spPr>
          <a:xfrm>
            <a:off x="9319545" y="134201"/>
            <a:ext cx="2358105" cy="2321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53352B-12F8-BDC5-2037-B5D713EBA27C}"/>
              </a:ext>
            </a:extLst>
          </p:cNvPr>
          <p:cNvSpPr/>
          <p:nvPr/>
        </p:nvSpPr>
        <p:spPr>
          <a:xfrm>
            <a:off x="7295411" y="2028811"/>
            <a:ext cx="1680426" cy="1612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11598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325AC4-50DE-B6EE-454A-AA352C96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3DCFE5-6ED5-DF19-FDEE-A6409707211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D7DCCF4-CAC1-C485-CE03-46FAF1DCE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688D270-5D78-729D-267F-826860218136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57ED3AE1-992B-D2BA-D508-A3B722153AC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B1FBF-2DE0-CB59-81DA-A2506B96DC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B174BB-DE1B-5BD3-93F9-839B10099C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BA89D9-05AE-78D8-3749-8408F3DC6DB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EA3A1E-2B3B-4F0E-3832-523544322EAC}"/>
              </a:ext>
            </a:extLst>
          </p:cNvPr>
          <p:cNvSpPr/>
          <p:nvPr/>
        </p:nvSpPr>
        <p:spPr>
          <a:xfrm>
            <a:off x="8086725" y="309102"/>
            <a:ext cx="1329200" cy="510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BFC63-F418-99CF-071A-CDA04DB7BD33}"/>
              </a:ext>
            </a:extLst>
          </p:cNvPr>
          <p:cNvSpPr/>
          <p:nvPr/>
        </p:nvSpPr>
        <p:spPr>
          <a:xfrm>
            <a:off x="7265176" y="685800"/>
            <a:ext cx="1680426" cy="10862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C39CC3-B40F-00D8-03E5-E5227645A9EC}"/>
              </a:ext>
            </a:extLst>
          </p:cNvPr>
          <p:cNvSpPr/>
          <p:nvPr/>
        </p:nvSpPr>
        <p:spPr>
          <a:xfrm>
            <a:off x="9319545" y="134201"/>
            <a:ext cx="2358105" cy="2321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236C0-8958-EB0A-9424-422B02237E45}"/>
              </a:ext>
            </a:extLst>
          </p:cNvPr>
          <p:cNvSpPr/>
          <p:nvPr/>
        </p:nvSpPr>
        <p:spPr>
          <a:xfrm>
            <a:off x="7295411" y="2028811"/>
            <a:ext cx="1680426" cy="1612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227257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65D9C24-667E-C0EF-2CE5-6AD98B54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7C411F-CEFF-5D64-5DBD-DEC7CD0AB0B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1B99D62-4552-8141-463D-8DE21DC62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7CBB347-C4FD-76EA-81E8-4B13EAD2736B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68503C0-8469-5D2D-5074-DAD7C94735C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9E6750-6145-D9C3-BF78-F63715C28CB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6FA553-0E60-FCE6-8422-B1470338F3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98ED10-EF05-E0F2-278B-F310ECD5D1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EEA0F3D-690B-1946-D169-C637899C6633}"/>
              </a:ext>
            </a:extLst>
          </p:cNvPr>
          <p:cNvSpPr/>
          <p:nvPr/>
        </p:nvSpPr>
        <p:spPr>
          <a:xfrm>
            <a:off x="9319545" y="134201"/>
            <a:ext cx="2358105" cy="23216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5485B4-2E47-7BA2-200F-642A425D03F1}"/>
              </a:ext>
            </a:extLst>
          </p:cNvPr>
          <p:cNvSpPr/>
          <p:nvPr/>
        </p:nvSpPr>
        <p:spPr>
          <a:xfrm>
            <a:off x="7295411" y="2028811"/>
            <a:ext cx="1680426" cy="1612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753898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9380D7-5522-A2E7-87CD-02E02C32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7FCA7DA-DD13-01A6-BD33-2949A74541D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F9CB3DF-AA39-E4B5-D659-FFCC23DBF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1269319-5CEF-3A47-ADB9-E9F4E45F9E23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8A723248-CA11-709D-3D63-D157DC1B97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FE8936-737D-EAB5-52B4-07C3A57E92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9325D7-A2DD-48C2-9685-45D0BE594E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714F19-70C9-7992-9110-0EC284C594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6F0A97-F6F3-2F16-B047-F8E684136E10}"/>
              </a:ext>
            </a:extLst>
          </p:cNvPr>
          <p:cNvSpPr/>
          <p:nvPr/>
        </p:nvSpPr>
        <p:spPr>
          <a:xfrm>
            <a:off x="7295411" y="2028811"/>
            <a:ext cx="1680426" cy="1612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716078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7ABBFB2-8B83-CE66-0B25-758DE64E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329173-5348-DA1C-FDF6-AF841B2FB0F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8AF36F5-06A7-497C-4036-2BB9A8BFCB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9D5420-1213-4957-94D5-50F6D36AD3A0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9DC6CCE-ED27-BF79-884F-0536C58312B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A27206-48AC-6CD0-27FE-ADBCD1DD01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BEC675-3760-AB22-9F79-A53BCC4E10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DE3E12-7F83-9B38-A65C-303158D4B98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28220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0DB39E-71FF-0ECE-1590-31F0CDCB4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50518FD-84EF-6E35-379B-E52B8882F2D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B72EC3B-875E-F9B0-B5E2-80054DA23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D00A606-B7FC-ECB7-AAF8-A6ABE89A443A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D5B33D22-8F01-D5CD-7E01-1EB4C212D42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52373-C479-11C3-FB2B-1806E4FC1A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487DB1-582A-28D5-D165-1C60023CA6A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2F965E-66B2-5337-BC66-2B293F1311E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04180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5528ED3-2E65-F8B2-B73B-B86CAC67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968A85-AF8B-4D5D-AECC-DAA27CB4FB2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3E6C75D-C8E7-15B3-E8EE-FE1DA6DF5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EE41AE1-DC7A-1DEF-B031-CE1D7E802D6D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9332AD6-5D11-3A7E-AF56-9DFDB3D6B0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965AD4-5112-A401-C246-1C865756B4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477515-533E-F367-D73A-A57B537D5B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BFDA8-8EFA-95FB-0EBE-A3148AB1AA0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96117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9280A91-4EC2-10E6-3250-CD0EE8A7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651888-3B1C-E3A0-261B-EF5006089E0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4950FA2-A9EF-CFC6-B7F7-AB945E98A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5411350-3960-77D3-62F9-108D5B32B201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change array structure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EDA84F8-31E4-E7D7-0317-942FC1D965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60B3F5-9FC3-FDB2-562F-AD8E8DEE467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DD6E49-15D1-4F02-A8EE-57EBD53917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2D93E6-1399-8A4F-39AB-A8E140802F1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94506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92135A-8D05-B9F4-D2E6-8690BAD2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884DBF-FB9C-738F-8D3E-27B76B6B9721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4904F3-B326-5D37-357A-44127F6C6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1C00582-2AD1-5DCA-4BA3-5839CF337D7A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change array structure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2D/3D arrays represent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naturally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89ADC57-B902-5C20-1270-A432C09D7F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B9236-5F8E-CBAC-7492-ABDDE21CE8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2AE37C-BB79-1166-CBDC-0409F0E7A0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F1210F-ABA0-AD58-BE9D-5E6E2B305E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3306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A9D1BB-FE6E-B9F9-C38E-DAFFA068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46DF57-11D1-6352-64FF-DFD8EFFBD0F2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3A421A5-0686-6C1D-BCA3-E241728DF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3349854-A175-2280-9662-D172806F92B1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change array structure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2D/3D arrays represent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naturally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F4C0E4F-535D-0146-B579-3FBCB20A129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62FB18-004C-B977-437C-44E9AF0A4F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B29167-AD0E-5693-AF79-BBB0482AB4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523E4A-60EB-AD9D-0854-5E9F8E00C13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AE78AA-B206-7521-84EF-D88ED23DC98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88951" y="4188826"/>
            <a:ext cx="2189647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76225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1670984-7EE4-3DEC-C046-29258152A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93C9DF-B330-037B-05B0-1D06FD2E433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6C3DD98-2521-4A0D-D258-F87EB864F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69F9DA6-1AE5-4634-BA09-C054D2888330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change array structure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2D/3D arrays represent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naturally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powerful masks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D4FEECD-3620-FE7F-40E4-AAC4F6CE2E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574596-7539-84D9-43E5-1687286594F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BA2DEA-0432-B8EC-0F48-1D0E8B54BF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264641-1EE7-807B-683E-DD654F9B3F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52918C-D125-7655-B942-B645A0E2F5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88951" y="4188826"/>
            <a:ext cx="2189647" cy="14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89561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4A7976B-917E-B10E-5A51-CBCA9DA0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6499DCD-E81F-8738-9B55-3082BD23C7F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55C28ED-1CB4-8974-A337-02E7D638A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Takeaways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7D4A2AC-2255-4DFC-4BAA-522C9B9F730F}"/>
              </a:ext>
            </a:extLst>
          </p:cNvPr>
          <p:cNvSpPr txBox="1"/>
          <p:nvPr/>
        </p:nvSpPr>
        <p:spPr>
          <a:xfrm>
            <a:off x="1036320" y="1607111"/>
            <a:ext cx="5999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Multi-dimensional arrays have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Index 2D arrays with </a:t>
            </a:r>
            <a:r>
              <a:rPr lang="en-GB" sz="1800" dirty="0">
                <a:solidFill>
                  <a:srgbClr val="3F3F3F"/>
                </a:solidFill>
                <a:latin typeface="Courier New" panose="02070309020205020404" pitchFamily="49" charset="0"/>
                <a:ea typeface="Calibri"/>
                <a:cs typeface="Courier New" panose="02070309020205020404" pitchFamily="49" charset="0"/>
                <a:sym typeface="Calibri"/>
              </a:rPr>
              <a:t>[row, column]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notation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Operations can work along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specific axes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Reshape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change array structure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2D/3D arrays represent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images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naturally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Boolean indexing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creates powerful masks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A11D569-1C92-6A42-3BE3-2360E410921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15/17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FA319F-9DF2-3C2D-D2B3-C7610665744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747" y="429562"/>
            <a:ext cx="2031227" cy="1612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2E59D9-5EBD-08A1-1C68-0A483880E8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6549" y="309102"/>
            <a:ext cx="2842896" cy="2146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A346B4-6A0E-AD41-206A-5A41C8C5958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4699" y="2041700"/>
            <a:ext cx="1693899" cy="1485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A1D587-B9D8-6C0E-3A53-1D739E84C7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88951" y="4188826"/>
            <a:ext cx="2189647" cy="1485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2E07C3-7E2C-C2B8-7109-0149368505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23475" y="3721055"/>
            <a:ext cx="2169043" cy="146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87731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3AAE74F-894C-DC77-C369-CFDD3BB7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78ED86-8590-70B0-3371-5310E21D0CB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906F0B8-2543-9FC4-5006-59C3B2D38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002EDB-1C1D-79C2-6935-861998D6C44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079676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AB4B7F9-80C6-9D51-AC9B-274810F0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E3EB45-6250-AAEC-8DA5-58C201F93605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D8A8646-1273-6343-838F-62298FDFF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6222252-4D80-CB2A-DAFC-498970B85095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1E7E9651-4D55-D6BF-DCDC-CCBAD10FFE6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122362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18426AF-D494-2040-785B-F1253E4D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1B4E1F7-68B6-4229-C4B5-3A5FC1F60C0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97882D5-186D-1654-53C1-7FCB8F772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6D7907E5-96E6-1F35-60FD-907C6C773EBF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CF580F6-CAC1-D7FC-FE2C-694AB7B3220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749901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6490DB4-288D-0391-F904-BE9E8725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33B1E0-441A-C4D1-1AAA-CAE86BB7ABB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02F947-EB44-9975-7B92-44F3F766B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A91996F7-01D6-371E-D07D-ECD5822A468C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D276744-6E14-3888-8EB8-070D1E356F4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008161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3C0607B-E4DC-8CC3-2210-C251D7AE7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18BB03-A5B6-80B9-FDA9-9AFEA3E99F3C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D2D1DC4-F3B3-5EB6-9F54-33CB3F428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80EA9E0-EE25-4DBD-5F8E-738BDF45BC72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1967BA3-0B2D-66AB-BF2F-E00723E4666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421AA9-5F72-C240-E920-30D78985A3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0389693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D6EB256-DD90-39A7-9198-69413CF0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ECEB70-3A70-E56B-86CB-F1463AB7F620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BB505E9-E99E-305D-6C5A-CF0E3E1F47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36998B-34FB-ED50-800F-9F60F7C1740D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A67DFBA9-D1D2-9BBF-FAF0-F50843B6ACD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40D0D6-F333-B50F-9820-23CF9FA890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7187239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C4C874-4682-422B-FA19-B3F13CEC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C48DB4-F5AB-0FEB-E7C7-212C595DDC4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5137A7B9-6087-33B4-E4D7-FB4BD0897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D9A3197-856E-F2F9-4037-E987CEDED517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6572D0A5-2DB2-D892-C927-62EB9F65C1B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014F97-262D-41A3-4448-1AD71BDEC6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719583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FB7556F-3942-D00D-C964-2F542B6E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587932-992F-2FD8-D7F3-4DF7BDE23AD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B800B5B-BDB8-ACAA-2AB7-A6050374C9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E4B073D-8C01-1F3F-0EEC-946CCDEDEE61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4EC0B366-31B5-6673-FBCC-B3622E7B00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2D1262-5E5F-B925-6D00-11AC535D93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6148338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5A0E46-A2DE-D7D0-3081-F4807A7F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76F2C6D-6E69-1865-8F80-9DCF378BF83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8EEADA9-258F-8065-22C2-9F0DB0611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BE9EBFE-7D80-D3F8-E581-4F2274AF3E04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7423F184-884D-6F15-0D8B-45130B10B1E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A6437A1F-54DA-BE52-DC11-63FCC4CEF4AA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CBCF8-3512-BA5C-1650-BA4D03C0E8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249831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9D42DA6-693F-DE55-2562-E476D4DA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454B1B5-81EC-8A35-7622-BD30809AFB9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6A70ECD-DB6D-91C4-A359-8C519B4D7F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2E5BD64-9946-7889-7386-228A4E552884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06A4F6F-6F03-4971-207C-2D244B7907D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8A173F91-6F5E-75A6-DDD3-2FB99E54206F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84F2E0-50E1-B6FF-6DAF-A315BA377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59456559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F992877-35E6-64FC-28E4-5F569536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F121392-7100-C988-85E7-EBD38A9BC1B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8BB0EC8-B490-B13B-17F9-1E2E27573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031861B-8468-022C-6382-A99F9BF2DACA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BC94EFAA-E084-AA74-20ED-EA2871A7BFC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0D53072-C1EC-3657-A57A-DE17CFDAC0CE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DB7A1B-25B5-B8A6-92D8-568971AEE3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27690175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1C4571A-B961-37A0-D253-90DB97D1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1D5038-4A15-FECD-751E-DE53C9EFD78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ADFD998-0C8F-CF85-E81F-8B0480A3B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95C279FC-FE46-A1F0-FA5D-CD0272132E92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934479F2-4842-D653-3596-D64C3DE0F6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338E1253-1C0B-58F4-CE03-0C7C38AAFE80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Switch roles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parts 1 and 2.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6AE535-3DF4-12CB-9A4B-002B1C3512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534107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CE9759E-520B-54E8-CEC0-0C5A438A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27DDB0D-8808-DDA4-B70C-2F7F63D88A9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3068190-7853-4B11-BC1F-F2DDA1B855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7B11198-E2F5-844E-4CB9-A4469CE08D4B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3F1C66DF-F708-9D1A-45CC-07B38301FA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B0860E9-6207-A175-6CD8-75C1245E7141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Switch roles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parts 1 and 2.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work alone if preferred.</a:t>
            </a:r>
            <a:endParaRPr lang="en-GB" sz="1600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1055AE-A417-4AC3-8128-D70D408ACB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1845804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B6F9217-384A-258B-071E-0019C4CB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073FDF-8EA2-F0C6-F526-74E2E6C4688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1518A71-EB52-4B96-32FD-58F681CB9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9FEB7AB-4C7C-8AF0-0520-54BE8C426FAB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Hints are given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01179B21-8B9D-864D-6F82-749D17F316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CEB2232A-EEEF-3625-F6CA-49CE1C53448A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Switch roles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parts 1 and 2.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work alone if preferred.</a:t>
            </a:r>
            <a:endParaRPr lang="en-GB" sz="1600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34756-0026-E447-E849-C378EBAB2D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2675030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188A31-E4A6-1016-9A33-EA2260DD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E09EE76-42FD-AA4F-E340-A387F76C70E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68169081-01B9-D8E5-72FF-70030F6F0B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F70DC7B-3BA7-7E3C-2734-5A82A6E15D93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Hints are given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hint1_mask.ipynb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C21D060B-76AD-D2CE-2EF0-42DD7F0FB2A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940B3934-9F8C-EC8E-709A-92AFD3139C06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Switch roles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parts 1 and 2.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work alone if preferred.</a:t>
            </a:r>
            <a:endParaRPr lang="en-GB" sz="1600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FD667D-7D19-D05F-38CB-E23B57E122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8582629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531B124-1809-8F19-F596-90BB2697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E98073-54CE-1CC9-B221-CF622CBF9DA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6A32566-CE2F-0BA4-AA2F-712B46C10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870B5EB5-FF28-8BD6-DECE-3C3333AD9B7E}"/>
              </a:ext>
            </a:extLst>
          </p:cNvPr>
          <p:cNvSpPr txBox="1"/>
          <p:nvPr/>
        </p:nvSpPr>
        <p:spPr>
          <a:xfrm>
            <a:off x="1036320" y="1607111"/>
            <a:ext cx="489284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First, read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lecture_multidimensionalArrays.ipynb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Then, </a:t>
            </a:r>
            <a:r>
              <a:rPr lang="en-GB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pairs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work through: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exercises_part1.ipynb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exercises_part2.ipynb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Hints are given in: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hint1_mask.ipynb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hint2_apply_mask.ipynb</a:t>
            </a:r>
          </a:p>
        </p:txBody>
      </p:sp>
      <p:sp>
        <p:nvSpPr>
          <p:cNvPr id="3" name="Google Shape;103;p13">
            <a:extLst>
              <a:ext uri="{FF2B5EF4-FFF2-40B4-BE49-F238E27FC236}">
                <a16:creationId xmlns:a16="http://schemas.microsoft.com/office/drawing/2014/main" id="{FCB94124-5AA4-BB17-8FB8-CD99EAAC6F2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16/17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Google Shape;150;p19">
            <a:extLst>
              <a:ext uri="{FF2B5EF4-FFF2-40B4-BE49-F238E27FC236}">
                <a16:creationId xmlns:a16="http://schemas.microsoft.com/office/drawing/2014/main" id="{2619B73D-BE9B-E1F4-6A0E-5C3A63A343AB}"/>
              </a:ext>
            </a:extLst>
          </p:cNvPr>
          <p:cNvSpPr txBox="1"/>
          <p:nvPr/>
        </p:nvSpPr>
        <p:spPr>
          <a:xfrm>
            <a:off x="5930900" y="3972557"/>
            <a:ext cx="609600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r>
              <a:rPr lang="en-GB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Pair Programming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One person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"driver"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(writes the code)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other is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"navigator"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(reviews, suggests, finds docs)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Switch roles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parts 1 and 2.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work alone if preferred.</a:t>
            </a:r>
            <a:endParaRPr lang="en-GB" sz="1600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423A7E-B744-8D0F-F402-CB4ABECB09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24741" y="1012001"/>
            <a:ext cx="5366208" cy="2781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1918267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Time</a:t>
            </a:r>
            <a:endParaRPr dirty="0"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88408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9: Multi-dimensional Arrays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 are Multi-dimensional Arrays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2D Arrays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Arrays as Images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10: Beyond the Notebook</a:t>
            </a:r>
            <a:b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Outside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File Management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The Terminal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Running Scripts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17/17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30347</TotalTime>
  <Words>19378</Words>
  <Application>Microsoft Office PowerPoint</Application>
  <PresentationFormat>Widescreen</PresentationFormat>
  <Paragraphs>2121</Paragraphs>
  <Slides>340</Slides>
  <Notes>340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340</vt:i4>
      </vt:variant>
    </vt:vector>
  </HeadingPairs>
  <TitlesOfParts>
    <vt:vector size="344" baseType="lpstr">
      <vt:lpstr>Courier New</vt:lpstr>
      <vt:lpstr>Arial</vt:lpstr>
      <vt:lpstr>Calibri</vt:lpstr>
      <vt:lpstr>Retrospect</vt:lpstr>
      <vt:lpstr>Lecture 9:   Multi-Dimensional Arrays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Reminder: Project 2 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What are Multi-dimensional Arrays?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Creating a 2D Array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Array Shape and Initialization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Indexing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Slicing in 2D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Operations Along Axes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Flatten and Ravel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Matrices as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Boolean Indexing on Images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Key Takeaways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Tom Maullin-Sapey</cp:lastModifiedBy>
  <cp:revision>109</cp:revision>
  <dcterms:modified xsi:type="dcterms:W3CDTF">2025-11-27T13:36:04Z</dcterms:modified>
</cp:coreProperties>
</file>