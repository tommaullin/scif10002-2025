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6"/>
  </p:notesMasterIdLst>
  <p:sldIdLst>
    <p:sldId id="256" r:id="rId2"/>
    <p:sldId id="2787" r:id="rId3"/>
    <p:sldId id="3036" r:id="rId4"/>
    <p:sldId id="3061" r:id="rId5"/>
    <p:sldId id="3060" r:id="rId6"/>
    <p:sldId id="3059" r:id="rId7"/>
    <p:sldId id="3058" r:id="rId8"/>
    <p:sldId id="3056" r:id="rId9"/>
    <p:sldId id="3057" r:id="rId10"/>
    <p:sldId id="3053" r:id="rId11"/>
    <p:sldId id="3055" r:id="rId12"/>
    <p:sldId id="3049" r:id="rId13"/>
    <p:sldId id="3065" r:id="rId14"/>
    <p:sldId id="3067" r:id="rId15"/>
    <p:sldId id="3066" r:id="rId16"/>
    <p:sldId id="3064" r:id="rId17"/>
    <p:sldId id="3069" r:id="rId18"/>
    <p:sldId id="3070" r:id="rId19"/>
    <p:sldId id="3071" r:id="rId20"/>
    <p:sldId id="3072" r:id="rId21"/>
    <p:sldId id="3073" r:id="rId22"/>
    <p:sldId id="3074" r:id="rId23"/>
    <p:sldId id="3075" r:id="rId24"/>
    <p:sldId id="3068" r:id="rId25"/>
    <p:sldId id="3063" r:id="rId26"/>
    <p:sldId id="3077" r:id="rId27"/>
    <p:sldId id="3078" r:id="rId28"/>
    <p:sldId id="3079" r:id="rId29"/>
    <p:sldId id="3080" r:id="rId30"/>
    <p:sldId id="3081" r:id="rId31"/>
    <p:sldId id="3082" r:id="rId32"/>
    <p:sldId id="3084" r:id="rId33"/>
    <p:sldId id="3083" r:id="rId34"/>
    <p:sldId id="3085" r:id="rId35"/>
    <p:sldId id="3086" r:id="rId36"/>
    <p:sldId id="3087" r:id="rId37"/>
    <p:sldId id="3088" r:id="rId38"/>
    <p:sldId id="3089" r:id="rId39"/>
    <p:sldId id="3090" r:id="rId40"/>
    <p:sldId id="3091" r:id="rId41"/>
    <p:sldId id="3092" r:id="rId42"/>
    <p:sldId id="3093" r:id="rId43"/>
    <p:sldId id="3076" r:id="rId44"/>
    <p:sldId id="3050" r:id="rId45"/>
    <p:sldId id="3105" r:id="rId46"/>
    <p:sldId id="3104" r:id="rId47"/>
    <p:sldId id="3103" r:id="rId48"/>
    <p:sldId id="3102" r:id="rId49"/>
    <p:sldId id="3101" r:id="rId50"/>
    <p:sldId id="3100" r:id="rId51"/>
    <p:sldId id="3099" r:id="rId52"/>
    <p:sldId id="3098" r:id="rId53"/>
    <p:sldId id="3106" r:id="rId54"/>
    <p:sldId id="3107" r:id="rId55"/>
    <p:sldId id="3108" r:id="rId56"/>
    <p:sldId id="3109" r:id="rId57"/>
    <p:sldId id="3110" r:id="rId58"/>
    <p:sldId id="3097" r:id="rId59"/>
    <p:sldId id="3096" r:id="rId60"/>
    <p:sldId id="3111" r:id="rId61"/>
    <p:sldId id="3094" r:id="rId62"/>
    <p:sldId id="3114" r:id="rId63"/>
    <p:sldId id="3115" r:id="rId64"/>
    <p:sldId id="3113" r:id="rId65"/>
    <p:sldId id="3118" r:id="rId66"/>
    <p:sldId id="3117" r:id="rId67"/>
    <p:sldId id="3119" r:id="rId68"/>
    <p:sldId id="3120" r:id="rId69"/>
    <p:sldId id="3121" r:id="rId70"/>
    <p:sldId id="3116" r:id="rId71"/>
    <p:sldId id="3123" r:id="rId72"/>
    <p:sldId id="3122" r:id="rId73"/>
    <p:sldId id="3112" r:id="rId74"/>
    <p:sldId id="3124" r:id="rId75"/>
    <p:sldId id="3125" r:id="rId76"/>
    <p:sldId id="3052" r:id="rId77"/>
    <p:sldId id="3048" r:id="rId78"/>
    <p:sldId id="3126" r:id="rId79"/>
    <p:sldId id="3130" r:id="rId80"/>
    <p:sldId id="3129" r:id="rId81"/>
    <p:sldId id="3127" r:id="rId82"/>
    <p:sldId id="3128" r:id="rId83"/>
    <p:sldId id="3131" r:id="rId84"/>
    <p:sldId id="2982" r:id="rId8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59" d="100"/>
          <a:sy n="59" d="100"/>
        </p:scale>
        <p:origin x="5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FF83998-EFCC-E9EC-32E2-1853C3AC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30C29BF-6963-1F3A-4C9E-F39748279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BBE95F6-8BD8-A271-52D2-F1936BF05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1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3DE3CB-489F-0325-E6FC-1C392741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79E0AC-B621-5ED3-4A07-DCA502D92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672C57-746A-C0C6-B26E-D7D795A8C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938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E33EA2-29B0-C419-37F3-A96C7BA98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4EBFD9C-EC43-C76E-B043-EEF89B7E7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BB8BBD-BC5D-E059-BB8D-99E7C406A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614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94C440-B1C4-BA04-0EA5-C3165E02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08233B3-D231-583F-79BA-17EF6397E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AA2947-1ED4-3A9F-416B-1E556A8A7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160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0239B06-A07A-64C1-C6EE-5CB2E8D8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2B7EC4-30EC-0B60-ABCB-BE43BEB08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60478E7-8288-D73E-EC36-6B2272F9F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970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4640E15-CB26-812D-9C67-9314E350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3AF1C9-1A04-8961-4AE0-4F4C732B1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2163DC-E7E5-5FF5-934A-A1BCE0957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546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DCDDDC-15DD-628D-8A10-8685CA68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ED2226-3738-D7B9-81B7-C7705130FC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4F46E3-2D3B-3966-BB8F-29C91F658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9819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A9ACD14-4577-EBC4-4044-99F5B17E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50C414-DE68-F0BB-0293-C61BD071D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2227AA-A678-1234-0511-131F732E8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92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81BA13-2731-1FFE-F5C2-DA31E891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644EF5-FEF1-9AAC-C412-3F9CE217E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1F6F2F-D66A-07AF-68E5-F4FBA4698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794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D89D327-934C-38C3-7C10-AC4EBDCF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3A72B35-55B8-5EA4-AB1A-95A7EEDC9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314140-3225-5BC6-1F3C-C18D10163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417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6E7A16-0A8A-6461-4A1C-004C40DB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D3A0974-A4AA-9E4F-64F5-DF90C8EEB4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246CE6-43DA-4982-9B12-E950037FA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135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BE346A-A5B6-772A-43DD-49E0986A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5F24CB-5921-65B5-7DC9-CBF31ECC1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3C6C1F-768D-3024-B62A-31CB80EF1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570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BBC6800-2C35-FADD-DB24-8BAEF150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CBF55BE-1F05-9324-4FDF-5C8F8F1E2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2BC475-8BF6-F6AF-3489-7D4F27E8D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1760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65839BF-E165-18AF-34B2-34199E41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3F6260E-490B-F045-6AEF-A5C132B6D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258D2C-297A-C1A2-0807-C76D5B358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088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A0BF2F2-061C-944A-126B-25BAACF60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405360-FC1D-93EA-8A19-434F1427F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34D142A-14E7-6B28-F1E6-F5753FA31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28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D7E062-0ECF-0AA1-9FB9-E8D64310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658B443-1CBC-2604-2978-703FB5285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D7BFAB-1013-0D14-D710-7470D4655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5927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2DE212-91CC-0009-66B6-5128822C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52D040-5E81-5CEE-C4AB-1D69AED0C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F27C71C-65BB-0ABA-1E2F-EB40A6D46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766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B79627-4FD2-9AE9-3A2D-93D99AE9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E79A38-7666-28DF-FF6F-FC8923076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12ED64-8F54-6C42-6A9F-995A0D333C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327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5D6E15-E22D-170F-B9E7-BF5EABD9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22E4F3-8C1E-EF2F-C3C6-4D58C38E1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663513-8ADC-B166-53F7-7E7AA63B7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3792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7C8752-C54E-AB6E-8E31-E22FA13F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BBF1BB-79BE-8311-758B-8C8DABC22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0CFADC-5C6F-0CEC-3DDA-775BF5056C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858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627C2D9-9BFA-6140-0D12-A3856CD0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7D1354A-AFDF-0CA6-F8D4-46490FDB8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D54C3B-D58C-F615-FC4C-EFAF994AB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808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EADEE4-CC40-EC38-D030-7338E010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25AAAF-D87E-A5F2-06B2-0F722A3CD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88B974-2E31-141B-A27D-9BF26F8E0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7731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58566F-7B5D-B34B-FB47-A50F3DF6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675B9B-6BAA-3CBC-5D9C-36981BB3F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EB64EA-A7EB-B433-E326-793DFAB7C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4239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25F29E-648E-23DE-D6CF-DB4CA9F0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7EFD09-4815-CA0E-A7CC-804EBEF8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D22EA48-9080-1F00-E363-CF1FCA3EE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61046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6C3632-872E-18AD-4987-358B2990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80800E-E21E-B35D-9997-FCBA799AB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B4E52D-8653-ABE7-AD02-9D0343F30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5177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0CBA212-34A3-10BE-43D0-00EA4031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85FE95-0370-1B55-0BD3-CF60054B5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7FBA11-4808-6305-D551-7AEABB7FE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39577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AAEA64A-BABE-A55B-0CB5-93837583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54CAC7-68AA-512B-9CE8-550FCFF9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BDBE223-125C-6BCF-A1DE-928E9CA56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0235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F0A6879-1152-8818-A7DC-33682BDB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F65FAC-F445-3780-42F0-636B5FA2B2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E6CE8C-C262-0F93-1D85-1C0160CCE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0722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21654C6-67B2-48B8-B0B6-1E8D1466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27AA3C-C0CF-8152-3506-29E348A72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842D02-C2A0-8A0A-FAE8-F7E9C801B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8496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C82698E-F073-EA07-7607-C8BF2256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16985C-6978-4460-3928-B02F690834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BCC4E0-4D4E-8760-C812-BD91EE1DB9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630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BA3493-2DB2-8C32-BA09-2E93700B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942655-9E17-C5A7-0554-83DA1CD80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90854C-41E5-1CD8-147E-04BA0061C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7009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222D05-8B3C-0044-ED1F-692E58DD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8F601E0-9562-6384-CCA0-19FB39C41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803241C-ED32-9933-19A8-17A541E8F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9092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EB00C3-1C98-A00B-6F6B-A885DB2E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CD09FB-8588-1E39-FF48-18AAC84C4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8C2703C-2A6B-04C9-5F8B-E75953BD9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7267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972B670-8A8D-7AE6-CD06-DA8E4768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F5111C-D2D0-F807-C4B3-41CD91FFC0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149976-7B72-2E17-9205-D4EA2E493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5518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4E3DD40-8D2C-2ACB-F93A-6B86D877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082847-13A5-0A09-4B27-1A7FA4F0E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109357-BB41-2F22-6B7B-A1491C364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67086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40A87A-304A-F8C1-B738-350447D7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F0AF6B-BD87-FA5A-6CC3-5ADB55AFA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1181CDC-AB6F-1F8B-0538-B96DD64D9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2796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47066A3-05F0-7EF2-23C2-A5F688F8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5B7332-79B9-1FC3-ACA5-C21F36067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517F5C-3FB8-7F7B-5B76-D258CF4FA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5414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C6E450-121E-791E-D7B5-812518AB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3324274-84E8-CD0A-8345-494079845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664D28-ECFA-9A91-E355-1A0314251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559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F93496-7345-51B9-4083-5150B53B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0D3228-37D9-27B3-FA6D-5FE187B96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0912274-230D-D00A-A32F-0A667AD51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9263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F22C659-6F24-8989-1D0F-11C1B95E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ED5C4D8-1122-1736-C1AC-EB1D1FC5A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56C060-A16D-EFE2-9398-5B086D22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3778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82225FC-5903-8AC2-6B1A-27782C8D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D55668-B1C6-59F2-BBB7-A7812D0F1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614E012-9C57-41EA-6F5B-6858C00D7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340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F999067-2D3D-27BE-94E2-63D4C48DD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AA3932-DEA4-5BCF-01E2-AAA4106DC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17937D-C450-35E1-45BB-B78169B34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54288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115ABD-5489-7246-0313-DC96DD03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44F538A-065A-C6CE-CEE9-575B480FC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189759-B962-284A-9A39-738B0BA3B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36190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3CC0C38-2094-8C3B-B110-F2D124CD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690422-7301-2468-D9B4-5D4CA98E0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743E49-D796-34B7-7614-470BA0815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0204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BE23CAC-E5C2-16FA-DB1D-70CED234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DCAF56-2B31-8A4F-25BB-E0B1DE45E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EE0E14C-D260-19BA-D37F-FCE295C52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775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52EC73B-DD04-696C-3672-C95E88968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B66275-B213-9F15-D0A5-175B409F7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AB0F949-E30F-5A41-F23A-9AAE49383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25949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DFE945-6622-9078-C19A-D04E4B71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B88C79-2E2F-21DB-041F-AF0ACB3867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5CF86F-C641-076A-4883-B4785F0E7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7230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A8D478-F0AF-58B4-4DD7-C28834BA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5B4A45-CE1A-7D02-AAA9-507FC4273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70AB56-899E-9A33-ECB6-EECADAE2C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8291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2BFCCA8-0140-4C94-EB94-3714D20E5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D968F1-F834-4B4B-174C-D8F8AB16E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723EA0-347D-55C4-CF60-6E63D6812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26026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4703A5-1892-2D06-3FD8-CAD63296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7A037E-E2EC-06A7-3D74-34BF49985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1BDC1B-0576-43F7-7011-B11379CAD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012513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FD8281-DFC3-6839-0662-BCD3443E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15E7C9-7D99-DB5C-2838-BCA9C8B705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068BFE-BDDA-951B-1380-1D0673563C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43662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5FF7B5-8E10-8B91-22B5-02C0AE2D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BA15CE-53FB-5459-52A5-C7D38ABCC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83830A7-7049-AB1C-BD39-B27699BAC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7335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77BA10-4FE3-FEE4-7A19-210EB98D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C3C4901-A2C1-D35C-6B3E-AC60080A0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CB04645-3612-1CDD-005C-D8A6ACBB15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9390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42E2362-FF4D-B714-620B-2F29E241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FAA1BC8-C888-7A08-5FE8-B03C1F920E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DC58EE-68D1-9363-562F-B0EE4B2AD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130626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D7EE34-D230-3202-E0E7-88EBA023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0155679-A697-18CB-4038-FAC77700F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C3143B2-D69D-2163-DDE7-23CED7A25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0895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E8B514-E024-2F0C-BD28-B816ECC1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F0CC57-1A0B-4F8E-49BD-A31FD1781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F7A2D51-666A-0EA0-3820-3ED70FED96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41526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A55288-2617-3FF4-EDA4-318942B8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8110981-5DCE-B211-D596-DE2745E84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118CC99-28FC-0DAA-40C4-B091B6B56C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39031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B78645-A371-6EA1-A620-47286B35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E40F521-EE7F-4DAA-B47D-D3DA4B466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873258-84C5-5CE0-A80A-8F2CE3F99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5273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390A6A-25C7-F9C5-8466-C9B088E1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9171B66-4A63-569C-986D-530B5C6DD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A85D03-4696-0BE0-D720-6A0CA49D0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1479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3955988-3D07-894C-5058-53BEE6C1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956407B-27C5-F324-8DC4-674CA5749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FA7D55-FB7B-3396-BDCA-1BFA56A61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5720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566CBE-2DAD-9FE0-81F5-5B1610A4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BEA441D-23F9-8892-A754-3198C6D72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8DA010-8DF9-6169-A4A3-A5BD8FE20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97738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1F25E92-559B-0AE1-49FA-FC6B0060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1C892FC-0EF8-18AC-6F47-FC82500EB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97F9FF-A700-C93C-FDF7-B34FF1AEA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54411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7E669B-D192-FDCA-B63F-AAA972DC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431DDA5-B06C-9031-0A41-540C7CE7B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6AC7A5C-81F5-4E5D-F495-5368115AF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58910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E1BD62D-1695-B9E3-B461-F9091863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A81FBE-E178-1EC3-C3E8-881CFB8D2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872F15-1A81-FB81-7539-4A21A3313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3627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4CCC561-C67E-71BE-7DE5-E8A897C7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D56B84-6372-5502-E217-CEE891CF0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E51D14-EC94-FE49-EE81-47A53A710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3746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1D4642D-A6A0-C7E0-BFEE-0C980111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06AA2E-7F2A-5A57-DAFA-2D534FCB6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570BB4-8B7F-A411-E711-E164F2885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35637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D684B52-36D8-2D60-F05D-87F5003D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8F5DDC2-96E8-A86A-F746-4952B4ABB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861DDB-187D-BA3B-6A58-D72F58939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98995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E9CF374-C88E-CB52-3D31-7DBD38D21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2B9BB5-A101-39D8-D405-74AE8690D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D29616-25B9-AA0F-5A49-3F64BCF3C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13643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9C68408-7E74-3F7B-FAC2-B9F9EAD8A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F2A196-596F-D754-509A-D75AD53CB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B84B70-816D-8005-25F0-7DBC24E13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90028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253595-633B-E675-C985-CAB99F10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C0F6192-D51D-D682-1A31-64C6C9E060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13F09B7-7A9F-51F3-B602-8B492083B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20800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01F35D-4EFB-AC0C-2FE6-6CB1D4F2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787088-7026-1F87-12C4-F5FFC9EA8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3FA9DF-BA61-F5A1-60E2-B743EFCC1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79119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5D433BF-022F-52D8-62F5-D76DB0C7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3256AE-8AC3-18EE-C2BC-E33DB1A86B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31A5965-D87E-49D4-B63F-8D2B2085F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53452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9115A3-22D4-272C-0110-CC18501D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D676A8-D729-0EED-4D13-AEF17C3DA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392409-612C-5430-A3E0-D706BF534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58565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AC64439-059F-1C9C-830A-CE04D8FD2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AA40FD-E432-F436-33D3-EB6F23759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11E1A57-B28E-DD83-2569-C381C23C1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77539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18431B7-08A5-8997-2A17-F704BE5A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7E1B9AA-5331-C2A0-1570-14B7C5FA1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6E4EAD-E897-9287-CC38-8E508CCA9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10383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435A03-1D85-1F9C-F5BF-1019E147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D0B0DB-813C-4833-3F33-5288A011A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29FD81-F750-CABE-DA28-1F55C53B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51064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ABF6BF4-5BC3-C844-1427-5173A345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F4D029-BA0B-3AAB-BA66-B92E4E3C8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D754C9-579A-3AD0-2E39-CB3B76333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20833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728A6F-3A7C-8901-98FE-63A19E71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F49B915-2E44-F2FB-B15E-07925A90D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31EA61F-18EF-1CC4-5928-69E0A08E3A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388291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27AB75-6D4F-29E3-96F6-DBC316AD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8EDC60C-DD42-6309-9792-B89A0F90FB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A51848-3B07-72F8-D7BC-8D7D9CE7C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491295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E8235D-CEA8-6B18-1B8D-23FE7CA0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265D5E-3A85-0E8C-81F0-97ECDDA466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6380DB-0F52-8A88-4A65-C30B692A7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110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48FD70-ADCB-0C16-7447-302BA644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160702E-E397-E396-E98B-B12431BAF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FD93B5E-91A5-EE31-31FC-B483CB888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82901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CE31BCF-A1E5-4AE3-2BBB-681F84E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52D1D85-A8E9-5104-587D-4DBE79711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A9B701-70F0-6D4B-8960-673DF546F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20088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B6337E-F867-2626-F58B-61A88C89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AA2CDBB3-3663-04CB-3852-89FEA60C7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14BC5C7-228C-1B1C-0960-157A39740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8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15: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Advanced Plotting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February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0/8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5BFA99A-A154-6B96-A138-790869A4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E382823-3305-3095-36FB-135D8B100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5404A33-00C8-E9B3-80E0-C36535EB26F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15: Advanced Plotting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3D 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Nextup: Consolidation Week – </a:t>
            </a: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 Lecture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16: Curve Fitting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C94519-E96B-507F-7C09-E5C8A19444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9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41146ED-7FF3-E9F0-01F3-691DBA13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EB52D3-8D29-B7D0-DB11-9C301231C7E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3296B2-009E-CC87-D8EC-B480C3EC18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CC5E3B9-F1B3-01ED-C974-DBCD60DC52B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37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D4AF75E-200A-8420-87E6-3224ACEA4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D45307-94B2-E0FA-12DB-345587A6C95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9B131AD-09CC-161D-770D-3E8662AFE5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09C3AE-2E12-A94F-E4CD-23A902536D6A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4097C46-C8B5-E193-2A65-CF625D95C4A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10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DC5317-214D-AC98-196D-2F08428C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D2A23C-D15B-9AB1-A076-D8906DCB5C0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F7E5A5-4EEC-5330-A00A-FE44DCEEF2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E11EFD9-E038-947A-3A8B-39760BE340FF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23BBBB-D914-41B3-5968-B640B81A55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6092F-689E-D74B-BF3C-B940C08FC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64550" y="536730"/>
            <a:ext cx="2988841" cy="73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8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884375-7F31-1DA9-7986-E80A4F97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DF7521-4F57-01B7-A17F-7D461118889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ED4037-1BFC-1FFE-892F-1510E51BBC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4A7649-4837-4884-0A59-ED4EB63AE9BD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9F2BB7-C45E-6EB6-3E3C-B2B0D74600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407DA-3F2F-DA6E-ED27-711DF825A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64550" y="536730"/>
            <a:ext cx="2988841" cy="732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4AFD1A-68DB-D4DC-3F3A-52B6A4BF33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901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EE3070-C600-F29F-E875-FA7388CF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C5358-17BE-F6CB-EEB0-7D497068BF0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76DD6B-DFE1-8450-5FB0-0509B25F5B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EEE884-7B74-2BF1-CE3F-BAFE437A78CD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2D2831A-EAF9-49BD-B663-AFD25F3493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C771C-807B-0436-48F3-EA0E31AC7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64550" y="536730"/>
            <a:ext cx="2988841" cy="732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B49612-9722-94D6-AEBE-EA5512702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47C178-F3F1-2D79-50F6-D2E80AB0F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39927" y="2779775"/>
            <a:ext cx="2513464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4077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7356CB-666F-547E-3BB7-47443038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6168AB8-7BCA-9367-C438-84EC0F23050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DDA3CD-FAED-69BD-1A2B-548D26AA9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C866E7C-738E-F641-B2CD-481C27AD7D90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9DFB2B5-68EB-5B4C-C04F-CCCB09ABED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AE7A4-68FD-8CCF-6DA8-091EBB988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64550" y="536730"/>
            <a:ext cx="2988841" cy="732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305CEF-E3B9-6BB5-12E2-728C87DD0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FD408F-2242-6B22-6AAC-7C386ACA3F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760" y="4492663"/>
            <a:ext cx="2476446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BE4A90-4823-D724-512B-2D68A42DA2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39927" y="2779775"/>
            <a:ext cx="2513464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234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60B33C-0326-969C-E417-EB8BC1A6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A41064-1A29-2C40-9DAF-C1CB1DC0BC0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6C730BF-4D34-2C09-8DC3-0FADFBC39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F7AD4F3-BDF0-EC90-3C5B-83B933EC3F64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D622F04-28FB-F6B7-DA5D-0D3DA77610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9A15E-B022-EF5E-73FC-99F929AB9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64550" y="536730"/>
            <a:ext cx="2988841" cy="732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3A8938-1BAB-70E2-A357-FB1B778B2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D86D49-328C-EEBA-5956-861D4312C8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33891" y="4492664"/>
            <a:ext cx="1819500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028AAC-AB41-3E65-8239-4C6D02C59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760" y="4492663"/>
            <a:ext cx="2476446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17C0F3-D2F1-6A6E-EABF-588D47F07F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39927" y="2779775"/>
            <a:ext cx="2513464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010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1A9E21-FA13-7E6A-E0BB-8478C717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98842B-C079-452C-71FF-849B437DEC9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AA1BCB-5985-E697-0D75-8548DD5C6D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3A1B4E-2B7E-4766-C985-BA07AD19C44E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some more advanced plotting tools!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DC5761-5D84-267F-7BD1-F3A09EDB43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869E5-D15A-7848-A9FE-5610DAFC3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64550" y="536730"/>
            <a:ext cx="2988841" cy="732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A29ABC-E264-C653-4ED8-B055B91E9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63B87A-E80A-04F9-BF07-7140E12C72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33891" y="4492664"/>
            <a:ext cx="1819500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01EC36-E7EF-43D8-0C0B-08B5035F8A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760" y="4492663"/>
            <a:ext cx="2476446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91EC07-CD88-847E-305B-3E7AFC3C96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39927" y="2779775"/>
            <a:ext cx="2513464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1288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B838C4-DC70-ED7A-4214-CCE5FCA5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19C9BE-2882-7B50-E231-05D0C652FA9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77FCC7F-51E3-C805-4B73-83894B43D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D0DCF96-F5A9-B28F-43D1-2018985EB7FE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met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which can be used for making figures in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some more advanced plotting tools!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Both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other packages.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56B293F-2737-8B97-C607-F99CB9E02F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4D80B-568D-3351-841D-89742B529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64550" y="536730"/>
            <a:ext cx="2988841" cy="732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F7FF14-E9EF-250D-9140-B880F48C1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436591-2FAD-1BE5-87DA-2D54CFBF4F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33891" y="4492664"/>
            <a:ext cx="1819500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804AA8-9CFF-9E5B-CC6F-5AADCD9C3F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760" y="4492663"/>
            <a:ext cx="2476446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DE9D19-9765-5813-9034-D9A92634AC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39927" y="2779775"/>
            <a:ext cx="2513464" cy="1292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5627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AC7D28-1430-CB62-14BC-8234D6BC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BCE3E7-703B-761B-3FB0-267312434A6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8179E8-16A5-A124-14A5-2C5B3A1CD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FF7BC76-C8DE-AC86-7F02-D92F01986D2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63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AB31F4-1C80-2DB0-4329-7AACBC78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84A1F8-C0D6-8161-7BAE-28A96B2F709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7790487-E7BE-666F-1A01-715847D048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C82573E-3AE9-9B92-0E42-1151C9E3D506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7D16F0D-71A3-CEC8-BACF-C7E8C362C3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218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743C23-2D2E-089D-17DC-2F3090F2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8DD09E-9DB1-8014-E20D-529A575EE21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61F204-85E6-21F0-D0CD-338605A998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C570310-E33D-4606-80C0-F0DA53F79D09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D0236B2-E306-CBFD-604D-BCE6955B49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027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3F17D4-1957-E759-9375-FE643DAA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7F88F28-BB2F-87AD-86B6-54D88582458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B12795-F85A-CE4F-8375-700FB94F1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0928E11-0ABF-9A63-4156-59660E0E4FEA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11BB73-3678-D447-EC5E-CBAE53513A9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790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1DA72A-7EDE-D808-271B-4818CB6F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855C48-DE70-722A-991D-07D61252D80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E47339-F90F-586E-66F5-A46F6D196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9D0448C-19D6-B864-641E-B3FB7150E87E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15A02FB-CF42-D788-2C62-FBDA9FAF4E8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7A384E-6894-04A2-8904-A8CBBE982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EC6A17-7BC1-FA4D-050E-4B9AEFE70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1317807" y="3974100"/>
            <a:ext cx="3749493" cy="20425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754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F85DDA9-8290-7F25-D9C4-1EA2DA2F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B12437-E774-38F0-8DF4-4D1454504B7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80A113-15BA-BD1A-4A52-33DC4D2C44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1E08867-543C-1EE6-E706-6F57C4FDE659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B669FA-FA7C-A8BB-17F0-4B57DEB5A6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C33CB9-9734-F3AA-949B-E9F638C0A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F35CF9-6E53-ABB5-A79D-B73EE845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1317807" y="4334932"/>
            <a:ext cx="3749493" cy="16816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3872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C4A4D1-F400-8705-729B-F64FFDE6C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F51090-92A1-A753-2768-536EEA7726B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CB589A-8BC9-3A7F-8028-368D535AAC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407DD1-27C8-30C5-A391-728596B8B313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D4C699-5E9F-FBFC-2DF2-518B3709B7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DE09E4-736C-025E-7943-66EF707AB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3951C9-0499-898A-F54A-B49BF8644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1317807" y="4762500"/>
            <a:ext cx="3749493" cy="12541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6707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9B8C75-815B-ED3E-D425-FC9195B63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7D1FF7-3C3F-47BC-BEA9-82AD748AFB2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FB3479-C369-0C8C-BDC4-5D5F0C251C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AB507C-DD23-51BE-ADAF-3B0E1BD92791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4247CB3-E366-A5B7-9B45-1DF4D0B819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409F6-749B-6450-67ED-43B1D0033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0AB782-2813-60C5-B8C4-A47302D35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1317807" y="4914900"/>
            <a:ext cx="3749493" cy="11017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504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43B7DD-C6A5-E6F3-AE47-FF4908D9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4E2926-4B00-A34F-7354-C7F197BD988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5351A58-5CC1-1314-BFD0-570C01E65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28FA03D-0E8F-ADC1-A277-9B6462BDBFBD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D472E9F-D6C0-00D2-D3AC-3B9558D793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FFEC0D-1329-A300-A994-441638128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6E79E6-9D48-F528-7AF2-5412FB51B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1317807" y="5147733"/>
            <a:ext cx="3749493" cy="8688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6303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E9C74E-2A92-CDDB-63D2-A373AFBC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A208B4-5C7C-4D9D-7AA3-9A0B05E34E8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8D0F34-076E-4B03-6961-AFA532C5D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CD9EDE7-00A4-04AB-4565-A0AB9F8C3078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BD01F2-88E6-977B-E770-25BFB703D7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0C06C8-EEB2-18C5-98DD-F0272C4B7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B4896E-B328-F565-C74B-337A458CF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1317807" y="5545666"/>
            <a:ext cx="3749493" cy="4836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1812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7A5D035-39FA-5E89-ECE0-8F086F79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AA220C-D9C8-C40E-4823-339984D8AF4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E49FD3-AF30-5CAA-339D-D2BBB80CDC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B087F1A-40BD-28A0-4848-DB1F32ABCDEA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F5962B-0D08-89EA-02F4-6A1B96F244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8EA534-BA02-5D51-6E54-CE5A6C350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A07AD7-34F3-11D1-7981-0C95CE060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1317807" y="5744632"/>
            <a:ext cx="3749493" cy="2846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6679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0C0C57-C40D-DEB4-A343-CDF05E84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35E013-CDCA-2172-D649-E0AA71923E5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A4BA1DB-5774-E0D9-1B9E-B910FABBB5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58D3807-A17C-333D-6E55-022C14D2246A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B251DA0-2F8B-18EA-DC0F-AD593F079C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6C93D-4787-DE08-E4C1-E2270ECF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036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902956-CB5D-2E02-5766-D9FE4AED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A23BF9-8B0E-8072-0803-E65312B927C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F76FE3-B16B-3C02-C29C-6D6E6FEA7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5F2972-14BE-36A8-CED1-852FA88FBC6B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94DB20-BB3D-2023-0A94-5A137EAA67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86486-17FD-7EBD-5465-783377F5D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B7F791-C3C5-B7BF-3307-96C3057598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79158" y="386464"/>
            <a:ext cx="3403242" cy="25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83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94CB67F-FE7D-E625-7255-75B9DE6D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089A06F-84CA-6B8E-2DF7-989F637B9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227D3D-B224-E8DD-AD07-92C38EE5E5D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2EC2FFE-76A1-CE72-3965-41A1F1BDF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1EB3224-0AEC-EB5E-A3D7-3B15F144545E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0232A62-AF81-1AA6-6188-6C65552B22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547D0-874E-15FC-C876-B869DD450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5BC33D-3275-93E2-B3B8-4BB01BD88A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79158" y="386464"/>
            <a:ext cx="3403242" cy="25375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25359F-C50D-BDC2-5FCF-0C09BF78D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3561080"/>
            <a:ext cx="5884817" cy="24658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1332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3DC014-2AD0-BD7E-971A-09D6739B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6B47BCD-FCBD-9DE6-0D04-BBD7592C6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954F1E-2F6A-D1A5-47CD-89AA39C32FE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CA0524-3256-35B8-07D2-57248E90BD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0DF3ED3-476D-0E96-E822-AB06740BA6DF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219A5F8-6128-CD07-41B8-51B9E5BF8C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FAAB0-6117-5AD5-8B36-39A2455DA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0B7809-1926-5A92-F256-7070A000D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3561080"/>
            <a:ext cx="5884817" cy="24658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5790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7333BF-DC0F-142A-BEB7-27559520D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A2C101A-31C7-D08A-FE4D-7FCDB8CA6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C81BD0-3F55-4C0A-F091-1CBDC7C37C2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E8582CE-BC2A-0531-016F-C6878D46E1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F511DED-C5AF-1E11-0D70-901A41AAD67B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4D94613-260A-1758-DC0A-B251334412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E8DF1-A220-B11C-E3A0-1CB310293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5E9FE-319C-F5D8-D61F-B774A27A1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3992880"/>
            <a:ext cx="5884817" cy="20340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7106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D675A2-EA52-6D56-4D17-803796C1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B9B59BB-C911-B15E-71C3-53F1551CD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9F0D40B-C61D-0933-6275-9F4C7FB5AA8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EC696E-2CA5-B88A-ED44-4DCEE2467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735C254-4E22-5201-5A61-72C5906D97ED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BA8623B-E7E0-8DDA-27D4-479165BFDE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84FD49-4B24-9308-D288-D108544BE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922175-22B4-5A46-E162-8C4FD9D5E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3992880"/>
            <a:ext cx="5884817" cy="2034042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B3B523-F59D-2E7D-3DBE-404E552797F1}"/>
              </a:ext>
            </a:extLst>
          </p:cNvPr>
          <p:cNvSpPr/>
          <p:nvPr/>
        </p:nvSpPr>
        <p:spPr>
          <a:xfrm>
            <a:off x="8776788" y="3695700"/>
            <a:ext cx="172479" cy="224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41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D452F5-FFCD-127A-8F7D-141A6F10E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D68BB76-D843-026A-4430-11D8E1652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475DD5-7C13-7685-286A-18C29825A19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C8710B-D425-6A7A-B5D6-8ABB723DB0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729BE4-B139-7DA5-464A-34687E8FE80A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AAA49D-DCA3-4113-A20F-DDFCB03D04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8AA03-CA90-F8A0-D7F7-42E3B88D3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41F18F7-79D4-C3F6-E58D-52FC1DAE1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3992880"/>
            <a:ext cx="5884817" cy="2034042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569752-2F13-B771-BA6B-5867A5D0906A}"/>
              </a:ext>
            </a:extLst>
          </p:cNvPr>
          <p:cNvSpPr/>
          <p:nvPr/>
        </p:nvSpPr>
        <p:spPr>
          <a:xfrm>
            <a:off x="8776788" y="3695700"/>
            <a:ext cx="172479" cy="224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F644E-D646-CC7E-1C1C-7C1E31746683}"/>
              </a:ext>
            </a:extLst>
          </p:cNvPr>
          <p:cNvSpPr/>
          <p:nvPr/>
        </p:nvSpPr>
        <p:spPr>
          <a:xfrm>
            <a:off x="6809634" y="3705969"/>
            <a:ext cx="172479" cy="224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621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F07283-CD52-475F-F46E-6F82E280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6D0545B-CD41-CC90-E581-067E83F00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52BBD5-A5F6-CD53-B297-943BC5409BA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651F56-EA02-A599-DABC-1F4851EA1F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52FF7C-10DB-A57B-1BB6-703EAA6160E2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6D9867-3044-8E08-565D-4495E61FF4E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BD67E-BDB7-EA51-4CCD-EF9BEC0AA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134B12-26AD-2768-D294-5CDE2EB0A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3992880"/>
            <a:ext cx="5884817" cy="20340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6925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1905FBD-E2C6-A1CB-BA7D-682FA2FFF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ABBFA93-872D-27E0-44A5-2A303BDEB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8870B19-BC0C-F6FA-605C-AB24BF1B9DF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394429B-6469-FD75-6625-7CD78F7F5F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F5D602-7362-8DBE-57BC-7AA5999E6D92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6886D7-A4AB-1304-286C-A7B5E5C22D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B6F4EF-99DF-337B-EBFF-C81A32275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A52519-B326-975E-2064-52A7D1D7A8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4434417"/>
            <a:ext cx="5884817" cy="159250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7241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859AA9-6C93-2A41-8FDB-C1EDF419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BA557A2-967C-5A6F-8A29-B1DE0A406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A666F8-3929-8235-F4C9-015F7979517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81838F-2318-5AEC-40D6-A6D47BCE0B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8C57D76-35A6-52BA-B84D-C11ECB6F909D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FB38C7-7D3B-8FB3-73C0-F5E182DD5F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C4602-A56E-F540-A743-865B86C2A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B0D69C-8E4C-A784-DF49-8C6767D95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4632960"/>
            <a:ext cx="5884817" cy="13939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081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6C64E3-B318-F2D8-0A52-462C138E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803BD06-E2A5-D507-6351-0DA3C7BBB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508EAF-0459-8C70-80BA-A7D1C99EB5E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3540B5F-CDD1-A040-6CA2-9E2A0A64FE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BAD0EB2-6A33-D2E0-15C5-855F42F72FFB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F47BED8-7BF5-187F-830D-8F0CEE1B55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958848-A4F7-33EF-E483-126725FC9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34AE15-247F-E789-5A6F-A6B75E826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4632960"/>
            <a:ext cx="5884817" cy="1393962"/>
          </a:xfrm>
          <a:prstGeom prst="rect">
            <a:avLst/>
          </a:prstGeom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8A2E39-B7DB-C97C-80D7-DC60E4371344}"/>
              </a:ext>
            </a:extLst>
          </p:cNvPr>
          <p:cNvSpPr/>
          <p:nvPr/>
        </p:nvSpPr>
        <p:spPr>
          <a:xfrm>
            <a:off x="7841221" y="4411134"/>
            <a:ext cx="1340879" cy="209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504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0536A42-0811-70F5-60B5-57840DD4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EF73C6D-DB17-EE96-890A-CC1519ACB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97F19B5-94EA-B4CA-7E35-95036134359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A2F9EF-D1C4-A5D3-379E-509A46FED9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847398-9EBD-0EA1-EA9B-7742C66389D4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99203E8-8176-F619-220A-993B488C4D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4C7CF-04C2-A437-4837-0512797AE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8F91AA-22DC-94C1-D7BC-16E04027A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4632960"/>
            <a:ext cx="5884817" cy="13939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6838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E8F532-4218-9C5D-77E8-A2BEF868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5E30433-17D1-B661-AA89-74E3CABF6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7806E5-A710-E2A2-165F-245EBA24942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D7F182-5015-56F7-080B-BFDA8B163D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FCABF5-7737-919E-1738-AF5A8F2B46C8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9A3D50E-F320-ECBE-6225-9495092B3C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EDB46-B9EB-E6A3-E17A-B25041DDC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C7AA11-3E6B-AA7D-4E52-92F2643A3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4928134"/>
            <a:ext cx="5884817" cy="10987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1196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66B987C-2B83-4378-17D6-AE5D6E14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CA4D8ED-FD13-F6C5-DD78-E00AAEF71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FAF585B-CB9F-8B2A-427F-2F0566A9500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4CCA3E-4C03-9CFA-9568-F3EF7917C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2E90365-5E9B-F37B-0DA0-6170F4A46B8B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B0A71B2-51D3-C5F7-A496-8DE029A740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6947BA-5216-82B1-2458-4A7EC17F9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2BD5D2-299C-511E-29DE-4FD8C1873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4928134"/>
            <a:ext cx="5884817" cy="1098787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8B5964-3459-9F85-12CE-48C354876111}"/>
              </a:ext>
            </a:extLst>
          </p:cNvPr>
          <p:cNvSpPr/>
          <p:nvPr/>
        </p:nvSpPr>
        <p:spPr>
          <a:xfrm>
            <a:off x="10038080" y="4613266"/>
            <a:ext cx="1627345" cy="209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48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DF3DBB-23BC-EB04-F7F6-87A01C02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CEF242-F648-9912-CB1C-C71F69F80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C0C435-4750-634D-2564-57709F6568C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A094DF0-CE37-F705-D345-CDB92007C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67393F-243A-681D-6341-3829D4BE0F03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19063F4-6C5E-3A26-798E-ACC9C9C97E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8BFBBD-56A1-2558-DB03-0756763B4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D8DE96-F7F7-797C-BD06-64FC0F20F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4928134"/>
            <a:ext cx="5884817" cy="10987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0804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9943FAE-8AB0-DC7C-ECAC-88F43E0A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8191D3C-11FF-342C-94C9-924A5958B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FD73728-BA35-F0FF-D2E7-610F8DC2BB0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0A96F5-1DE6-2A8C-DEBF-35B252FE3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C08719-C046-31DD-381B-C47243DAA323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D9FABD9-7BB0-3F16-E51F-9C90690F95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D1050-5BC1-2588-0B7D-4071F2F2E2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66A6D52-C25A-1734-E685-FADEB40A7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5509683"/>
            <a:ext cx="5884817" cy="5257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7624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D1BC41-40A2-3A31-6145-96D76701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FAC0E6C-06C8-6D40-8E1C-60CEACD90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EF5669-2EE7-5625-B0B0-803BD618EA0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D386E15-2998-2AB8-2299-338EE095B5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26DB834-ABDF-614B-B442-2F0367E2CE82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4BD753-CB8A-6990-4262-B26121208E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7220F-2914-DA3E-58E2-B41F626EC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14BBFE-6A40-3D2A-58D8-EEFA991B7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5509683"/>
            <a:ext cx="5884817" cy="525703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ECBC79-54F6-CA89-8EA9-10A232F205BE}"/>
              </a:ext>
            </a:extLst>
          </p:cNvPr>
          <p:cNvSpPr/>
          <p:nvPr/>
        </p:nvSpPr>
        <p:spPr>
          <a:xfrm>
            <a:off x="5829663" y="5327251"/>
            <a:ext cx="1548312" cy="182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476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935DEDE-B17C-C4D0-7485-8C4023E7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BC3A56F-FACF-7697-353E-495FBDE63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A51CD9-4FDA-5BB6-DFD1-6861715B932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B34F9F-A5E4-84E0-DB0C-F4D5FB7D6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BCC2C23-FFE2-4C7F-0ADD-91858624A4F0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352930B-CAF8-7E7C-206C-6E5A17FE236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8BFCD-D35D-E58E-AC1C-4DADC29A2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B6CCAED-C199-B091-CDDF-00A82A783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5509683"/>
            <a:ext cx="5884817" cy="5257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8916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6A1CC10-0BD3-5661-8A89-B0AA2A4D2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63DAFE0-DC16-C3D1-5363-DD284979C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773BC46-3000-0A2B-D5B6-47671362F3F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79497D-BD16-153D-DA6D-CC216B04E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D7C6B3-10F4-0F4E-1E1E-4ECF79C8CD41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057632-CF78-D269-6A88-204BAA2CDC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EB7B8-3F65-7F72-514A-D6418EE08A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FB9343-CBD0-7AD3-4480-042780DC2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60" t="64871"/>
          <a:stretch>
            <a:fillRect/>
          </a:stretch>
        </p:blipFill>
        <p:spPr>
          <a:xfrm>
            <a:off x="5824583" y="5705918"/>
            <a:ext cx="5884817" cy="3294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96970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A750B4F-AB88-D70A-DB9D-B6A25C01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68265CC-C8F9-2140-D6D9-22F95239C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882B42-095A-4EC8-7CF4-98947B8760C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3EF56E-3C1D-8684-0CC0-655FA1ACD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F799A27-0798-D7FD-EC91-D64FDA770907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365182-D411-11CC-16C6-9CCFB182D6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A51C4-87F4-0A86-5E51-8F0F8BA48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6961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4BCC492-A779-CCEA-EC9B-E6F4A5BE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08C7F59-0EA1-67D6-A28C-7986AAD2F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4423" y="3504568"/>
            <a:ext cx="5905073" cy="2537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ADCB5E-F075-0D39-ADB4-FE7F4B7DEB0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CC5E1E6-FCAC-8A2E-CAA9-A60AABA5B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3D Plotting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D78E1F-CAA9-458A-D118-B1A47E533FE7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used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make 2D graphs.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everything we learnt generalises to 3D too!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remains largely unchanged!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5474E9-2D09-F777-FD77-AC9D812272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5EEC5-95DF-AF0F-5067-AE0D14CF3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932" y="3948700"/>
            <a:ext cx="3780192" cy="2095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DB8E384-35CA-EB21-7CDD-4508DDCE4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44592" y="79435"/>
            <a:ext cx="3237858" cy="338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08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34B60E1-698D-A097-FE2A-8CC7ED65B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3E4147-EC52-EE82-5B39-1F19BAF37E2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2F809A-865C-B8CF-C5EE-2784D43004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2F754B-FAE0-D2C5-0C52-82A3A47A1C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432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604367-FB90-F564-394C-C57AF1FB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E7D8AE-FE49-B889-F8A5-ED3C1B109A0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468978-6348-4C54-77AF-046D4019D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AA6AB59-719A-9749-5404-EB6E18C482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6E37005B-8B94-9460-9F2C-10D9A5698850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61173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C8A404-0B47-B2CA-A9A5-01B5D00B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76884D4-91B9-68D5-9838-3CE8A704F47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CC6208B-B7AD-04AB-B039-8B76BE7D4F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2FD5F0-022B-B40D-BF52-C8522CF344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9E2D9C9-75FF-B642-F04E-B9E4BDB6B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FDD75A27-BDAA-08D6-0185-898D6F11E3A0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467DC30-7428-6FE3-C266-196DA7F77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8026399" y="690035"/>
            <a:ext cx="3498851" cy="49741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47257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67018B-B024-6217-54FF-2F9133FA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A9DC8A-74CA-A7A2-3133-DC75ADF5457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4B635E-7DAE-934A-792B-057BFBEFC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947703-A3FC-F19F-F117-97DFBAAFDF8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CF45C5F-4AB6-EB1B-CB73-010E0D164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7AB08920-D6E1-4A9D-C5FE-7B711E774DB9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F142177-7E00-E443-2F20-C9AFC742F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8026399" y="947737"/>
            <a:ext cx="3498851" cy="2397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71706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E8C3FA-62AC-BA0E-45C1-60ED38BE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035D15-8C41-3B17-00DE-CC5D655E921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5B2C60-AE3E-1F4D-5793-0F010256C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2D74F6-F1C3-B45F-96BC-C118A1603D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2D0B44C-53C6-79DC-7D79-8DDFAA41D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5AE4570C-BE0A-1D84-67C6-0F22D6CA5BA8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133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318D4E-89E4-AE1F-DEBC-4AF7FADD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8658A3-5BAF-6873-BAD4-741D129FA33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105F3C-E323-FA37-6FDD-745FCE1C54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9A4BB10-7905-AF49-A509-6FA247F1C6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84CF9F5-4317-C433-0BCA-4F69B3228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2E2CFA5-212D-7AF6-CD88-EFCB6A1B2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7A9BC332-882A-9A1E-554C-FBC4173934EB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4720480-D0CF-E348-0FBA-C5361B2D3D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7788278" y="1399419"/>
            <a:ext cx="3726389" cy="3955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10783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52D227-D1EE-891E-2F9C-43D4833B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360912-D6E0-AE4D-11CA-E2C0F41E585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02A497-DCF5-DA7D-EC7A-2C37253DBA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1CEA5B1-6937-6DFC-CEC3-F8C875287A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29E744C-FCED-8F89-F820-7EDB6BE44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4E31E5D-C894-9700-58CF-10B1CCB36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7F8E88C6-0E8C-66FF-7FFE-4D57381B833B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38361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2AACE25-D4F9-D173-60E4-4E82308D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3E36CEA-9B3D-3183-246A-47B4AE6BDCA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A40A345-D0E2-B9A5-5FF8-A64A0A2A87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1EDEE56-C49B-FACE-28F5-55435EBF14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29CF2E-0392-24F3-F738-FBBF625A9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B43CC22-5419-C6A5-9486-084E934AD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A230818-18CB-429C-8575-5A5F79F575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192D46A2-FC28-9E73-A0BF-FFA189443564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5DD83D7-3FB5-6792-BDD4-5B1498818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452849" y="2035232"/>
            <a:ext cx="6605276" cy="41482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19262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8A2989-FE1B-7D90-9CBE-BCEB86EA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4B9F04-6EA9-FDF0-D9FC-4083B75F6E4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819FBC-F4CC-254A-41E9-D1C2E3085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56D4AD5-C920-6493-22C7-6AFAC498AA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731873-1E98-5765-28DD-EA57D1E36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720CA7-9B8F-5CB9-7219-07E374DA3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330FD42-559F-CBAB-7F38-DB38F4C22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5B8538E7-98A8-9F91-A4E2-972143CC395D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C3C6791-12EA-F7D6-0C15-C9C10856A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443224" y="2413000"/>
            <a:ext cx="6605276" cy="37512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9012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C83F24-77A3-E07E-5E73-8D430F6CF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4BC519-8DF8-220F-CC90-E31A93F8EE0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6B10F9-F5FC-0B31-2378-548EFAE0B8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6AF6CA6-B90E-A00E-CE07-A9098EE3CF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E1FC77B-DFF5-EE4C-C658-AD1DDE67B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1EFFBB0-FABB-3C15-28DD-D2448B2B5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8E273C9-90C5-601D-BAD0-F24840D535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320686DB-904E-5C14-E149-7C1BC4DEA287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698C98C-7CF9-85A4-7856-6D0A7F2F2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443224" y="2993571"/>
            <a:ext cx="6605276" cy="31706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00899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1BC6A1-8331-0F33-76CA-29700D14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5D205E-8D6F-7CB8-1533-A83A3E50E67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062ACA5-2119-0A08-2647-BFDE12972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8FADB9E-F47B-9A3A-2F8B-CEF008088A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2B4D817-B703-F388-B800-F34CA3575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5204981-6670-2148-8F74-0953EF8D6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10EC387-AFFA-4379-5842-F2CA5D7ABD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4A04D59B-24BE-5976-67A5-5B78C4D680C8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781E689-092F-15FE-3C0A-C790D3A54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443224" y="4212771"/>
            <a:ext cx="6605276" cy="19514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78705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1FC3BC-6C39-7253-433F-DF61B691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E59D39-8619-50E5-88B8-6B2CE124B08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8981337-1A91-6C2D-F13B-6A53A57A8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6CDB48-115C-A296-C27A-2BC62F1CF9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96E585B-FB97-2DC6-ACC8-74035D07E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C6820C5-C3B8-F5E4-6B39-2688866C2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95A1438-728D-CEAB-0A27-D3538E1908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4DC99C5A-01F3-B6B7-3268-BDF20A9554EB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E77E6BB-E5FA-F5EB-5C3E-B4A508838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443224" y="4626429"/>
            <a:ext cx="6605276" cy="153783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86664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C459BD7-5FE4-9A3B-D043-28468930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15D418-D65A-CEBF-72F7-D3D2C1EAC81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2DFF14-F5EA-2E0E-EAEC-AB9879594F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6F67252-44D6-C37F-FE65-101D1D0B00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A6A11F1-546B-AAC2-D12F-F6831531D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80BE61D-7588-5740-76A8-143C33629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B36B0DE-F285-1071-5563-B2DA05C7D6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335E6A59-C20C-041E-ECDC-FBE2F18D6C90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E5216BF-E843-C476-CAC6-03B94FFAF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443224" y="4802975"/>
            <a:ext cx="6605276" cy="13395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5851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5D0247-FA81-5EF8-2192-D04C2009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D76653-4D77-C490-1449-68036BD1DFB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7B5861D-E13F-9A3E-AF3A-33D229A5D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8E2D781-B8FF-079B-B63E-534CDD4491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7AB2FC0-966A-A42C-EB04-4899DD464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34B965A-4B20-9627-0F4D-906D8E986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5BCF1FF-8221-5DDF-380C-F7344BED3F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B33EA0A6-585B-D426-2833-3A866AA02AE2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82821E-B0CA-117E-9E39-3045E6AC5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2" t="57214"/>
          <a:stretch>
            <a:fillRect/>
          </a:stretch>
        </p:blipFill>
        <p:spPr>
          <a:xfrm>
            <a:off x="443224" y="5910943"/>
            <a:ext cx="6605276" cy="2315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98548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129764-DA4C-375A-6C24-6064DF96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DA3AA5-537F-2F8E-4C67-FB7FEFE7607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1F3C22-DE48-F028-85E2-21128A6C2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7391021-C3C6-98AA-4EEC-2BA5A2F595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C4FDBD9-7B4D-3C3D-120B-D161023BB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93FF601-BFFF-5772-8B6B-4C50124718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1BAB167-81EA-2167-50DF-CAC85748B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4036ABCD-179D-E033-A11E-E5F990782D59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45278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B924E8-083C-50C1-03CE-917223081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E34E2E-4ED8-8F94-BE28-6E682060BDF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E41FA77-DEE7-299D-6343-5E2D197B64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43ABF58-590F-DA4E-8A46-9BD7E28F2B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05EEDB1-FB8D-B5B7-DA70-D8A61D3BB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525" y="2015981"/>
            <a:ext cx="6666608" cy="4201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0189A37-71DE-87DF-9723-E3DF483192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9B2591C-E436-6256-C169-6ACD719DFA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CF37A3F2-658B-6FEB-75F2-80F3EA2732E8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A7B47C-4590-3D9E-2B64-B6F92BF13B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672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205116-F9F8-5796-EE03-E0D0EDB1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879186-94FA-1B00-1C8C-DEB5CC3005A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5001802-8EEB-AF53-D6AB-ABD6FFF7C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A8477C-5E60-E9B1-BB95-D0AD7AA701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62AB3BE-B34F-A5F5-4835-88585FCF5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5FBD981-E2A5-CEFD-92E6-B9726CF68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50;p19">
            <a:extLst>
              <a:ext uri="{FF2B5EF4-FFF2-40B4-BE49-F238E27FC236}">
                <a16:creationId xmlns:a16="http://schemas.microsoft.com/office/drawing/2014/main" id="{23C633DB-670A-436E-7F67-110D3FAC2827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AE9CE2-A3D1-CE9B-3139-D3F6848DE2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7000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B389941-B29E-9A76-5C13-FDA9C15FB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A09486-F11E-4A5A-AD7F-C3FFEA34A60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C7D552A-BB38-720B-FB29-A4443503EF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3AB9FD9-AB3C-6D0C-8A18-0FD3CCBC9485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807CDF-4F89-7287-47C3-57555D7A2F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9E4175-C76B-4124-DA6A-A6CEB6DA1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2856E03-FB71-3352-6B01-44B6E125C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813AE8-B44C-43FE-2077-E8067031A8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237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52C596-1038-CB74-9DC8-6C6C9B32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1F5663-6DA7-7BC6-B33F-36ADAF1DD85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0DCEE7B-5794-B19F-340F-097BBF278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29E217D-F4D6-490F-526D-32FAF520C17E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577FEC-6EEF-CBAD-463F-E789813330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58BE21-3D04-D312-6816-E214CF638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7D9D3C7-E835-D91D-84C7-379209DEF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Google Shape;150;p19">
            <a:extLst>
              <a:ext uri="{FF2B5EF4-FFF2-40B4-BE49-F238E27FC236}">
                <a16:creationId xmlns:a16="http://schemas.microsoft.com/office/drawing/2014/main" id="{93592A94-ED50-5472-B765-770D606FE171}"/>
              </a:ext>
            </a:extLst>
          </p:cNvPr>
          <p:cNvSpPr txBox="1"/>
          <p:nvPr/>
        </p:nvSpPr>
        <p:spPr>
          <a:xfrm>
            <a:off x="4590158" y="2437466"/>
            <a:ext cx="1461945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seaborn!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9FE971-5E3A-EA70-1F3E-5E5F74C95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9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370DC0-AE10-76D3-4BC0-C097090A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1296CD8-4411-2FC9-97C6-C8FFDFA119B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70A622F-B0D5-7495-B8F4-F23C157B3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7CBB52-F247-A025-F9F9-393BF2B08677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E70F09C-97B4-3EFF-A0BE-87388B5D889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F4FE33-0D1D-215A-D27E-C17890416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D10FEE1-7CD5-0EBF-BDDD-B86B81EAC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E2E127-2B38-97E6-1E1D-9FE3F3322F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200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CCF5EB-CC73-D35F-3CEE-1473744F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7A0D40-6F72-ACE6-C095-AA233D2F495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DA7A61-1349-E681-0943-A784E74F0B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156ED5-8956-1127-76DC-D80B09B85B6C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40ED16-B482-DB26-4E01-18055EBD01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9F1229-0499-4782-6DAF-A9C6D72BC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9ABA9FF-5E1C-9D9B-284A-38FDE251A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2F414B-C8AF-0B70-1703-BC4E8BD76B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773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5534A8-1444-DCC9-C886-090E49F5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62E558-E6C5-148B-FEFC-CCFF8F114BD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4280844-CB08-B3E7-17F1-13AB9F25FE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4C16459-E4F0-EE2A-130C-1B241697F6F8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54BA563-8EE2-A0A6-3E9D-D0B04052E0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052987-3CAB-04D6-8BFE-22419D3FF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BE7C18E-37FD-62DC-D0F4-814F5D97DD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BC709F-CAC3-D92E-4B4B-DD322BEAB2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980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1C0960-D7B8-CC8D-F227-3528CAC54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51B25A-3A27-8E20-F986-7C7ED211C9C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3E3585-D17C-90EB-28D5-AEE8BE797F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0CAC07-10B4-EE4D-A860-A208D55EF607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21750F-E671-AAB2-8250-7465E6D9D9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AFA0D0-030A-89CD-DE28-E6902F84F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DB2FA19-472E-E8B3-D9E5-9192F9261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A0FE88-89BC-4D30-E5EA-A50243B45A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795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4873734-1F78-852B-C22E-CD74F4E8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B3CCC7-CE82-62BC-050F-5A9EA2F1316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162BD5-7FE3-B61A-DEF0-CC8660524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0B49E33-10AB-5A46-687F-D2E0F19F4ACF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86F6B80-3D68-BD43-A02B-69FD2D848E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9A90CD-608D-5C39-F054-64AC20059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3D1B46D-201A-AA8B-AF2F-CDD40C621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3D04E8-FA18-6F04-824D-77D12EA61B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250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2A930E2-681B-84A2-B71B-96F37723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FBEFD9-9DCA-1D3F-F1F3-B4A73B472EC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2EE21E-9C6F-4EF7-C481-132D128A66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DBE65C5-E6CE-9F02-4674-DF6325F9C156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bit like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ggplot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Python!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F8216F1-4DA7-DB85-0F9C-3711D132572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5E0C22-585D-E0E9-C4F2-5C31B715C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31BD7C-DE8D-E986-5257-469C6893C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516E74-6C04-E69C-D01C-3E14D5AE98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7661" y="2513651"/>
            <a:ext cx="4123814" cy="2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440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BFE4D9-1F0F-2861-7495-4C5C01AC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1B31FC6-DF98-7118-8562-A473FB62719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22DB903-33AA-6772-740B-C97097DD8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C933C4-BB21-452A-E4CB-0E91698EF937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bit like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ggplot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Python!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E2B863-C3BD-95D0-11FB-0D3BCA0793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988017-6560-CC3F-0F88-8E5244C67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EAEF388-9534-8363-904D-8CD6AA8B8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62315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E51A0D-2A1C-5676-8031-5B51C413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D35406-6062-3BBB-0653-D028E6750E4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94CBFB-AB67-A866-927D-6DE69E0A7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AF837A-C53D-9294-60DD-DE517956049E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bit like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ggplot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Python!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1734E8-BD4B-F5EA-B88C-D72AF5B3BD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AF182C-B026-F099-256D-473763399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7524E7D-7593-8361-6BBA-740E975B0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9D39FAC-7E3C-5BC9-6AC1-70F901ED0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414" y="5245161"/>
            <a:ext cx="6778263" cy="9771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D87FC-036C-4AA8-3D7B-012929F67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54" b="54147"/>
          <a:stretch>
            <a:fillRect/>
          </a:stretch>
        </p:blipFill>
        <p:spPr>
          <a:xfrm>
            <a:off x="833843" y="5277093"/>
            <a:ext cx="6766753" cy="89510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12043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ADC0B1-7F5D-CC4B-A336-83DA5955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DCD644-0DE5-ECB6-C07B-0D7112535C8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F5E643-B179-B33B-3484-C2896CCDA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612A092-5087-ECF4-3C79-32954E76E734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bit like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ggplot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Python!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ACB380-1DAD-DE94-6A92-CB7458676F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99CF7E-F5C4-7D41-FEEF-3BA778A67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BA9FD00-54C8-10DA-44FE-34E5CF12D4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1CF216F-A625-FC6D-8FCF-9575E42E83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414" y="5245161"/>
            <a:ext cx="6778263" cy="9771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A57214-8F9C-27A7-4F9E-5EE8ACF141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54" b="54147"/>
          <a:stretch>
            <a:fillRect/>
          </a:stretch>
        </p:blipFill>
        <p:spPr>
          <a:xfrm>
            <a:off x="833843" y="5758542"/>
            <a:ext cx="6766753" cy="4136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80999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D5CD78-5EFA-DCEE-666D-C1C40474D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009F8B-AFE4-8E68-B5B5-4D4FE70E11F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351F24-3ED1-3663-D174-A1B419650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A397965-066B-1A2B-DFC9-AD6C6DF4C9C6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bit like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ggplot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Python!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077E1A-478A-3121-E688-F86B0523F86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BE8F81-7A7F-1FE7-A4C7-78B6A85C0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5730F05-106B-89DC-F999-D1CC7C4788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BED91D-CA25-D249-A39F-A873A3F79A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414" y="5245161"/>
            <a:ext cx="6778263" cy="9771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76246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CFE261-EFB4-FE9A-AB55-19496674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60F607-A8B2-80B1-274B-7ECE813320D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B3710A1-652F-F9BC-F542-DF3B1CAD7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9959C2-D610-8D0D-C928-D2DCCDEBDA10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bit like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ggplot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Python!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3AD534-ADA7-8DFF-565C-8BE95BE4A1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9CEC79-23E5-E0F9-6E0E-7EDA3D619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97EA729-DC15-19F6-6B33-88C947503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"/>
          <a:stretch>
            <a:fillRect/>
          </a:stretch>
        </p:blipFill>
        <p:spPr>
          <a:xfrm>
            <a:off x="8097568" y="2437466"/>
            <a:ext cx="3380445" cy="344316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67F890F-5CBD-D3AF-710C-D54FFB21E8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414" y="5245161"/>
            <a:ext cx="6778263" cy="9771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408F85-3E55-48D7-B239-DC10E9EAA0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79092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6CD0970-C542-A6E2-51B3-E88C25F61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0FEA6F-876E-71B9-7010-9612E98DE90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D6EAEB-C5A7-E4C9-F758-F40FF046EB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6968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Seaborn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A0EB4E3-F74F-56C6-D194-14245D8BFACC}"/>
              </a:ext>
            </a:extLst>
          </p:cNvPr>
          <p:cNvSpPr txBox="1"/>
          <p:nvPr/>
        </p:nvSpPr>
        <p:spPr>
          <a:xfrm>
            <a:off x="1219201" y="1251854"/>
            <a:ext cx="55954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good for quick, easy plotting…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but what if you want something more informative and publication ready?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for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Exploratory statistical visualisation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pairs plots, simple linear fits, confidence intervals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Visualising structure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visually aesthetic figures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attractive default styles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bit like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ggplot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Python!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6C534E6-4966-C891-F1C6-37D25F1AFF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4E5D09-D375-13AC-C879-967209CBC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4066" y="681567"/>
            <a:ext cx="3567450" cy="52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A11C4CE-91FB-C6B8-682B-E891DF71F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"/>
          <a:stretch>
            <a:fillRect/>
          </a:stretch>
        </p:blipFill>
        <p:spPr>
          <a:xfrm>
            <a:off x="8097568" y="2437466"/>
            <a:ext cx="3380445" cy="34431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847C2FF-4A2A-2FC6-EBB4-21F89B0A94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7213" y="1375692"/>
            <a:ext cx="3794303" cy="4656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77049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1DCACA-7DF0-D5E3-4FEC-027818692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4D1592-DE56-6B26-481D-239AFB6A0EA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76F3F5-C6A5-6FE0-97D3-BA90DAFC98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-1304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Interactive Plots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464DE1E-A6D2-7487-FEE8-FF6F44353B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687C6A-C9A9-132D-CDE6-851B2C2C1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4"/>
          <a:stretch>
            <a:fillRect/>
          </a:stretch>
        </p:blipFill>
        <p:spPr>
          <a:xfrm>
            <a:off x="6766560" y="3493165"/>
            <a:ext cx="4906327" cy="23131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C8363D-F036-AD97-CBD5-7E526D157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34" t="12083" r="32871"/>
          <a:stretch>
            <a:fillRect/>
          </a:stretch>
        </p:blipFill>
        <p:spPr>
          <a:xfrm>
            <a:off x="8388833" y="89576"/>
            <a:ext cx="3118954" cy="3299260"/>
          </a:xfrm>
          <a:prstGeom prst="rect">
            <a:avLst/>
          </a:prstGeom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B23645B-57FE-1BDE-0436-ADFC9F05988B}"/>
              </a:ext>
            </a:extLst>
          </p:cNvPr>
          <p:cNvSpPr txBox="1"/>
          <p:nvPr/>
        </p:nvSpPr>
        <p:spPr>
          <a:xfrm>
            <a:off x="1163855" y="1368391"/>
            <a:ext cx="5808219" cy="4771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earlier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create 3D plots…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these can be…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Difficult to explore from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different angles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Hard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extract information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from due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perspective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you might prefer 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dynamic/interactive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this, you can 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plotly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plotly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Interactive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3D visualizations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web apps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Presentation-ready,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dynamic charts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0;p19">
            <a:extLst>
              <a:ext uri="{FF2B5EF4-FFF2-40B4-BE49-F238E27FC236}">
                <a16:creationId xmlns:a16="http://schemas.microsoft.com/office/drawing/2014/main" id="{6CCD2BC0-E6E0-DCE6-D79A-E5493F60BF5A}"/>
              </a:ext>
            </a:extLst>
          </p:cNvPr>
          <p:cNvSpPr txBox="1"/>
          <p:nvPr/>
        </p:nvSpPr>
        <p:spPr>
          <a:xfrm>
            <a:off x="4207664" y="5792262"/>
            <a:ext cx="5523477" cy="63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 algn="ctr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 can be found in:</a:t>
            </a:r>
            <a:endParaRPr lang="en-GB" sz="1800" b="1" dirty="0">
              <a:solidFill>
                <a:srgbClr val="FF0000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B4B7F-643B-9793-EAAA-D0A3279810B0}"/>
              </a:ext>
            </a:extLst>
          </p:cNvPr>
          <p:cNvSpPr txBox="1"/>
          <p:nvPr/>
        </p:nvSpPr>
        <p:spPr>
          <a:xfrm>
            <a:off x="8388833" y="5953792"/>
            <a:ext cx="3320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 err="1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demo_Ethereum_price.ipynb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181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3739D2-707B-A609-6B01-2BC85F0A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CBF6DB-8B4A-600B-EB36-07491EF350A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73F69-103F-56E5-94DA-53FAF8AEB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11950" y="764125"/>
            <a:ext cx="3943395" cy="2990250"/>
          </a:xfrm>
          <a:prstGeom prst="rect">
            <a:avLst/>
          </a:prstGeom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506CFE-91EB-5649-9932-988980A81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General Advice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F1084E2-3633-E5FE-82B8-B2FCDBDDE4CA}"/>
              </a:ext>
            </a:extLst>
          </p:cNvPr>
          <p:cNvSpPr txBox="1"/>
          <p:nvPr/>
        </p:nvSpPr>
        <p:spPr>
          <a:xfrm>
            <a:off x="1203489" y="1761152"/>
            <a:ext cx="550846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Different tools serve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different purposes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might be preferable if you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quickly look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at the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seaborn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might be better for making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figures for academic publication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plotly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might be better suited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 apps and interactive reports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Always make sure your plots are fit for purpose!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3D plot might look nice…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you actually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read values on the 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5D9B8E-D4F8-AEEC-0DE4-1CE2A61617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43FBB7-8B76-0C14-1EEF-2A1B7B020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5300" y="3887277"/>
            <a:ext cx="4370745" cy="2090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7283A7-20E7-523A-C9B1-136EEDCBA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5300" y="474655"/>
            <a:ext cx="3796772" cy="3191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50B3D2-D541-8418-AEC3-19B1550B4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55" b="90929"/>
          <a:stretch>
            <a:fillRect/>
          </a:stretch>
        </p:blipFill>
        <p:spPr>
          <a:xfrm>
            <a:off x="6803390" y="474656"/>
            <a:ext cx="1759585" cy="2894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3A81A7-346F-2058-4380-A0FA5A457A80}"/>
              </a:ext>
            </a:extLst>
          </p:cNvPr>
          <p:cNvSpPr txBox="1"/>
          <p:nvPr/>
        </p:nvSpPr>
        <p:spPr>
          <a:xfrm>
            <a:off x="2512194" y="5823932"/>
            <a:ext cx="2626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(Do you need to read the values?)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31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D69A58-BCBC-421B-7D0A-D01E43E1E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6D4A5E-67DE-B642-8BAF-EC66C48D394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22CE25-ED4D-E19E-35A0-49E6D1CB3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4A29FA-4964-1C81-6338-12D790B608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1937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FCBE02-C511-A932-9315-89019A40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E7E31E-3B3B-D5D2-961B-F63D3DF2436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25CC82D-96E7-66C4-7DF6-4DF59C688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9394ED9-1B76-93D7-1526-8B28D146618A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4B0F1C-9204-9B62-2577-F57DC75C11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642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6366F3-1899-D622-00D1-B7826E0F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4EC853-DEB9-B1CB-E052-DD2770F146D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0E29487-FD9C-4CF1-2371-A54DC916F3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16AD20A-4D16-40FD-50A6-864B368A602E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04DF33-DAF0-6655-DA7F-03992DC530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4570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4563D9-F840-D5BD-A79C-90B3A0B3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B5667DD-DB7B-57F8-F208-A81ECC84715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9B60B81-C5B2-22FE-320F-4149228D5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24A6D5-6D7B-4A5D-185C-430FA60D86F1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lecture_advanced_plotting.ipynb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923204-FB38-9EE3-2609-B3D180455A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7/8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2931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AE35D2-4BFF-2C9B-35E7-0D6608B6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0F035A-1B15-0B71-03BA-02A7B8493B7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FCA2E4F-FD73-982C-C555-935EE5278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ADB883B-B460-76A8-1814-4D2F1A1D106D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lecture_advanced_plotting.ipynb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6354335-108C-7C39-E205-564A7553D4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94883-7D2C-C94E-D19B-89E9D7304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1290550"/>
            <a:ext cx="5287686" cy="47516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77941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34C165-5C09-58EF-B3C6-747C91DD9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D9CC25-D012-39AD-E27E-DCA99BDD6D1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595995-2236-E09B-A1BF-997EE201D1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F985914-6E36-A0C7-69E0-0DBE50726424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lecture_advanced_plotting.ipynb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D38575-FDCD-47B1-B878-97FF904640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A9CB4-FD98-C80E-5864-A59572665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1290550"/>
            <a:ext cx="5287686" cy="47516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67256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D6B56C-2197-8843-31C7-FA20A3BB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82E2D0-F0B3-84AE-1F18-93C3D4F8616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CF486C-FF24-4B0E-7AF6-17087EC449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247BBF4-4D9D-23D7-E243-7EE96ED64215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lecture_advanced_plotting.ipynb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plotting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exercises_advanced_plotting.ipynb</a:t>
            </a:r>
            <a:br>
              <a:rPr lang="en-GB" sz="17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A36C476-EC64-5926-4C14-7BCCF2B77C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7/8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ED453-ABC5-E64A-AFEF-B6F2619CD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1290550"/>
            <a:ext cx="5287686" cy="47516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62672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B5A8E86C-82F8-0867-7546-DC284C07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57A582F-7E25-EC2A-C8D2-7289D380F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D679C7-8388-C057-C5AC-99F957BC24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8/8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3213;p184">
            <a:extLst>
              <a:ext uri="{FF2B5EF4-FFF2-40B4-BE49-F238E27FC236}">
                <a16:creationId xmlns:a16="http://schemas.microsoft.com/office/drawing/2014/main" id="{9636FAFF-E308-1740-8F87-D7836EBE106C}"/>
              </a:ext>
            </a:extLst>
          </p:cNvPr>
          <p:cNvSpPr txBox="1"/>
          <p:nvPr/>
        </p:nvSpPr>
        <p:spPr>
          <a:xfrm>
            <a:off x="1211099" y="1949108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15: Advanced Plotting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3d Plotting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Nextup: Consolidation Week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 lecture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16: Curve Fitting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71072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36074</TotalTime>
  <Words>2688</Words>
  <Application>Microsoft Office PowerPoint</Application>
  <PresentationFormat>Widescreen</PresentationFormat>
  <Paragraphs>418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Arial</vt:lpstr>
      <vt:lpstr>Calibri</vt:lpstr>
      <vt:lpstr>Courier New</vt:lpstr>
      <vt:lpstr>Retrospect</vt:lpstr>
      <vt:lpstr>Lecture 15:   Advanced Plotting</vt:lpstr>
      <vt:lpstr>Todays Lecture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3D Plotting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Seaborn</vt:lpstr>
      <vt:lpstr>Interactive Plots</vt:lpstr>
      <vt:lpstr>General Advice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173</cp:revision>
  <dcterms:modified xsi:type="dcterms:W3CDTF">2026-02-19T18:36:03Z</dcterms:modified>
</cp:coreProperties>
</file>