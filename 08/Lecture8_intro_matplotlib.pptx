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9"/>
  </p:notesMasterIdLst>
  <p:sldIdLst>
    <p:sldId id="256" r:id="rId2"/>
    <p:sldId id="1844" r:id="rId3"/>
    <p:sldId id="2090" r:id="rId4"/>
    <p:sldId id="2091" r:id="rId5"/>
    <p:sldId id="2092" r:id="rId6"/>
    <p:sldId id="2087" r:id="rId7"/>
    <p:sldId id="2088" r:id="rId8"/>
    <p:sldId id="2093" r:id="rId9"/>
    <p:sldId id="2089" r:id="rId10"/>
    <p:sldId id="1852" r:id="rId11"/>
    <p:sldId id="2099" r:id="rId12"/>
    <p:sldId id="2100" r:id="rId13"/>
    <p:sldId id="2097" r:id="rId14"/>
    <p:sldId id="2101" r:id="rId15"/>
    <p:sldId id="2098" r:id="rId16"/>
    <p:sldId id="2094" r:id="rId17"/>
    <p:sldId id="2102" r:id="rId18"/>
    <p:sldId id="2095" r:id="rId19"/>
    <p:sldId id="2096" r:id="rId20"/>
    <p:sldId id="2103" r:id="rId21"/>
    <p:sldId id="2104" r:id="rId22"/>
    <p:sldId id="2079" r:id="rId23"/>
    <p:sldId id="2105" r:id="rId24"/>
    <p:sldId id="2108" r:id="rId25"/>
    <p:sldId id="2110" r:id="rId26"/>
    <p:sldId id="2109" r:id="rId27"/>
    <p:sldId id="2106" r:id="rId28"/>
    <p:sldId id="2111" r:id="rId29"/>
    <p:sldId id="2112" r:id="rId30"/>
    <p:sldId id="2080" r:id="rId31"/>
    <p:sldId id="2113" r:id="rId32"/>
    <p:sldId id="2116" r:id="rId33"/>
    <p:sldId id="2117" r:id="rId34"/>
    <p:sldId id="2114" r:id="rId35"/>
    <p:sldId id="2115" r:id="rId36"/>
    <p:sldId id="2078" r:id="rId37"/>
    <p:sldId id="2119" r:id="rId38"/>
    <p:sldId id="2121" r:id="rId39"/>
    <p:sldId id="2120" r:id="rId40"/>
    <p:sldId id="2118" r:id="rId41"/>
    <p:sldId id="2122" r:id="rId42"/>
    <p:sldId id="2123" r:id="rId43"/>
    <p:sldId id="2125" r:id="rId44"/>
    <p:sldId id="2126" r:id="rId45"/>
    <p:sldId id="2124" r:id="rId46"/>
    <p:sldId id="2128" r:id="rId47"/>
    <p:sldId id="2130" r:id="rId48"/>
    <p:sldId id="2081" r:id="rId49"/>
    <p:sldId id="2129" r:id="rId50"/>
    <p:sldId id="2132" r:id="rId51"/>
    <p:sldId id="2131" r:id="rId52"/>
    <p:sldId id="2133" r:id="rId53"/>
    <p:sldId id="2134" r:id="rId54"/>
    <p:sldId id="2127" r:id="rId55"/>
    <p:sldId id="2135" r:id="rId56"/>
    <p:sldId id="2136" r:id="rId57"/>
    <p:sldId id="2137" r:id="rId58"/>
    <p:sldId id="2138" r:id="rId59"/>
    <p:sldId id="2139" r:id="rId60"/>
    <p:sldId id="1869" r:id="rId61"/>
    <p:sldId id="2145" r:id="rId62"/>
    <p:sldId id="2141" r:id="rId63"/>
    <p:sldId id="2142" r:id="rId64"/>
    <p:sldId id="2143" r:id="rId65"/>
    <p:sldId id="2140" r:id="rId66"/>
    <p:sldId id="2147" r:id="rId67"/>
    <p:sldId id="2148" r:id="rId68"/>
    <p:sldId id="2149" r:id="rId69"/>
    <p:sldId id="2146" r:id="rId70"/>
    <p:sldId id="2151" r:id="rId71"/>
    <p:sldId id="2150" r:id="rId72"/>
    <p:sldId id="2152" r:id="rId73"/>
    <p:sldId id="2144" r:id="rId74"/>
    <p:sldId id="2155" r:id="rId75"/>
    <p:sldId id="2153" r:id="rId76"/>
    <p:sldId id="2154" r:id="rId77"/>
    <p:sldId id="2156" r:id="rId78"/>
    <p:sldId id="2082" r:id="rId79"/>
    <p:sldId id="2157" r:id="rId80"/>
    <p:sldId id="2161" r:id="rId81"/>
    <p:sldId id="2160" r:id="rId82"/>
    <p:sldId id="2159" r:id="rId83"/>
    <p:sldId id="2162" r:id="rId84"/>
    <p:sldId id="2163" r:id="rId85"/>
    <p:sldId id="2158" r:id="rId86"/>
    <p:sldId id="2167" r:id="rId87"/>
    <p:sldId id="2165" r:id="rId88"/>
    <p:sldId id="2168" r:id="rId89"/>
    <p:sldId id="2166" r:id="rId90"/>
    <p:sldId id="2169" r:id="rId91"/>
    <p:sldId id="2164" r:id="rId92"/>
    <p:sldId id="2188" r:id="rId93"/>
    <p:sldId id="2170" r:id="rId94"/>
    <p:sldId id="2172" r:id="rId95"/>
    <p:sldId id="2171" r:id="rId96"/>
    <p:sldId id="2173" r:id="rId97"/>
    <p:sldId id="2175" r:id="rId98"/>
    <p:sldId id="2176" r:id="rId99"/>
    <p:sldId id="2177" r:id="rId100"/>
    <p:sldId id="2178" r:id="rId101"/>
    <p:sldId id="2083" r:id="rId102"/>
    <p:sldId id="2179" r:id="rId103"/>
    <p:sldId id="2180" r:id="rId104"/>
    <p:sldId id="2181" r:id="rId105"/>
    <p:sldId id="2182" r:id="rId106"/>
    <p:sldId id="2183" r:id="rId107"/>
    <p:sldId id="2184" r:id="rId108"/>
    <p:sldId id="2185" r:id="rId109"/>
    <p:sldId id="2186" r:id="rId110"/>
    <p:sldId id="2174" r:id="rId111"/>
    <p:sldId id="2189" r:id="rId112"/>
    <p:sldId id="2187" r:id="rId113"/>
    <p:sldId id="2192" r:id="rId114"/>
    <p:sldId id="2191" r:id="rId115"/>
    <p:sldId id="2193" r:id="rId116"/>
    <p:sldId id="2190" r:id="rId117"/>
    <p:sldId id="2197" r:id="rId118"/>
    <p:sldId id="2198" r:id="rId119"/>
    <p:sldId id="2196" r:id="rId120"/>
    <p:sldId id="2195" r:id="rId121"/>
    <p:sldId id="2199" r:id="rId122"/>
    <p:sldId id="2200" r:id="rId123"/>
    <p:sldId id="2201" r:id="rId124"/>
    <p:sldId id="2194" r:id="rId125"/>
    <p:sldId id="2202" r:id="rId126"/>
    <p:sldId id="2084" r:id="rId127"/>
    <p:sldId id="2203" r:id="rId128"/>
    <p:sldId id="2208" r:id="rId129"/>
    <p:sldId id="2209" r:id="rId130"/>
    <p:sldId id="2205" r:id="rId131"/>
    <p:sldId id="2213" r:id="rId132"/>
    <p:sldId id="2214" r:id="rId133"/>
    <p:sldId id="2215" r:id="rId134"/>
    <p:sldId id="2216" r:id="rId135"/>
    <p:sldId id="2217" r:id="rId136"/>
    <p:sldId id="2212" r:id="rId137"/>
    <p:sldId id="2211" r:id="rId138"/>
    <p:sldId id="2210" r:id="rId139"/>
    <p:sldId id="2204" r:id="rId140"/>
    <p:sldId id="2219" r:id="rId141"/>
    <p:sldId id="2220" r:id="rId142"/>
    <p:sldId id="2221" r:id="rId143"/>
    <p:sldId id="2222" r:id="rId144"/>
    <p:sldId id="2218" r:id="rId145"/>
    <p:sldId id="2223" r:id="rId146"/>
    <p:sldId id="2224" r:id="rId147"/>
    <p:sldId id="2226" r:id="rId148"/>
    <p:sldId id="2225" r:id="rId149"/>
    <p:sldId id="2085" r:id="rId150"/>
    <p:sldId id="2230" r:id="rId151"/>
    <p:sldId id="2231" r:id="rId152"/>
    <p:sldId id="2229" r:id="rId153"/>
    <p:sldId id="2228" r:id="rId154"/>
    <p:sldId id="2232" r:id="rId155"/>
    <p:sldId id="2233" r:id="rId156"/>
    <p:sldId id="2234" r:id="rId157"/>
    <p:sldId id="2235" r:id="rId158"/>
    <p:sldId id="2236" r:id="rId159"/>
    <p:sldId id="2237" r:id="rId160"/>
    <p:sldId id="2238" r:id="rId161"/>
    <p:sldId id="2239" r:id="rId162"/>
    <p:sldId id="2240" r:id="rId163"/>
    <p:sldId id="2241" r:id="rId164"/>
    <p:sldId id="2227" r:id="rId165"/>
    <p:sldId id="2242" r:id="rId166"/>
    <p:sldId id="2086" r:id="rId167"/>
    <p:sldId id="2247" r:id="rId168"/>
    <p:sldId id="2246" r:id="rId169"/>
    <p:sldId id="2244" r:id="rId170"/>
    <p:sldId id="2245" r:id="rId171"/>
    <p:sldId id="2248" r:id="rId172"/>
    <p:sldId id="2249" r:id="rId173"/>
    <p:sldId id="2250" r:id="rId174"/>
    <p:sldId id="2251" r:id="rId175"/>
    <p:sldId id="2252" r:id="rId176"/>
    <p:sldId id="2253" r:id="rId177"/>
    <p:sldId id="2254" r:id="rId178"/>
    <p:sldId id="2255" r:id="rId179"/>
    <p:sldId id="2256" r:id="rId180"/>
    <p:sldId id="2257" r:id="rId181"/>
    <p:sldId id="2258" r:id="rId182"/>
    <p:sldId id="2259" r:id="rId183"/>
    <p:sldId id="2260" r:id="rId184"/>
    <p:sldId id="2261" r:id="rId185"/>
    <p:sldId id="2262" r:id="rId186"/>
    <p:sldId id="2263" r:id="rId187"/>
    <p:sldId id="2264" r:id="rId188"/>
    <p:sldId id="2265" r:id="rId189"/>
    <p:sldId id="2266" r:id="rId190"/>
    <p:sldId id="2243" r:id="rId191"/>
    <p:sldId id="2268" r:id="rId192"/>
    <p:sldId id="2269" r:id="rId193"/>
    <p:sldId id="2270" r:id="rId194"/>
    <p:sldId id="2267" r:id="rId195"/>
    <p:sldId id="2077" r:id="rId196"/>
    <p:sldId id="2273" r:id="rId197"/>
    <p:sldId id="2272" r:id="rId198"/>
    <p:sldId id="2271" r:id="rId199"/>
    <p:sldId id="2276" r:id="rId200"/>
    <p:sldId id="2277" r:id="rId201"/>
    <p:sldId id="2275" r:id="rId202"/>
    <p:sldId id="2278" r:id="rId203"/>
    <p:sldId id="2274" r:id="rId204"/>
    <p:sldId id="2280" r:id="rId205"/>
    <p:sldId id="2279" r:id="rId206"/>
    <p:sldId id="2281" r:id="rId207"/>
    <p:sldId id="427" r:id="rId20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53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notesMaster" Target="notesMasters/notesMaster1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presProps" Target="pres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theme" Target="theme/theme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4A9836B4-36B6-E8C1-77CB-72EAB62A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A7412A2F-494D-E955-7298-483174A1B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E215E9A1-F0D1-C4F5-8CA8-96FDDED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255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CC83E3D9-A4EF-C377-DFAB-313C918F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E1C2C683-0F0C-1D06-3DF7-D6FEC2B53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55CB15C2-8DB3-47BB-8517-9B3C1A268B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739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A72667EC-AA97-6FC0-1E1C-CE6936C7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19740234-22CE-B0DA-E965-5C0629BC4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446F9BFE-7E89-CC74-3622-ECB5F6D2D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9716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6808088E-53BE-8337-56F3-C631DF8D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1D38E5CA-DBF8-1591-A3D7-43FA2CDA5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89EE7D53-B0C0-9A7A-DDFE-9DEC63B1AB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9906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29FE07EB-295D-C17B-14D9-692F9C5EC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E9405176-EE77-4B47-D30A-1126FF6940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9B467F4B-3E7A-3336-C4A9-7DAAA7477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139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D48002AB-5C34-5A4A-E280-ADED1677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0FCA375E-792B-EBC0-3D6A-B9B878112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86DDE989-3363-EF4B-BAE3-3087B973E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4613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CA008EA5-60B2-C8B8-27A4-6692937C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09B4CA86-BDBD-7EDD-CDD3-A4854F8B06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7989578B-39D5-CCF5-49DE-CF7B3CA4C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057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76D1FE68-472A-366F-775B-DCB3A5D63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E7A709D-8283-FD3B-E6F9-4098E2BF8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23EC1FFA-8F54-A60B-55F5-253859E64D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7033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B6C5B0-CF47-257F-ED45-E1F8C2A7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26E7441-3F13-822A-6843-AD63842D2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572CB57-70D7-FC2A-E755-EA69C48F6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157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B79880-77CD-5CCF-69BB-0FFB0051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5C24913-AF89-1610-6066-9DE3B9973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B689B7-1CA1-9536-5920-50C01D245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6268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07FFB0-0110-FA74-DD9B-FF2BF48A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749978-E8EF-582D-A9D0-91598025F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D1DA8B6-40A2-B02A-450C-91F1A8F52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655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A4AA5E-500D-0831-9C62-971F518A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B187E0-0EF7-CCDF-D28A-C06ECD1E7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8AF1084-CF77-48A8-765F-0E62AB6A9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895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464C21-D509-0A45-2958-39D80C49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3171CDB-5BBA-1DC1-5FF4-48DACA8BD4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AD11FF7-97D4-1A13-5341-A89AF7AECC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083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7C901E-910B-9980-AFEB-F877E4A39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AAF0915-3EEB-5345-B334-1404AAE73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51E6D9-A007-5B08-4132-9537FF214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9833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29DB11-737E-AFA0-1787-B60406EEE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03F59D0-A318-AD7B-4CD2-7A96221DC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692205-8802-59FE-E6BA-AAC1E7894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426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9D3BB6F-85B5-7FFD-66CB-933E0016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00617B5-B3B2-EEF0-31FC-89F395578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0FAD69E-0785-6108-048C-E049496DD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387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68DF470-4FDD-A7E3-829D-8E32CBBB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6724E2-AC69-ADB8-AD79-8A4B2E1CD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15E0D1-72A9-53FD-8132-21801ACB4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573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520E6CF-BCCC-2FFC-3EF8-B8D4DE2DB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02F53C7-7AD5-9DBF-FD06-2D420814C0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B7BFF25-C0F6-1F56-810E-BC352EF1B9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44653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D550E3C-41D6-886C-5316-3F36C522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E162E6E-E64C-2D24-3EB8-1832ED7E21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769A442-9C3A-9C09-DB1F-599C87B92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58210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9ADBDD-1263-5216-FE43-727A8234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BDDDB8-52BA-0FCB-80AD-E5CE6EA79E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B1F722F-83AE-2C52-CB66-47CC585E5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4374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8D2A9A-F3A9-F030-05A0-BE1B0CC6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618FC3D-F56B-516D-4719-3B095094B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A721909-8F63-61E5-6310-8A30008B1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370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BF743F-07EC-1A92-B2B6-D6759384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C61E54C-4395-B403-06CA-B144974578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F31E29E-42E2-16F4-1B23-CAB18B283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4635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17DFEE-3B61-C8AE-25FF-A00D72EF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F438DE5-918A-9FF5-4E60-A42B2134A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FCF4731-B142-26F2-9DCE-412E3AF818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8004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F8799E4-A771-BD6E-52C9-2A588B37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2B2105-A0A9-5E04-7239-AB5210A1B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178C1C-F82B-7768-CC8A-CCAA84B79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16200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2B7862B-134F-1D21-3503-9895136B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E3B5860-DA65-4559-86CE-7C36A3C3E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8068433-B994-A067-965F-05F7B89EF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52460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961C0A8-E07D-03AE-D7EA-4103B94F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AD9D34-BB30-6B40-084F-5B12A22BE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A28D385-0403-56E1-16F7-69824E736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7571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F66C390-DD41-CFB7-9E1E-B2CD0FF2F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F333917-98E8-C063-9DF7-195011A7D9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E984F21-69C4-0C69-8462-9FF9E4045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63160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91693A-74E7-277D-30C0-ED3919FE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DCC08FD-3E04-7BBE-B5E4-B70421D3A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1789567-0816-7812-E82B-786BD0484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3615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C424D2-7258-824E-1304-7D0838A4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A0292D-643E-5158-289D-6455DC594F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2D446BE-B832-B824-58F8-1A96C598C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93708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A95FD69-4430-89C4-F0BC-36425BAC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7ABA4A-56AA-EA97-ED79-B69A0A3C52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0F529D-7D81-3857-2855-79D4EB9C6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67528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6B5E176-C309-8C6F-4E85-5B43459B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3907F7-191F-1A19-1439-66D0558E5A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124959-4FB0-B0D6-D116-4CFC5951F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00937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2C3429C-A5FA-FF2C-4B5D-1854DE3E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E0BD91-675B-E2F0-DEA9-628728687A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633C1E-D336-81C8-8ADA-C06EC6FF3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1695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7AAC71-3A22-3250-48CC-BA3D21EEA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91DB85F-3CE1-EBAD-C41C-F545B11D0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6E51D92-256F-BBAC-E821-E69D501569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1257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67DCE2-196E-213A-1D6C-5F35C7D5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9788BD-E402-9DAF-59A3-462E59E66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8A35F5D-F04B-B844-9414-68FD2ED9C2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3020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7A9E321-70ED-0971-6D75-F9AD07BD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6812E48-8B6C-FBAB-7F30-870D496AC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510745F-81F3-AAC1-8381-34B19C088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618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561A7D-D26A-42D9-1B98-EE70EBBCF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9D1BACB-9A8E-3199-52F2-C59129332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74468B-369E-28DD-490B-B716F97C3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1958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6BF157-9D20-3F64-5F31-203E4A02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7E4C09A-980A-D1C2-D97E-EB552661A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9231DC-59EF-0F77-9677-8AE3A1D7E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5664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FC29097-D94C-DFA5-1410-204E5764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BE726BE-800D-346B-A4D6-FC5B988143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EF516C-D17F-AE1C-6BE3-62CBCC65F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1174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ED3205-6ED9-F134-C9FB-DE8E0A58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872EFBC-89EF-5E81-7396-5A5E85754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D917672-430C-007E-4852-12C0A9BBD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0219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1E6046A-0054-B34F-B61B-07FD11D50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1E96A19-E138-E20A-4584-D622F46CE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8D63572-ACFC-7739-0EFC-8DF00D8F4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08799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115D11-19D7-509F-9847-EEAA6BE1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961716F-2FDB-ED84-3CC8-9B1FA3BD8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F19BC3-FAB6-78F3-A379-967477446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60278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3BE89E0-DCB5-F912-F514-FC8DC2EB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AE3021C-3295-E428-B1C6-61C7BF65D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5BA487-266C-AEF4-1389-5CD21B019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5232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5D7EE3-727E-4CBF-070F-8FB19878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23F89C8-0A39-500B-3B90-78DB98E8C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5CF1C4-B30F-B5BA-5DBF-F343F2432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9308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2165C7D-A66F-5EF2-0169-43732231B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529519D-6EDF-3F31-CB4C-9C89A0F54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9468E4-D36C-6E1E-1083-00619209A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03216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31F33C3-95EE-62E5-A1E1-E149AF791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0D6CA64-775F-E755-B030-FD848EB2D8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E610E8-E822-4405-2445-C6F2CF848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92549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A097925-B21C-8E6D-60CD-18F9E33D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9AB32D4-78CF-A3EE-441E-04E81A5C73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773D1DE-519E-A954-CAEB-368E8B91C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8946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8CF936-898E-A040-1197-E2F7782B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81C6481-CF5D-6F84-3C38-BC380AB508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4D415F4-C91C-3EE4-55B7-8595526DF3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83836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9B0C5F4-8C90-7F83-D4C6-EDAC3DD20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7CCEBD3-7250-E811-0D83-F62C63DDFE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902E21-465C-5B7B-6D81-EFD74A65F5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31429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1AC6CB-BD24-E762-728E-974CB5AA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8B9F18A-E1F3-7827-541C-FF7B23A20B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FC4567-929A-090F-9471-A1AC5FE76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3889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CAC80C1-176C-0912-B2D4-2D413830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88A247-B0D1-13EF-DC4F-E40C1DEC3C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398523-4177-412E-DC21-7285C18D0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30822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43ADA86-74E9-0F66-625C-174B2291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604AC73-8E7C-69C8-EACE-C5612F908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46915D4-35AA-F949-CFF9-9BAD4F89D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56078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F64359B-9426-15F5-FDF7-536C491D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828FC1-66D1-AB25-A089-36BD00AC1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A30945-21D6-DDF1-AF8C-774A869F3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287066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13996EE-D63A-C8D5-90F1-09BE37AC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BB8ED00-68A1-2D94-B954-6084FAF06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2EF1BB-7461-F94E-BA0F-0A3272FC55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42791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A686953-3EB1-33B9-12BF-7401CEA80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06C7BB-9C19-05DE-42F9-2CCB6D3E64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BA79711-B1EE-C538-2A73-B65BAA74B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059975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D4F41CC-8DA1-6DD1-F019-C62E1D5D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E075CF1-9D78-17A6-09E2-F81C9E4BE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DFF082-6B5B-469E-E0A9-BAA81D537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646442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234C56C-E2C8-692F-B223-A25A3255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B9F55B-2CA5-1909-6C5E-7237C4E125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49A6498-42D5-0722-2E3B-214D0DB4E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49832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249F10-DFDC-908C-F682-C8D7A72D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C1FA4D8-5CD2-64CD-0DA4-2B4732B01C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70DE11F-4567-7535-2C2E-10E309DBF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8287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244C7A-D711-B1DE-810C-31BED154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11265E-12F0-D3FB-C387-929DF907A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C26096-136C-7218-05FA-E2863A050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23297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D23928-A644-B899-E26B-6B863EDB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E3B6DDA-ECCC-1CD9-B7CF-C5167EDF8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05F1490-6B3C-53A9-EFC5-46C89977A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6284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7A52FD-BB62-5B30-80A2-87A6C094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75D470-4451-E591-F58A-B43ECECE3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AFA6129-6656-2EA1-79FE-8D4D2D0BE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20472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BAECA99-9428-4008-7293-FB4026758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92F4966-89B7-C75A-B3F8-B7D5EB6BA9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64F7D5F-6E28-0576-BBBC-BA8E566FD6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388504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E267E97-240A-C446-4440-DA84DCA5A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53DB719-6E13-8FC5-6926-CC6CAB5741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A8F3E9-D5EE-DD05-CC11-30C9581A4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54497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5E8BD0-2611-BB65-1294-A19762446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FDEED71-934F-8CC7-8B22-306C60737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40D3B7-5399-3FCA-D293-1AE02420F9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46506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2A9A02E-9F30-630E-81A0-13716FB9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9E0E31-C0EA-6E02-0C43-58723CFC24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BF6FE64-1D36-7B5C-3B6F-D4336321D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3938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D60FF9-F875-FFB5-DD05-F95CD661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E15385A-FAB4-751A-4555-423405BDA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080C4FC-D1CD-282E-B439-BC88613FF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06702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F9BC09D-C6D7-8255-3252-B95ACEA0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270F9B-3495-D2DB-F8D7-B42A4F3F5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868654-3C73-4566-5B57-4A82C9BE05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486844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CA2738E-8CE6-41FF-97E5-A51D6C9FD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212D9F-0457-D7AE-438D-562C14AAE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7B9D1BF-2207-42C6-52AB-AA25644E79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305890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51C76F8-5A5C-8C20-73F8-B6CD34F5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39416BB-E6A1-D470-CC2E-F4C5B4661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7E86D0-0C5A-05A7-F83B-587FA45BE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29290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89F0F0-02DB-B41E-68E5-C11BE0FC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3A7C69-03E9-DB92-5AD7-126F61D43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5416EF-C2AB-DB5B-2FC5-6D38512C4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964619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8C597D-2453-9D28-2C7A-B5125A34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4FA33D-50E6-E3FC-0F76-47C97633D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DF27784-4A78-995C-5E22-7AE51EFE7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50230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3A60A96-65EE-654B-0ECD-0A2D62D0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F82FC4-FDBE-71C4-C628-8E7B19738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A1C77B-8832-0AC1-E7CB-AD154C9D4C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585790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9518D49-67F4-5540-3CED-8FD640B36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3560C3-B619-A304-3478-DC7E544CA2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DBA853E-A021-3C29-025C-8CDD1C0A41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18743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3FE680-11C9-78D6-10EB-2E6090FC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BD6ED19-A80D-862B-AE0A-8865BD38D8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A80A2C6-008B-8967-0343-D5F8DE22C2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62906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B5B851-EB33-1296-2FB8-A4B0D3CC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20B2CB-E90A-98CB-DD6B-110F42F1D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1BA8F1-87C1-B968-8002-5053638A9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168910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C1DA94-428B-AD72-04E4-8DD8A660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EC78B8-5C56-B6D7-C74C-CBE950FE9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DF0D0F-3AF9-5A85-C351-B9BE1DC34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73515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F1CD99-F564-4FD4-25F4-252EDDB01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EBCAA2C-3730-A004-C97A-4FD75EDB9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91CA7DC-723F-8A69-7F97-8FD62B36D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93726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34C2D41-E751-4CC0-34DF-0BDFA96D4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899783-B6EE-5B2B-E0CF-B8752CC94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ED2C1C-36BA-279A-861A-E43F22CEF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32260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965209E-1FEA-E638-4BBA-B709F0F25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8FB9DF0-F5F9-7858-E744-CABE38363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710A08-D639-05F9-A52C-A39E455A0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224644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57068F-D55A-447E-B77F-1930E829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638C703-E48C-43A8-FA41-CA76B493A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18F4443-1003-D9E8-1500-6B74888EF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99399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518434A-9F33-F4E0-3370-71BD4059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88ACE95-AB93-EBAC-8353-A5787ED3F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5889DE9-F398-F3B6-4B4C-7581CDAD2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3729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309E34-BD23-7ECD-D632-D6DDDD23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8D3ED0A-4772-022A-01A9-23BA4F465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6187559-379E-6592-6595-B50333A013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78442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E7877BD-CC0E-EB09-F0A4-3DCA9FA6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DBD523F-8663-7138-36B9-17729EB4F4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B87B0FC-71E9-FD77-72BC-383CBB196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8387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0CD01F9-A967-6D85-8219-92CF0B92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1E1D61-10ED-D232-291F-DAF7D392E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97A245-E614-6C00-0866-31AC03F0B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535702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4EF695-63A5-8D95-8DE1-99C1BA74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51DF80C-F8B9-24EE-9E24-C8C449E61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49FF28-66B7-F2F0-DA2A-2312854CC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84223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E6F5AAB-819F-45D0-0572-CE21F662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485141-470B-DB5E-45A0-A30A9FC992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BB1F5A-9023-6D0D-7A3C-EFE83C938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591900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57DB3E6-6EB9-363E-ADEE-8B4B8A287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36F03E-8A32-615D-8F2C-D962461DC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24CF9C-4CE1-2422-36FD-87CFE8955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944198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71AD706-FDCE-47F7-E954-37D350A8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142C24-C322-1548-BD8B-757CCF065F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6DDF1F3-7032-2586-02CB-4AF42293E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41650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346D83-25E3-5DF3-6158-EF0E7E1B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B2599E4-FEAB-233B-1A01-B6896AAFD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3188C42-5937-D526-4183-37E8C8B29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386197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409B12C-AA1D-9708-9815-D5EB1815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A3335D-453C-8E08-DF39-8AB37ECD96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08BA57-4C3A-BB9D-5A04-7B2869992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07392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AF94737-0D53-21BC-F351-6B89E413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008010-BFAD-407A-CF7D-05504E63A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0117AB-F256-59E6-9DEB-C990F52E2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68089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576CFE-00AE-ADCA-0C8C-5BF3A141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98126BB-C24D-6C33-8E60-9F99482628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5719C24-82CE-B8FC-4B23-51EFAAC55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57126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2287209-7F3E-B1E8-9E13-FE8A07003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DCD8CB-C0EC-B9E5-7813-BF8BF39C0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F3900BB-E58C-C382-0BC9-10DAE272B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97414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6F0258B-BE46-0003-ABA7-8D8D7EF8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2626E7-A7C8-2722-F603-9243C6EC18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85A89C7-ADBA-5298-9FAB-21EF34520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720155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D306A8A-C430-0C07-EFAC-F03D22A31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181015-0D36-B3C1-BF64-02111758CD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67D156-79BD-BC9B-E6A9-7308C9E88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65134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4EE502-07EB-6801-87FF-967B1FF1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6C94D14-A4B4-8537-4637-F483898EB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0DD4D1-7463-96F5-DF46-6095B4F87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037786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69A73AC-36C1-697D-BAF8-1F5CEE7DE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06D7BEF-368F-892D-C225-DC86C3B17F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0F79D64-ADA0-577A-A719-E6E394BD1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81870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EBD8058-B419-61B2-9962-9E51F9E5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347B212-A808-7834-6DDA-731ACFF5E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D365289-D5C6-9CDF-1EE2-A0B9404D9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147730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C00F463-0D5D-5DAC-2435-C2F662E5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2226D07-BD95-F975-F4EC-03E1FB63E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CC1A7E-066D-21EB-E883-69C16DDBF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79050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4BF2B3-A93F-255C-594C-CC23AE02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DB354F-B628-1B08-52C8-885D41533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FADB5BB-E74E-E6F3-9595-6A9356BFE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86089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B973414-60B4-D157-370D-3361BFE1F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D3D6CBF-CBD5-A75C-D903-AC2751C23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23CBBBE-DDDC-69EC-D0E5-2999CA384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59898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28D881A-B210-02D2-DFBC-D9F50205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F67B18-5EB7-E63A-7E0F-8155DD2D1B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9C5D41D-EF3B-F095-C6C7-7077EF207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86738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1A3F88-6488-C7D8-C01C-240F8AC7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BAD2C6-0112-BBF3-5A15-7A4EA5199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07A7C31-679C-881E-9F1B-D1872446F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97409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98CCA94-3DF2-2C08-5F08-78B6C98E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C39BB7-886A-7F09-2C45-083E2890A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DBC21B2-4CF6-C563-1D27-96567D363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81865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755F216-129B-51E8-BFF5-7A65081D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B9626B6-1FA5-A8B6-5409-3890A9778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AC60DD-FD45-9355-C395-8ED0B5865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41207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42E8403-85EB-823A-B899-EE21F6743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BDB13A0-A146-46C6-77D7-6B32E1750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68E2F9-F3F5-3E5A-5E33-84174D475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73239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D50C47C-14AF-56F9-16C3-7970E428D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ECCB2E-4A5F-AE2D-094E-238E6048F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3915412-BD4F-3C72-581B-622BA7E6DA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035827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0FA549A-53B8-1E9B-4D12-F7557FA4B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0D2F56-8405-7B03-C270-20DB03716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F269EC4-3D12-B6AE-3C44-C3A702CDFB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8118768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6769594-5B1C-DC1C-77BE-4704D596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B6A7B1B-BBAF-B268-0859-B4A6D21EB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3EBB1B9-BBC3-ABEF-3C47-D1554B5CB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871768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E143DFC-0824-B8DA-D9DF-2BF4DFB5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636F9B-11E7-5B4A-26B2-427E80C48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DA1A302-3EC5-000C-8684-CC821115AA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5925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B1BC47-1A23-79E9-2ECF-0532181A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737899-42B7-A0B7-4CEF-0C9AA48BE5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AF6F297-25BA-CA7B-58F6-BA36BF3D8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301729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7C1B621-4D8C-1A4A-AFE8-DF33D777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3996597-6FAA-C45B-4B62-F32CC15A0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3CDFB14-408D-2684-236A-5491A0536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9551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2230A63-16AF-B71C-BE03-CD6FC235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EEE01D-0EE2-582E-8E17-4ABA3BB09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034F46-FC2F-9870-769A-A44487323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986906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7385F78-E20E-6421-C4D2-D1D08A46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0F0BC13-58B0-AF57-CD82-C5C8F283A5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99748B-C54D-19E5-5055-FBDA1578B3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020648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C7BB800-01DD-9B34-6CE9-8C100FFD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B68E2F-E4BC-619B-E782-E27C876D9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F07429D-3CBD-0EB3-9607-EA521E40B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76996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9605F25-316D-A980-D60E-F9D6867D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4DB0C85-81A5-AD8D-96C1-591FA2AD3E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3B7CD0-E3EB-D7DC-6281-42C4C321A2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165902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E374D2C-9D95-A215-9593-C13D42F0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DFDDFA-CC45-1B93-0056-80F922D39A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DFFD145-BBDA-F73F-F8F2-3F23D05C87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1427704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89DE54-2870-5E68-C73A-16C368A7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220A4AF-9C4C-F7C4-708B-F02B78697E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27B5BC-DAD0-1DAD-BED1-1C46C10FC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46623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9B2A686-6C75-181C-AE93-E5EA60B9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08B4F63-40A3-6A47-BF43-417537D3D5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6825A6A-5F87-2F88-9C98-EE7869B14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749282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8B2571D-FA75-383C-79C1-E61FD130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848A65-6581-B7BF-305D-7CCBBD194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A6BF01-9F4F-F974-498C-DED170475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813369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8D4DA4-0CEC-52BF-76A6-173A80FA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F1FBC5F-F60B-A767-5E18-42F93B6BE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873D7E2-318F-E29C-DD5C-146128EC3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55421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F48BAB6-456E-4D51-274B-A78D4AD7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FFB78A-0824-530D-A913-73F448077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F7F5067-DE23-E92D-B0F6-675F754B0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550286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97AB14-57BD-8773-B544-63AC59A5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7F72D6-1FD2-FD92-2DC5-8DB1B52C4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11BF68D-AF2E-C0F2-5B56-7DDE9BDB9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08477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0A84DCC-4E3C-DF93-D4D3-EBA7068C0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C1FA1F-00B4-26A9-2F53-615DAA3B8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1C8504D-7226-9A1E-AD61-76E184EA4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243778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217A59C-E0C4-5D3A-D35D-0C7BD44C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C83F7D5-CF32-B1C1-75AF-8892C5B61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F8750FC-E786-912B-1D7C-D74D131CF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5875238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0E363E3-0D4F-4178-C675-B714EDC6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B088A7-6158-C828-96DB-EBCA0C5EE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7C4B12-B719-331C-D420-39E2D2F17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635478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C63351F-6000-B901-1E8C-E23A29657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E337153-4440-7638-B2AF-DB2024F52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C19D86F-A5D7-9460-33EA-FE960C763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6106427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F21D458-E2CA-980F-DB88-34F2B094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CEC4B38-363B-3033-14AE-CFBC950C8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9A09878-4997-3B4B-3EE3-D2EF908EC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749546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5D8D343-464B-CCF1-7695-E2307CAF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2131EB3-B4F3-F097-B181-35846A2A87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CEE940D-62ED-1819-0520-36ADFD7CA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4005578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F6B69DB-AF8C-4E09-CA8B-AFB610CF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BD20DBE-3DFA-29F8-AD6D-4F9ADBF57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BA57FF-324A-B74F-9A7B-85AF516B2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654267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0E39415-BAF4-A4A3-FF8E-639F8C4D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D7960F-BF36-34D4-A9AA-70953D61A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D41CFB-04DA-42D5-3D5A-B3AC0E35F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892468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FCE9231-D376-51FB-37FF-F3167AE2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FE534F-ABCB-2D47-792B-CF7986B3E2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83CAD19-8E4A-93F7-8461-252BD6BEB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8121518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66BDB25-1996-EB62-8CE0-7F0C0E20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BFE32C-4B58-5A21-095A-004E263468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D87985D-1EB2-B919-2184-CE4D602B4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0769470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2D17568-D2AA-B8D6-6057-FCFD3541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7BA3217-87ED-46E5-448B-67650C1B5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DF114C7-206A-F515-BE49-8A7BF0BAA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82942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4BF3010-366E-54CE-FC5D-CD5972218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2B3A280-FF90-D521-1A7C-4699698661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097206F-0D9F-A909-FFAE-3B103CC96A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518550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EE83B2-5C36-D608-927A-3FDDD015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84C32A3-B32D-DC11-8ADA-F904BCA03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F6722F3-CFDB-F3FD-5025-E7AE7F7D0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290425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9F13F52-75B4-C70B-6A84-4D8ACD6A4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4284297-6A30-2C5C-EA48-BFA0938C5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350C206-B8BD-3629-C17C-055A5C0E5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567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246B4B4-2A94-A168-4210-0A7A6F64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4D4C4F2-20D1-96F2-C39C-984AD92166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E5A0044-58B0-7282-1C44-FB472B9404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283433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DE8133C-D56F-27AE-E92D-B6212CB2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5DC091-EDC2-796F-0E2C-0C34959F2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2FBEBE6-B53D-D99F-FF58-0630C9742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21980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F6354B2-02E6-072B-4D62-FC17AA2F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F8471F7-F20A-4CE6-3FD6-26924B2DD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D22A9D5-77AE-EC60-F1E4-1FAAE0CB03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114265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A93B95-642D-C5A0-5DD3-F385B744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6557359-B5F5-BDD1-DDD6-C6CC5D1E53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E2735F5-A098-BE57-1546-C16EE5E1BD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696152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AA1716-74B7-3873-60BD-45647668E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13BF58C-B43A-29D5-A4CE-C218C49B7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B0237B-8294-786A-D4AD-E4D76ED9A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745580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D3F838-79B3-37ED-EB6F-DD59A4CDE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1600BB1-EEE8-B2F5-94F9-EE2FFBC204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53420C1-41DA-514F-0C5D-2CC54EFCD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88915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A5FC9B0-F0A9-A8F9-05E4-4AB47A89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A9D7743-2DE7-E64E-E8FF-CE314C178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5749391-1B3B-3BC5-1C5D-BCDF6CC56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679457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293366-5717-68E6-08AE-5574E6CD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7BEC598-9179-702D-FAF7-45C5EEA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2173F7E-E2D6-143F-BF46-BFBF457C2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515355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A4E79B-0621-D145-EF11-FC4BF20B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309B5FE-9924-A095-BC60-08769B25E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40944B-ABD7-6DEB-FDE5-849349671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146516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CB8F1C-1C13-756F-9100-3767A7169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8CCFE55-F883-5DF0-6749-CAC6A76066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C34CC9A-B27B-BD03-7385-A8E36B683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794768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4BCC05D-7D31-28E0-E14F-FC481D9C4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DDD280-CE82-8B7C-F189-403DA9BC8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179BEE2-FDB2-50DE-CE77-9F0DD8898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449782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AA94842-F6D8-CB4A-4AF3-152A3BD4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FEDB42-7AFD-0AF0-77F8-C38767F604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5DEB0F7-011F-F138-A48E-EB99C4F31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42780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54C4269-7A7C-4F37-650D-847705057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F2DCD6E-5F4D-7FF1-B7DD-1B162E2759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5D42C0D-D53D-4104-BC6A-208D7AE70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0521477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7C8D62-A24F-DC76-4F32-7911F51D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8CBF44F-71B6-9F45-8DA2-3560B7A9B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EA4A6B-9F40-3F76-2E54-9F4CEEE2E3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53313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316533-BCF4-A6D0-BE4B-D06D3F22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7139C64-35B5-0732-6303-7FB0834BF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2E3C825-BA0A-F098-FA89-69CCE2DACD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120172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9A94ADC-D27E-7CB1-1287-D117AB31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6500021-8F9B-FB56-D7E8-AC80B0C16B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AC4032-F789-61F5-708C-C1D1CB050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899786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E35B433-20F2-8689-8F1F-C0CA88645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DFB7FA3-2CC4-8A31-6370-1296A59EE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5EDF021-B2C9-F478-9BBC-C55F8B9A1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078642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3BE35D-A770-8346-C2AF-05116238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7419DE-834B-2BCB-2C1F-282C507EE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D89620D-0514-ADED-5FEC-BC05F7619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1135260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4D05F60-68FA-0A17-5BC1-DDE1D475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718C48A-6895-D6B4-E311-92BD58D23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978366-8D0C-C416-21A5-0812AE923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379647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A5CE2E-E96A-7219-E344-297EE65F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AD84787-76ED-56E2-033F-03DEB37AC6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EB2933A-099C-E371-AF02-EB0A42ED5F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661525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DA940D-FFDA-C780-D8B0-44BA61D2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96602F0-D15C-6C65-E0C4-59DE0DBF7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8074577-05D4-71D9-FCA1-153A51AC9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923293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68005F2-B8F7-E151-7E8F-A8DE4A55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CD878A4-5B93-5226-98A3-812DAE06C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A97358-FA77-DEAC-424A-B89E63A255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47765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F0BFE7D-AC0D-8C2B-BC6E-760A2F3C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DC859F7-27CE-4AF9-F423-0D1F7F06D6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ED7C9A3-BBE1-E223-EE42-2B1B07E43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3654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780BAA-A26D-7026-3D30-35AE5FA85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2EF5F88-2B10-5DB9-DB9E-E8F9BC994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E0CC71D-7BEF-DFB5-8028-21D6574A6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944127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9C625A4-AF37-0201-9224-30F7ADF4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24AE014-0BA8-8337-3CD7-289F4F08E3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006B258-4DB5-779E-640A-71B93376F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9253737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66804A8-6825-0D68-DC01-BB2D868B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B38EECC-3CF8-FDBA-4E08-0AE0FE23F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9D109F-8AF9-A2B4-16C4-8A6AB1A31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73422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BA9079-5708-85C7-99F6-89080C8A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CD0D9CB-D92D-C257-FAC4-470A6ABE28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CC5B78-CA26-9D7E-5D54-B0088D772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88556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D1E94D-D41B-079F-AFD1-812AE10D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F042122-A68C-809B-0872-7EAB84D5CE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5F94656-2DDA-B757-718A-D68074CFEB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9657717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36BE11-8697-2DB3-0A39-F498A113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0BFFE38-89F2-4754-AF35-4284E9AE5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37ADCA-F2F6-D61F-BD11-CBE6C1ED2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715733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98A50C3-5691-782B-5827-E32DDCDF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31D2F0-E61A-F6A5-BB18-29E127148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C5558B6-301C-2542-F173-B2E32DD22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7367438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3DBE1A0-E238-886E-6D73-92A32E78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2337B7A-8EA6-CE0F-AA51-50BFA75A56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CEE78FF-AAAB-6AF1-F336-09D3A919C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49049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1FE71D-1762-DB4B-819F-93C1A4BD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C504BB-45D6-7BE4-B017-B2F5698FC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6A893C0-A800-BBEE-5401-F214F8E95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1602769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EC8EAC6-C217-80A7-0AC9-DD5F0434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A304C33-0CB1-1B8D-DB43-E3CBDDBA8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7C849E1-D2A2-7AD2-B586-FC462012C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636235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7368AAE-9A65-32AC-8791-DDF755D0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0516CE2-B810-0CE6-DB61-A01C40131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1BBB125-E03D-6C3D-A15A-AD97732EF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943638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4B90A7B-38AB-74DC-BF9B-78C6F484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E51C183-3792-0F8F-F6E5-3D96CEE192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25624F9-DEB0-61DB-6C60-F3BFC7674C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349399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F2549A-F134-3C64-AC47-4AC3145D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C085AB-4B29-1399-4660-3D3AB3702D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AD116EA-AD60-1C6F-72DF-3A20D13416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2060537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E11B66-1413-0D59-25E8-C69BB73F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082F8F8-C3C8-6134-743B-FCCC951F9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D10DEE9-3E85-02CA-68D9-0A7546367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867235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D079EF-1DFE-F223-E776-82E3CDABE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3988430-DD53-810E-2606-19E1214D4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C6E1A83-DB2D-9F58-E8C3-D323C74A7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086698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5072B7-41B6-EF2D-84CC-B533565A8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37E25C6-6AC8-06E8-D852-8E6F62F44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DB716E8-675F-A775-14FE-99ACB98B30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2455549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AD21C8-B301-4CEB-FF72-08DE364B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AFC142E-75DA-DAA1-C99E-D7439F94CF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48BE570-61A5-5941-226F-6EF5129D1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978672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B9CBCE-B034-1B20-814F-67C2D81B7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603E32E-62F0-BFC0-5761-117651361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D511A24-4D7B-625B-C3FF-5C3D09DE4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02933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3B4F92A-F401-E96E-8AFF-7817F036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57CEDB1-2210-D3A4-5544-27B47AC4A7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742D7D6-BBF0-1F5D-0628-E2555B552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136237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082805-E708-9680-0680-B7627D488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162FA3B-FC40-67FD-18D0-65F9B8D4A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D5F6A12-129D-7D2E-8F66-6D1E7B8BE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10599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B4BC10-DDDC-F13E-809A-7C192BF2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F4FDE1B-FED4-C0EF-712E-25312EBD9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7177913-19BD-A089-8497-38136A6122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8124925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F7E12A-413C-1EDB-10ED-2896BEA8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634C63-3D5A-A071-0F5D-39FB430BB4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97FCC64-75DC-3327-053D-A11143D13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838483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DDA7E0-2C32-C54E-7A91-F1EFD979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9EA043-04EC-BFBF-9E0E-EE50B07B9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C2EF01A-0B68-37D3-C4C5-752C11BB3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784892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0755344-10A7-9E10-4A1B-1BACF176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EFB9559-C64C-5939-D69F-AAEBBEABE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9D99206-D360-7C55-6FBD-F5FCEA0593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165856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428F391-E9F0-163B-1B0E-8836E4F31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2B4A439-213D-AC99-5EC8-BC697BD3E9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4A915D-7B89-6DE4-E8AE-1D2847835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62560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B6B26B-DD2A-43AE-CBF6-076CDFB41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38D6E2A-F97E-66ED-B874-5F965F6F1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6365CD1-1AF2-E5A3-A966-99B38BDE9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9766698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17BAD0F-3482-67C5-2154-4A03AF60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7C817C8-16A1-EF5F-D451-6D5EEA3D1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7D686D0-17CC-1631-5EB5-DE9DDD168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259736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82F837-BDB8-CC59-E172-6D950B73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B56E39-04D6-547D-8C6F-71BDBF739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C43292-F798-0A62-2F44-6830DFA47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010377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2C7B800-BA93-E826-C389-742F9836A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F4A7185-AC9E-A452-0691-1A3F45A421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08C1C8-9C8B-211F-4EF9-ED6229179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398359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7700ED-D0F5-0303-AFBD-BE7FAC32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0FB375F-71EB-F6AA-8862-563D17397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9BD837-D62F-BD06-9164-811208CF8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546084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2F2FFD6-4E49-F5F3-DCAF-DC07EA01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7951112-5F7B-AD16-E048-94A13969C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0AE337-EBB8-3E59-8556-9CF5A4EF8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158433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83E97C3-C3D4-EE27-C702-9AA5F0F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F0B8D0A-8395-1E1A-986A-2443C2ADA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30190A-CC04-9AAD-EF0E-287B7A614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144165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66239F7-6A1B-A411-BE41-471C03A4A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6DA1E1-69D3-CE30-B570-1EEF564A5A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8AEDEAA-0676-B9EE-1D43-BD5E7A11E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915045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84A1B8C-6F78-A2C3-9E4C-C19E0EF2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22C12F-1C3B-6A6C-C0FA-8ACAB2584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44AAD41-BA76-062A-34F5-7CD423FBE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3602153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49C392-1C27-FC60-3A04-9A362EE9D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4A2087B-385F-EC4E-8129-0E48C7110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301E80-1EA2-2D5C-6D4D-8EB9C260B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0301969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F982088-0AF9-62CB-4318-EF15BF895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D0F6D08-1C45-6A39-51ED-3ECE043E3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89ADC8-C425-0A05-7900-CCAFEDA38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022048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214114-EB66-0856-2DDC-024C1F12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F48ED93-0FEC-3073-2388-BD984CBBC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609EC7B-A4C0-69DD-E091-8440FE35BD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5487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E4A9FD9-E826-E958-6660-2A689960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455A65D-64C1-76B8-CD35-9038BA6D4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CDBE2FD-DD79-B30D-0ED9-BC2A47D6D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648120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AB890C-58B5-9E17-0A7A-0E68F07F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67CA3E1-BC1E-EE7E-9A45-85C3877A9B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3455DF2-B625-47A9-CEBB-6814EBBBA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320433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BF60459-3B74-3B33-D68A-A861C04A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6EC826-C759-9CC3-7464-3064EADC8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9D170A-9591-2176-8DD4-8F16923B4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712069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3902D9-C918-6D1E-B9C7-735F91C8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DBD188-FB16-1AAE-EAB0-1FFA82B15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F2A3322-0721-137F-0E1B-56C20BA35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7162694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7D6ABC-4166-38E9-871F-848AB205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BA8530A-AB6A-493A-6358-E4AE78367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8156358-1039-9C2A-BEEC-34E202570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565622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691A691-E629-B3BF-FB27-DE76016C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1FEC297-47B1-FDF7-6D44-29E329A7E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DF9528-07EC-2CCF-2EFA-1D36FD5AB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0178840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4796C22-9794-F6F9-E2E2-47A0512C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749B84-8AB3-7653-E43C-0E9C964EC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C7919F-CB5A-9F69-F479-CE088451E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120749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2475E7-E30B-CA41-FA1D-85EDCA42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26D4AB-416F-DD22-ED71-85BFB955E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4AC4FD8-EDB9-8B48-0842-4AA23D09D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224802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80CCDC9-62AE-5A6A-8FE1-25831738E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F0A5E8-ED36-E151-1543-8335F2BC73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662E0BE-D2B7-E93A-286F-C3B5DD722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818865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plot_types/index.html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plot_types/index.html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plot_types/index.html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plot_types/index.html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hyperlink" Target="https://matplotlib.org/stable/gallery/index" TargetMode="Externa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8: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Introduction to 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November 2025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0/14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7FB50B6E-FAD6-B0A5-63CA-3229237F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60527938-915D-1930-6EDC-34AF11A13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818E810-0FF2-7391-2C4B-4D971B66CB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28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D9826931-2B32-24A4-FB5E-CBD66053F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0BB1DE84-77EC-C0E9-19AC-058E3546CB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23F721D0-AEBB-389F-C7E5-EEF71A401B35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8: Introduction to Matplotlib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B7E41FC-1228-28C5-9D54-42F8FEDC76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3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B48D6ECD-DB4D-1B9B-0D2E-78DFC7AD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C4861AE-58CE-E747-B862-F891246043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DF5D2B4C-F1B8-DA5A-84F7-7191562EBD81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8: Introduction to Matplotlib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Matplotlib?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CB2634C-C8CC-9B2C-CF65-2959941B576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715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DB82D179-4C32-6D76-FFDF-FFFD37F7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426F57C3-B3BE-9DF6-25C8-01D3579420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6E1DC3BF-85B1-93E9-4AB3-907180DCDA42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8: Introduction to Matplotlib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Matplotlib?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Approaches to Plotting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83B975A-FFB5-DAEE-DA41-C0626A0756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96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A8155822-7834-0C66-4758-A524873C0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FEBD8DC-7367-5F25-67C7-7FC3B6450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53AA3926-BAF7-19E3-A54A-FB6C08A060D4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8: Introduction to Matplotlib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Matplotlib?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Approaches to Plotting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Figures and Axes</a:t>
            </a:r>
            <a:br>
              <a:rPr lang="en-GB" sz="10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7546FB3-91D3-06AC-2131-8135F50575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308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5E488162-2055-0E6F-DAA2-6576414C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EDF136A4-A8C7-2849-A704-5555BA6442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77AB1808-3A6B-4480-57AA-ABE7C55A3E31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8: Introduction to Matplotlib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Matplotlib?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Approaches to Plotting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Figures and Axes</a:t>
            </a:r>
            <a:br>
              <a:rPr lang="en-GB" sz="10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Customising Plots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B543EF3-2DF0-8439-C47E-4C90EFCA1C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09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D26D993-ACD7-C345-2CA0-33B12832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9B4FF9E-A2AC-2B03-5F5F-947ECDFECD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877DFDEB-6216-08BF-19FA-6C3671482E6B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8: Introduction to Matplotlib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Matplotlib?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Approaches to Plotting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Figures and Axes</a:t>
            </a:r>
            <a:br>
              <a:rPr lang="en-GB" sz="10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Customising Plots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483187F-C3F6-C787-1A11-92846319C4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417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6F7B65CA-D8F3-7C4E-FB28-9ACD9822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8D1840C-20D2-EEA2-0F8D-ABAA6280C3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8B668361-63F7-A9A6-310E-C388E5DE166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8: Introduction to Matplotlib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Matplotlib?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Approaches to Plotting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Figures and Axes</a:t>
            </a:r>
            <a:br>
              <a:rPr lang="en-GB" sz="10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Customising Plots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9: Multi-dimensional Arrays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br>
              <a:rPr lang="en-GB" sz="10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Matrices as Images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7BDDA9-211E-4D2C-FA0E-704A829C6B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56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63498FB-935B-CD04-C07A-C813DA35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300A5AF-4451-A154-E57D-6A6AB65FF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9E8C0E6-F1E1-6A7B-05CD-AB832DF813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141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45FD72-3309-FBBC-CC47-4F29C26D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329885-5FBF-630E-4CDD-79C1B44C01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F7185C6-34E2-C623-D762-F69E70672070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145A569-66C4-7BA0-1C85-033999F004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564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843B804-164C-4606-DED5-08A29A45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D5044DB-9E98-989E-8D6D-05794EACFC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68ED29A-9F20-51C3-8160-6923F3750876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F0F18EC-A59A-320E-48AB-E25BB453190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535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5546C66-D9D9-7202-995B-21A12B90E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1BB3646-4668-69E7-0625-B043150FBC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45FF9E4-B2EF-8F1B-F209-CFC055A94DD8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54B482-7415-01FD-800E-1FA1F848B2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38C0ED-C440-ECD7-CA2D-E17128391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358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9A6E33-72D2-11C7-3B39-676198A8C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D6B75DF-B02A-9E62-642C-A2DDE8D32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1320C2-5BBE-7FC8-1032-F72651BC2933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65CE3DA-E9BE-6F6D-88BF-5365B991A46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D6706E5-CB64-F701-2B74-C674DEC41A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800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6340DD-320D-A3A4-8375-C05FA951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72E94FB-6058-5F42-B09D-80C76D0B6B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EDEE0C1-C42B-840E-E317-811771EF9AE5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A7E0ED-F3C3-A505-058D-DFFE3E7F13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517BB22-3A0D-4CFC-A065-5B84F62326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970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6ABB03-FF4E-6D2E-B6D9-BCC9476B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D25F00-37A4-90CF-D0B7-FB5779225C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7550F5F-5C66-21EC-1ABA-0EE1EB7C31C3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EF663E0-6C5A-69F4-F659-80EE00AC9C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CC2E222-DDE5-2DAF-50CB-74708F539F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780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B7769ED-CE33-B82E-A0DE-55271B1B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8DF8C90-46CB-D6FB-CBA3-3C77C558EA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2718F00-6FA4-6B4F-A6A8-F74231C7598D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have to write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alongside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reflective text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your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9A56129-650E-6DE3-CED6-A082E01C19F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C440492-0098-8FF3-9FB1-87808BB836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751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D826916-0C02-4363-0315-03C33AE7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FDEC18-B3D1-086A-8654-DF0F45431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1A1BE4A-94B6-8993-C5CF-8609B4CC5328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have to write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alongside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reflective text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your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will be submitted via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F4CD8F5-47C6-3ED8-DB76-45EEC81C08B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AF355F7-64D7-6C2C-6093-FA47283966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20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B3FCAB6-8E25-BA2D-5E9D-F3FD0D3C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5AC2D3-E436-58D8-034C-4735DD3513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C8169F-30F8-ACB9-16C2-2B750EE19A8D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have to write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alongside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reflective text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your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will be submitted via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“Brief for Project 2”</a:t>
            </a:r>
            <a:r>
              <a:rPr kumimoji="0" lang="en-GB" sz="1600" b="0" i="1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for instructions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8778FC-F03A-1802-F4C1-A03DCFF7BE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193B3D1-C370-8AB5-8415-31229F6DED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00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8F39352-2904-88EF-D294-F2A93096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D2CD89-E4BE-0FA4-79D4-86F9C809C9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3442ED4-D4CA-F552-B418-6AEECCCDD1B4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have to write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alongside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reflective text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your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will be submitted via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“Brief for Project 2”</a:t>
            </a:r>
            <a:r>
              <a:rPr kumimoji="0" lang="en-GB" sz="1600" b="0" i="1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for instructions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assessed! </a:t>
            </a: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8FD725F-896B-13E5-11CF-A175DD72CF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8EF20EF-1195-9EBA-385D-997632A9A6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047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A1220F-6025-8B9D-C9E7-DD694C40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89DCE18-6010-E1B0-8626-F2C8597815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95D74E8-0B31-BFEF-774C-4FFEE7F65661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have to write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alongside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reflective text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your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will be submitted via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“Brief for Project 2”</a:t>
            </a:r>
            <a:r>
              <a:rPr kumimoji="0" lang="en-GB" sz="1600" b="0" i="1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for instructions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assessed!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30% of your grade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C8346A8-3980-27F9-044E-111FA92BD0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09BD90B-AF80-3662-CDDD-C178815B30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277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126C78-BA52-9656-DBC7-CFE2728C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E8BDE6-6F6C-BB55-F2E4-74CDF96778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263AF9-3131-91E2-4D30-53C8DD0D979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5829F72-463B-2E66-3210-C33A9A70B5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716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BE7F91-82F8-2DDB-E43C-5BB20165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B3B1D1-88D1-AC2A-A0AB-398EE977F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7A21724-3C1C-CAAD-1ED1-C0B0FCDD5161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 use of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autograding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follow the instructions on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Blackboard. </a:t>
            </a: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BCAEDCD-C28B-442E-61E3-09715F3554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AA59D7-9AE3-FD62-BCEF-351F036757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574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92D0FBF-501B-7981-FD9D-2AE8A3D89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3F5C31-6F86-0E7E-0EB0-483A97498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40E32C8-AB70-950C-5816-7E48779A9204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 use of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autograding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follow the instructions on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must:</a:t>
            </a: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1585A53-DAAA-E9CA-08BF-A7E5D72E5CA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10D9B88-EB5C-0A33-A951-F930C94C24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038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2BF165-3747-27A5-BD33-1013793E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532B7C-28AF-27B6-1E76-B294DC610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6CA841-692C-D19F-2F52-A1D749E6C1A2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 use of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autograding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follow the instructions on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the assignment from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11D233-2398-B1BC-7433-E753314164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927B0E3-621E-A6EB-1F55-A62FFDEFAA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916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4C26880-268F-1D9C-6270-AF5EE217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8C2479-52E3-A874-C9C7-D660A3B6F3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B637FCB-5F1C-E626-9546-AB3B71D483B4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 use of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autograding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follow the instructions on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the assignment from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Upload it to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so that you can edit the notebook</a:t>
            </a: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1BF426-82D8-91C6-7061-2E73A775A6C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2A32179-194E-3B8B-97DB-6BB5664DC9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388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630820-CFC3-B78E-9EA0-C425EF9B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5B58C36-F388-AB44-F958-0CB8725815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77F5861-7E96-F6F1-2824-991322BEABD9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 use of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autograding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follow the instructions on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the assignment from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Upload it to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so that you can edit the notebook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Complete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A30B586-8FAA-97DA-9421-2922DB70C27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43A2AC1-C7BF-F9C3-F49C-9B9580D581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447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4F412E-AB76-6A45-BCBE-5DE48A0E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90E1DE-C8A1-0543-A3B7-FD0CEF6A3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BE766F4-7878-931D-9D1E-AD0D200838AB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 use of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autograding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follow the instructions on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the assignment from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Upload it to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so that you can edit the notebook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Complete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the completed assignment 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upload it to the submission point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Blackboard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3E5D09-1BFC-CFDE-D658-297C591257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CB446A6-1DB1-2627-C900-7CF2757B1B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327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35C5786-C668-12EC-695A-63AEF663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CF65DEB-274A-A9FB-3232-4C2A250BDC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7F11755-AC5A-51E9-A8FC-F13BCC16404E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 use of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autograding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follow the instructions on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the assignment from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Upload it to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so that you can edit the notebook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Complete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the completed assignment 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upload it to the submission point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 Blackboard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assignment will be marked by your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tutors.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1F14FB-5B52-0C70-A1E9-8A61800763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51209F0-717B-6137-BFE0-27E76B61B5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246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C1309EF-1311-EB68-ABB8-4A7D043A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558D7B-0CEE-BF17-D7E1-F5FC6BAC4B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F56ADE0-F4DC-EE5A-E5EE-F95F90355E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4E8EC09-C597-4841-CCAC-711C1E75D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655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210124-B048-723E-0DB8-A1A62C0EF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7CD4308-69F9-C1D2-4EBE-24F08FB55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117084F-EA9D-86ED-DA97-A55DBCF66730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General Advice: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D1C73C3-9AE9-9FD4-FEF7-22F10B038F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2078A04-F4DD-3325-F129-4CDC8DC4CB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297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BE4BFE-D576-8050-12A5-4921CA675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114C02B-43BC-2CDD-557D-C26CEF383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355D70-5321-F737-8EC1-A207C1F2CE18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General Advice: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Write clear 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– use comments, intuitive variable names and think about the structure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F575BE5-0453-9135-3DAE-18A863218D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78E593A-D656-A6E9-44FD-6E1FC34260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740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184A546-0C20-A3B1-18AA-90D659D61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17C63E2-D2A2-7F7C-F995-355B43BB1B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D39FC1-1F03-C476-BE00-166BAC87DE37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General Advice: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Write clear 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– use comments, intuitive variable names and think about the structure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Follow the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advice provided during the tutorials.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47477C-75C2-10A5-CFAF-F34AD26FA9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AD403F4-84F2-A69D-4EA3-F49A6CE16E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596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87FE4B-E704-F392-7557-4776BBFF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A8CD284-CE50-B75B-5CD4-29132CF17C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A16B55A-9198-E177-6201-A18BFAE2FB5C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General Advice: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Write clear 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– use comments, intuitive variable names and think about the structure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Follow the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advice provided during the tutorials.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Keep it simple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the tasks all have relatively simple solutions.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6CC3D1A-EA05-54DC-F8D9-DD28C1BE445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D1C9A66-9DE4-525A-D6DC-171F96D5C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987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3CC4B9B-0150-7766-83D7-1B1B6A27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3165DF0-BD69-30E2-CC54-DEC281D67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A5DEAD6-AFD7-F3EA-8C63-AB66DA2C8F5A}"/>
              </a:ext>
            </a:extLst>
          </p:cNvPr>
          <p:cNvSpPr txBox="1"/>
          <p:nvPr/>
        </p:nvSpPr>
        <p:spPr>
          <a:xfrm>
            <a:off x="1234281" y="1899788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General Advice: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Write clear 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– use comments, intuitive variable names and think about the structure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Follow the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advice provided during the tutorials.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Keep it simple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the tasks all have relatively simple solutions.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Demonstrate understanding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- use comments and write answers in the mandatory Markdown explanation boxes</a:t>
            </a: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EA8EAB-E907-1248-993F-AC35C5AEFE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3DCA2F4-14C6-C562-CACA-D3C79B1D90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1404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5C7BC1A-9AB2-6116-D99D-81E35335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53CD4F-A392-3EF9-EE4F-ACA06117C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8C7A16F-4C88-10AB-085A-7DAEA2B3AA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350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CCA3C1-DFA4-733F-A36D-AED9775E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8448091-0B75-FA94-5F96-B0709B77C4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3F574CA-FD79-0C58-8FBC-FF534405A1C3}"/>
              </a:ext>
            </a:extLst>
          </p:cNvPr>
          <p:cNvSpPr txBox="1"/>
          <p:nvPr/>
        </p:nvSpPr>
        <p:spPr>
          <a:xfrm>
            <a:off x="1234280" y="1738319"/>
            <a:ext cx="1005839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few weeks, we’ve been looking at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C898B4D-4578-5759-AE2F-FF9E3370AA9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459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3479F8E-54BD-D2BE-7A0A-7051CDD4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25154A8-4A1E-54F8-FC02-1566847E5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66DDB1-9DCD-A11A-A4CC-C6867740C88D}"/>
              </a:ext>
            </a:extLst>
          </p:cNvPr>
          <p:cNvSpPr txBox="1"/>
          <p:nvPr/>
        </p:nvSpPr>
        <p:spPr>
          <a:xfrm>
            <a:off x="1234280" y="1738319"/>
            <a:ext cx="1005839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few weeks, we’ve been looking at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week, we’re going to take a slight detour and look at a different module: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9541833-CFFD-04CA-BD46-66336D1029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955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A9A104B-9305-272D-E1A0-FDDBB4BD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387D584-37C1-86B2-68AA-F70DF4120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1750009-1205-8A55-E6CC-D7FC7790ECCF}"/>
              </a:ext>
            </a:extLst>
          </p:cNvPr>
          <p:cNvSpPr txBox="1"/>
          <p:nvPr/>
        </p:nvSpPr>
        <p:spPr>
          <a:xfrm>
            <a:off x="1234280" y="1738319"/>
            <a:ext cx="1005839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few weeks, we’ve been looking at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week, we’re going to take a slight detour and look at a different module: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43CCFD6-7813-2AC5-AF61-DDDB8E48DC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AB0D9E-A0ED-C71B-DD8D-C55590C1EC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6522425" y="4369398"/>
            <a:ext cx="4896645" cy="11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11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B2922A-1D70-52F4-0EEC-466D9E90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FF739C5-0466-B946-D47F-A4F4014A06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6F597A3-33F1-24B8-F280-2C1AB481351E}"/>
              </a:ext>
            </a:extLst>
          </p:cNvPr>
          <p:cNvSpPr txBox="1"/>
          <p:nvPr/>
        </p:nvSpPr>
        <p:spPr>
          <a:xfrm>
            <a:off x="1234280" y="1738319"/>
            <a:ext cx="1005839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few weeks, we’ve been looking at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week, we’re going to take a slight detour and look at a different module: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and widely-used Python library for creating static, animated, and interactive visualizations.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7D88923-3221-E882-E31C-89D894D7729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FB388D-E880-622E-4420-2563763041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6522425" y="4369398"/>
            <a:ext cx="4896645" cy="11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00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904A0DA-E496-F795-7676-5B8E3856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57CBE89-7377-5BCF-635F-CD0ABF8E3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5E97B9B-EB3F-44F7-57CD-00AC7353178D}"/>
              </a:ext>
            </a:extLst>
          </p:cNvPr>
          <p:cNvSpPr txBox="1"/>
          <p:nvPr/>
        </p:nvSpPr>
        <p:spPr>
          <a:xfrm>
            <a:off x="1234280" y="1738319"/>
            <a:ext cx="1005839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few weeks, we’ve been looking at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week, we’re going to take a slight detour and look at a different module: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and widely-used Python library for creating static, animated, and interactive visualizations.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Why do we need plotting?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B23F93B-F68E-42B2-02E2-01E1E50503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030B4E-A489-B9A4-F70B-4E58D638FE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6522425" y="4369398"/>
            <a:ext cx="4896645" cy="11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45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A1A3C3E-1983-8AF6-F2E8-CCF7251E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6B1568-B212-4DC6-F3D9-1382B259B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37E020-E889-66CB-951B-5A89126F2406}"/>
              </a:ext>
            </a:extLst>
          </p:cNvPr>
          <p:cNvSpPr txBox="1"/>
          <p:nvPr/>
        </p:nvSpPr>
        <p:spPr>
          <a:xfrm>
            <a:off x="1234280" y="1738319"/>
            <a:ext cx="1005839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few weeks, we’ve been looking at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week, we’re going to take a slight detour and look at a different module: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and widely-used Python library for creating static, animated, and interactive visualizations.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Why do we need plotting?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Visualize patterns in data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020092-E70C-D37C-F01A-8519C48E14B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AC89AD-5AA9-4A4F-3635-699B503ECB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6522425" y="4369398"/>
            <a:ext cx="4896645" cy="11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755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5F87778-9DE4-BDCA-ABFB-82F74F227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FA0E94-03F5-16B2-FB32-258CEC3804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86A147A-F79C-0DDA-80E9-4DE4D590F1B4}"/>
              </a:ext>
            </a:extLst>
          </p:cNvPr>
          <p:cNvSpPr txBox="1"/>
          <p:nvPr/>
        </p:nvSpPr>
        <p:spPr>
          <a:xfrm>
            <a:off x="1234280" y="1738319"/>
            <a:ext cx="1005839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few weeks, we’ve been looking at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week, we’re going to take a slight detour and look at a different module: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and widely-used Python library for creating static, animated, and interactive visualizations.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Why do we need plotting?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Visualize patterns in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Communicate results effectively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3C48086-7632-7C14-6A5A-90D599415C1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254B29-9F19-E11B-D0FF-A9C7D8874D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6522425" y="4369398"/>
            <a:ext cx="4896645" cy="11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529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206195-6445-DBD9-351D-8FF2D441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43AA61-D68E-E89D-16E2-D0423693C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B367AA2-2140-8E6C-6EDA-9D6100A58095}"/>
              </a:ext>
            </a:extLst>
          </p:cNvPr>
          <p:cNvSpPr txBox="1"/>
          <p:nvPr/>
        </p:nvSpPr>
        <p:spPr>
          <a:xfrm>
            <a:off x="1234280" y="1738319"/>
            <a:ext cx="1005839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few weeks, we’ve been looking at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week, we’re going to take a slight detour and look at a different module: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and widely-used Python library for creating static, animated, and interactive visualizations.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Why do we need plotting?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Visualize patterns in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Communicate results effectively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Explore relationships between variables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A335DD-C0E4-F973-C4AF-10B540C6E0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8A338F-BF6C-ADD2-C093-6EBBCD5F20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6522425" y="4369398"/>
            <a:ext cx="4896645" cy="11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99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1515E49-1F8D-75A7-EDDF-4C7B9630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A0973C-9F55-9DFA-06F4-FEC67C7F8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7C049DC-68A6-A3F6-1D2A-ABC9A351EF7C}"/>
              </a:ext>
            </a:extLst>
          </p:cNvPr>
          <p:cNvSpPr txBox="1"/>
          <p:nvPr/>
        </p:nvSpPr>
        <p:spPr>
          <a:xfrm>
            <a:off x="1234280" y="1738319"/>
            <a:ext cx="1005839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few weeks, we’ve been looking at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week, we’re going to take a slight detour and look at a different module: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powerful and widely-used Python library for creating static, animated, and interactive visualizations.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Why do we need plotting?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Visualize patterns in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Communicate results effectively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Explore relationships between variables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Present findings to others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787BEFB-0EB7-13AA-A269-A6ADEC69D02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A7EAA3-6EA3-3BE2-3810-D704BF3691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6522425" y="4369398"/>
            <a:ext cx="4896645" cy="11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317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104DA1A-D5B2-DDAF-4DB5-7E88C828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4160725-AE97-2B7D-9A24-E5561F6462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4AE7165-5248-61B1-447D-596DAC5B58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33CC1F-BB8E-AFB8-D541-DC77B982EC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6522425" y="4369398"/>
            <a:ext cx="4896645" cy="11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349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9567C6-EF83-BE34-C572-286CEAE4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F6488A4-E4CD-5D08-CA53-BE394A1D4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GB" dirty="0"/>
              <a:t>?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6391BE2-69FD-5CED-2AE3-08CE29F8D6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1B9833-3153-9136-00C1-769ED27FF0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774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614C12-3171-CC8C-80C1-6F2BD1823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D105B5B-0DA8-FA79-E6BA-ECD0452D24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A89E4F2-8E35-C1C4-6FCB-1123CDD7B7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55E2C9-AC50-2C52-DEA0-E7C58E8BF5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228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61E33C-EB8C-1153-7B36-C4FADE1D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4A987E4-7FE2-2585-DBAE-9185298A7D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E7A3E32-69F1-38F3-8DD7-B2717B32F68F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85500C-BE78-DD02-C6F6-A892FAA2B4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61B1ED-2966-090E-CC88-E807FF1A11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197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14CF01C-D5C0-3F66-F6E5-D141D0C7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531F617-3890-D4DA-A375-ED325AA73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06E287-D0E0-F61E-4F30-F89C73FE58A9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E2BFC01-6C86-2732-1346-4EC488EF4A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7C483B-04C4-931F-4817-FAB263C7CE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9634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47A3FA-8D0D-A322-A270-051F2B4B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336ED2C-FE9D-6F48-5DE0-26EE6713C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6E0F844-4B28-EB4A-EA36-6D458063B257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33D2EE6-CF52-F877-6BA6-D56FE09153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2B6B26-8A3C-A799-DC71-696EE9DC3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71EFC3-F367-077F-F553-713CAE5CF2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69094" r="68216" b="25170"/>
          <a:stretch>
            <a:fillRect/>
          </a:stretch>
        </p:blipFill>
        <p:spPr>
          <a:xfrm>
            <a:off x="7099299" y="3395619"/>
            <a:ext cx="4112943" cy="5618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919C78-84EE-9715-8272-A8DF3739EB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124699" y="3408125"/>
            <a:ext cx="4044951" cy="5398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65272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36F27EA-2533-A0DE-72C6-B2624DEE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6DA222-4859-212E-5BC8-B5774C510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050D2A6-5856-1BFD-8CCC-E2344C947BE4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D4E75DC-3510-FB0D-3F94-FC963659D6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6075EF-0DF0-CDBF-790F-17D52943B6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FE38F5-586F-C3E6-05BB-E226A4A998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69094" r="68216" b="25170"/>
          <a:stretch>
            <a:fillRect/>
          </a:stretch>
        </p:blipFill>
        <p:spPr>
          <a:xfrm>
            <a:off x="7099299" y="3395619"/>
            <a:ext cx="4112943" cy="5618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7B1871-E6F3-BD6C-0145-6B9793E763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124699" y="3667225"/>
            <a:ext cx="4044951" cy="2807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50096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D045FB-9586-0989-E74F-23A93BBE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9B3FBE-8010-54F5-0242-5AAB593B55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BAF0623-754B-640C-0B93-AA1B2ECF333F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C316CA3-155C-44BC-1A81-261F52D15C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565743-5A14-D5C4-CABE-0D4FED8869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CD7865-B0DA-A5BC-9B80-2ECB9C15C9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69094" r="68216" b="25170"/>
          <a:stretch>
            <a:fillRect/>
          </a:stretch>
        </p:blipFill>
        <p:spPr>
          <a:xfrm>
            <a:off x="7099299" y="3395619"/>
            <a:ext cx="4112943" cy="561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40133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CD85BD-0D4D-C49A-2B6F-2F471941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0BB6F9-DC20-97B2-025E-CE5D41FCE1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BFCA294-E56F-7DE5-3D5A-0E912484A708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b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keyword loads in pre-written functions from a specific library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17E196D-2231-6785-6962-34240E8065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7C883B-2A06-9FBF-BD20-8D694D0E6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7D8AE-AFC3-26A9-DD08-27465CC3FD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69094" r="68216" b="25170"/>
          <a:stretch>
            <a:fillRect/>
          </a:stretch>
        </p:blipFill>
        <p:spPr>
          <a:xfrm>
            <a:off x="7099299" y="3395619"/>
            <a:ext cx="4112943" cy="561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9838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853274A-F474-A56D-BF61-04498B61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4F1C1E4-D193-A70C-2102-3660AE617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53CC542-6B42-D938-09FA-83454F4B26F5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b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keyword loads in pre-written functions from a specific library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will look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AFC0487-EF30-2D8D-37AD-2C373727C26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E9D196-DDD7-10DC-7E0E-323B70B61E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2E3BA8-8CC0-B603-2ABA-F8E79FC404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69094" r="68216" b="25170"/>
          <a:stretch>
            <a:fillRect/>
          </a:stretch>
        </p:blipFill>
        <p:spPr>
          <a:xfrm>
            <a:off x="7099299" y="3395619"/>
            <a:ext cx="4112943" cy="561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73696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42AA186-9443-FCC5-65E0-4148C1523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FABAF7F-18C8-22E2-DF17-5B5B111AE3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9418269-9877-EDDD-0A78-77370BF06F3D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b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keyword loads in pre-written functions from a specific library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will look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Basics of plotting in Python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B0BA775-A50E-F21C-91E5-396B847DC2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901944-96F6-8505-F89A-E9368CBD12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24F688-9878-7B3B-4221-6B1B515D68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69094" r="68216" b="25170"/>
          <a:stretch>
            <a:fillRect/>
          </a:stretch>
        </p:blipFill>
        <p:spPr>
          <a:xfrm>
            <a:off x="7099299" y="3395619"/>
            <a:ext cx="4112943" cy="561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45878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EC0AC0-7588-BFDE-EA9F-C669996E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AEE274-36A9-6E84-34A8-E32AF07AC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DE3250F-AE55-3911-F5A6-838B70DF9120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b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keyword loads in pre-written functions from a specific library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will look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Basics of plotting in Python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Reading and plotting from file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05D50E-3243-21DA-DC86-5D8DD4BB5C6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3D0C68-9151-9BF8-9367-58A07F2AF7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D1AABA-77B9-198D-C33C-EA2F1C9551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69094" r="68216" b="25170"/>
          <a:stretch>
            <a:fillRect/>
          </a:stretch>
        </p:blipFill>
        <p:spPr>
          <a:xfrm>
            <a:off x="7099299" y="3395619"/>
            <a:ext cx="4112943" cy="561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48934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A01254B-EB04-A170-BB84-853A1DA9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6036F91-A392-1813-F7F4-7B87B5EA6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A7B1475-29E1-BA0C-536A-4E928D42A4F5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b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keyword loads in pre-written functions from a specific library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will look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Basics of plotting in Python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Reading and plotting from file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Customising plots</a:t>
            </a: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8446B90-D21C-5EBC-8BDA-665D7C74DBC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B909E8-1A96-E7CA-D157-FB3FD0C99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5905F1-4525-C32E-033C-B036A473CF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69094" r="68216" b="25170"/>
          <a:stretch>
            <a:fillRect/>
          </a:stretch>
        </p:blipFill>
        <p:spPr>
          <a:xfrm>
            <a:off x="7099299" y="3395619"/>
            <a:ext cx="4112943" cy="561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63329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91B071-E7E9-5818-B266-A8D27AFD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7D5D69A-79E0-CF10-C2C0-D93DC26AC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Getting Started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383EE06-0365-EC7D-324C-C6E4DE483F52}"/>
              </a:ext>
            </a:extLst>
          </p:cNvPr>
          <p:cNvSpPr txBox="1"/>
          <p:nvPr/>
        </p:nvSpPr>
        <p:spPr>
          <a:xfrm>
            <a:off x="1234281" y="1635519"/>
            <a:ext cx="57325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import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much like we have been for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will work with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which we often abbreviate to </a:t>
            </a:r>
            <a:r>
              <a:rPr lang="en-GB" sz="16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lang="en-GB" sz="1600" b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keyword loads in pre-written functions from a specific library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 we will look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Basics of plotting in Python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Reading and plotting from file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Customising plots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Historical note: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created originally to replicate plotting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MATLAB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9D9211B-104C-1A07-2605-A1329822D9C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593D45-830A-1FE0-A60F-3C41B26DE4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79" t="63455" r="23750" b="14406"/>
          <a:stretch>
            <a:fillRect/>
          </a:stretch>
        </p:blipFill>
        <p:spPr>
          <a:xfrm>
            <a:off x="7641771" y="1974540"/>
            <a:ext cx="3570471" cy="874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15249E-C6AE-2EBB-6A1D-3ADDE3A15F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69094" r="68216" b="25170"/>
          <a:stretch>
            <a:fillRect/>
          </a:stretch>
        </p:blipFill>
        <p:spPr>
          <a:xfrm>
            <a:off x="7099299" y="3395619"/>
            <a:ext cx="4112943" cy="561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17089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5DEDC2F-5B78-933C-BC86-B4FE3C820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CE131D-947E-10AE-6BCC-628878DBE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E16544-8545-33D3-2497-A293FD3539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3723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4B50F88-952F-5EF9-C413-B32AA7D5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56A226-DE59-EDC1-8D3F-E7134C3C8E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EA62FA-9CA6-AF4A-C7BF-FEF3EC222F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71BE88-683B-20AF-7C18-BCF1E2AF8D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01168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170E6E-7180-4412-7AB4-F5C402FB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DD51C8D-940F-A77D-E165-80EF14B5B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BB91E58-6C8A-0915-0E60-00CE11C838B0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E1EF35-4F18-B289-A88D-93956E79BD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185FA7-FDAC-F5FB-C51B-3D8EA7EA4F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68184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8BCE70C-7995-8113-40DE-015987DC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9CF26F-5C12-9F29-688C-F822DE6613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E4F75FA-0F40-1C01-77B4-6AC1BCBABBCD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0E84ECA-C2E0-2DAE-0CFC-1D3FAFCBC8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94AA7B-48FE-42B2-C397-F6870762AF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69219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413AE0-B2D1-6A80-B77E-A53BFAB0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39176D1-FDB7-B317-5F3F-DA19AC39D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D0228A-B021-F874-7CDD-558CD84D2119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832539-64B9-CEF4-0563-90FC0DE0FA9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F7B697-5A0D-F3F4-000C-E48E56CBAB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6149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32E89C9-EAB1-AD70-BF90-A8FB48C3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17A6DFD-1D0A-5D25-1F69-60C6CBFD9A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9E041F4-2E42-6E5D-BCC3-88506B0C5B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05A574E-B6C8-E047-5A2D-4C0ADECB9A74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2899139-B6D4-0CF0-1A05-57999B20B3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C7D57-D2A9-68EE-CD04-7ACD552836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F881F8-519B-12C1-5932-6E9D46EA0A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97800" y="2458720"/>
            <a:ext cx="3564416" cy="16335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78593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465984-9212-4E48-405B-727AD04B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26A40FA-8E18-65FA-B9FB-B91C85AAF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E798AB-8001-800C-69B0-AFFD17872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4D671BB-2AC5-9D28-E340-00925BF601B2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D085671-7A8B-EB13-17B6-667F091F89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B02A44-B6DD-A968-304F-5EBDAAE1B4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BB50C9-7F4E-E602-C2BA-75DD8A4E81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97800" y="2807742"/>
            <a:ext cx="3564416" cy="12844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97957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4AF49C-5FB6-873E-CB91-5DCCC7C8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12DC7A-8038-C048-BD4A-C8363D85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8FCE75A-195C-6EEB-2FA9-20068DD924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93D02E-A745-24B1-6819-AAE43E8AE2CF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CDCCA08-A01E-5812-0FDD-DACBD1ACC3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116DA3-0469-A31E-6072-9EABA918DE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56F189-245C-78F2-5F5F-5EF7DDEBC9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97800" y="3168650"/>
            <a:ext cx="3564416" cy="9235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88984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E8EE3FC-D0DD-227E-5824-730F62269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5F88BC-9419-B563-3AE7-38F89D11F3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1D1C9B7-D4BE-A0BA-5421-A2B2620D66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1C52E5A-1B7C-3C43-7280-AD7A49667298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86F2AC-9849-874D-1BFC-B8C38AABA7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3556A-F6D2-6A3D-ACB4-A9F8E8AA2B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6F22EB-9801-F66F-F502-28DAA58BB8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97800" y="3429000"/>
            <a:ext cx="3564416" cy="6632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21715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A2F5375-C16A-3B1B-3B85-DD32634F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2148F9-189B-E524-6F2E-126974726B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C1A791-06AA-861D-A4FE-E7546AA15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9D20AE-08B4-E526-FB41-C5BD133B1EF7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tell Python what you want to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8B1622F-2535-1F87-6B5A-3FF52141C2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BF99F-9107-DBCE-6CAD-766956971B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3C560-6036-5AF5-5234-0D77B9767E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97800" y="3429000"/>
            <a:ext cx="3564416" cy="6632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94294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A4BCC56-DABB-8B67-00CB-62D2C41E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15C7482-D53E-6C1B-A6AD-72CCAA4E9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363B6FF-F3A3-86BC-DC1B-1D367723F6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9AF995-AE2F-02F6-B314-590C76465607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tell Python what you want to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5B2FCBD-8C3E-E40C-DC1A-76CBFCF4F69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C62B7-4F96-5032-48A8-ACD91E623C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CD88B7-909D-ADAE-6D2D-F89AE0715E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97800" y="3886200"/>
            <a:ext cx="3564416" cy="2060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77942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6747E90-5C6F-67F4-2D71-FF8A4F142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BAE7BB-701D-E763-3547-8F5132DE91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3E19936-33C8-11FC-2A0A-EE13C8C641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2914EF-F3A2-5FE0-89D0-FE7DB1F6101F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tell Python what you want to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plt.show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E67B8C-95D8-AE65-17DD-9166715EFA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23CA2-E41C-02DF-5A73-348FFF6377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B138FB-8BF1-4785-1212-A9E60B7739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97800" y="3886200"/>
            <a:ext cx="3564416" cy="2060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96993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9C9110F-742C-FE89-3008-5EFC9CFDC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F5B576-CC3C-999D-BEF0-881AB23850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7D2E096-1606-4954-37CF-827A2CDBD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E6CD422-7C2F-31A3-83B5-27FEAE214812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tell Python what you want to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plt.show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9AA6F5A-C0D4-8029-FB5A-9A09781371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404BF-12D2-A52F-4F14-346A3B45D5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68229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331B64-2C2F-7941-2A1F-38BEDE3C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D8D94FA-AC28-2040-120A-83C45A11F6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D17BB7-43C4-890F-FCFA-B31D7C49A1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1BBAD3A-9E41-BA8B-8DEE-C24C3A6C5668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tell Python what you want to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plt.show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613542-8D7E-3E3A-FA5C-739D27E6F7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41429-0128-5505-A5D8-73C78E2668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3913F3-893F-7D01-A9D7-F9345EEAB8D9}"/>
              </a:ext>
            </a:extLst>
          </p:cNvPr>
          <p:cNvSpPr/>
          <p:nvPr/>
        </p:nvSpPr>
        <p:spPr>
          <a:xfrm>
            <a:off x="8843104" y="4299976"/>
            <a:ext cx="2519112" cy="179000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9643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A2F9D84-53FD-D236-ABC4-0FE3A18F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400878-AD3E-8B50-FB8D-8F4AD93B38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1CA18C6-FEE4-2210-2A3B-72A4F0FA9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0B89C3A-5D6A-947F-343F-EC7BBB6EB3E3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tell Python what you want to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plt.show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9D9C193-B4D1-809D-11FA-5D8B1D8147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C56FF-E3A7-1BD8-EE2B-20C633325F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0959B6-AE80-5DA8-46E7-2CB94742CB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0" t="13801" r="34789" b="16899"/>
          <a:stretch>
            <a:fillRect/>
          </a:stretch>
        </p:blipFill>
        <p:spPr>
          <a:xfrm>
            <a:off x="8843104" y="4299976"/>
            <a:ext cx="2519112" cy="1790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90896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11A3864-1891-A75F-93FB-4F450C33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602131A-C9A7-B964-3588-92982BCCA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DAEA820-04C8-7C89-CFF7-63D7841B9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C901DF0-A787-1BAB-3553-2B500191D3EA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tell Python what you want to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plt.show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based on MATLAB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3037D9F-5130-2361-9FA5-8CC0839BE2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10D28-AF83-AE41-1746-A231F79AB9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D8164B-0A3F-24A2-5190-F3EF89A10B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0" t="13801" r="34789" b="16899"/>
          <a:stretch>
            <a:fillRect/>
          </a:stretch>
        </p:blipFill>
        <p:spPr>
          <a:xfrm>
            <a:off x="8843104" y="4299976"/>
            <a:ext cx="2519112" cy="1790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429527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63EDC6-9379-127C-FFDA-E851ED20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181939-BC1F-EB1D-EEB7-84B35BF7FD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18C0A5-D950-BFCE-3E71-92E91F5285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55B7CED-96EC-7470-4D47-BC400A85EDD5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tell Python what you want to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plt.show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based on MATLAB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Quick and easy for basic plots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958500B-E1AE-7B6E-75B1-A71689C25D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25AB2-8A9C-0895-C7BE-32EAE9159D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4287A8-FB53-52C3-CFDD-BFD75BBB4D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0" t="13801" r="34789" b="16899"/>
          <a:stretch>
            <a:fillRect/>
          </a:stretch>
        </p:blipFill>
        <p:spPr>
          <a:xfrm>
            <a:off x="8843104" y="4299976"/>
            <a:ext cx="2519112" cy="1790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18308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F9B453A-E4AC-7710-7BE0-FE983E0D5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38B5C76-2E98-C5A9-2AC3-BC6C1FD4DE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8" t="15763" r="63333" b="63671"/>
          <a:stretch>
            <a:fillRect/>
          </a:stretch>
        </p:blipFill>
        <p:spPr>
          <a:xfrm>
            <a:off x="7745019" y="2423695"/>
            <a:ext cx="3617197" cy="16787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B88054-B195-7BAA-2A9A-4D06576D9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8C7FFC-FFFD-EC36-FCCE-A60F2A6EBB24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1: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pyplot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interface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plt.plot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tell Python what you want to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plt.show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based on MATLAB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Quick and easy for basic plots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Often seen in online examples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A55DCB8-6CC4-DF2D-8D5A-28FD31D33D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1E1275-5673-2280-20B6-E8CB0D1081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C45566-1C8F-DD13-4B20-1453EF7FA8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0" t="13801" r="34789" b="16899"/>
          <a:stretch>
            <a:fillRect/>
          </a:stretch>
        </p:blipFill>
        <p:spPr>
          <a:xfrm>
            <a:off x="8843104" y="4299976"/>
            <a:ext cx="2519112" cy="1790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66549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B16E05E-5728-A126-69A1-C84DB441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49F1252-BFE0-8B6C-2661-301684841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72AA1F6-03E1-F27B-EB01-E7C2BA2BD1D1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5C1BF64-B208-79DB-11DA-30BBDD7692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96B1C-AAF6-A60C-0648-5F4AD1069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96848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654963-0544-2E58-159D-6C9E89007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DBD429B-A4D2-055D-E6DA-FD4CD68044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736F5A8-2D26-AAD2-27C9-9C37A6CF6574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1F999C4-4292-ADE0-248A-708F801849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86DAE-E0F5-10A4-1AEE-2897116693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58372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4E857A5-20F2-A638-3C4F-427E3BAF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E28DFE-A05C-9807-D747-CE3F290A9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B85A4F7-E2CE-77D1-CBDB-B61D8567AB71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CAD5794-4B0B-D52B-2F1E-436864BE00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BF4C29-3A94-5789-5206-CA8AE8357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36766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A948902-DDF3-45E9-96D8-344620D8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32AAA8-4B5B-0EB8-A9A0-6ED421AD84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16A6AAC-C4DB-EFAC-7CF9-DFA6CAB4B6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318955-BE41-7DF1-D206-9BEBBFE7A36B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981753D-DEF3-58B1-8A8A-CB1F9AAD7D4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7D096-5ED1-0421-A45C-317DD32C10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7DE96C-E1C1-0747-09C2-28384F0E6C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47000" y="2362631"/>
            <a:ext cx="3614467" cy="21651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85144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D0539F-5548-342C-70FD-BAEA4F94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BA1057-1099-70DD-8664-ACCB3F4922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4E59466-1A8D-6DE7-5BDE-BCA3EF6F0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FEA01DB-167D-5D64-B153-4F122793424E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B236BF3-9275-D092-79C8-222A76756D3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4F52B-9418-E971-221A-C27C65298F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D4A746-AE52-901D-046B-2CC504AA3B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47000" y="2781300"/>
            <a:ext cx="3614467" cy="1727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17866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2D655A-7D5E-BB3A-4DA7-DBB924FF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01848C-9510-1A3E-492C-168ACC3538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9B31E78-DD98-E1E9-C501-E4472EB5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D74F0CE-56B2-2648-4F1F-48E5717E03DC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54172AD-BFEA-5FB8-A17B-C7207FEAE1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D150E-95F4-881D-4245-2B991BE2D3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68F39C-319C-17D7-05CE-D17769E5AB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47000" y="3055441"/>
            <a:ext cx="3614467" cy="14572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91863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1EBED16-E926-1C3C-4D0B-C0250CB63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DD6282-8983-74A8-EB6A-590D33FBBE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433CE6-80C3-8222-C3ED-84DD4695A8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49B1EA9-BAD5-F63F-705D-D6475B601878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D8FE5DD-4429-693B-6030-1EAE3B66FF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EBB31-90E7-1EA5-2727-74D792D60A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8B680-E79A-7DCE-DCA3-B3E2C5E7C5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47000" y="3390900"/>
            <a:ext cx="3614467" cy="11176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17449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DA7E18A-9F3C-72A8-FC7A-CEE52BBC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4E8FB4-4961-86C2-4A98-A060DBBE9B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0D98F7-E636-D26E-2D54-771CC9FC16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886BA7C-1A0C-4D97-17DC-B3DEA45758F3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C8B6D1E-3CD2-3144-BB3F-9A522868737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BAE7E4-5A25-3C57-E196-873E640EFB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46C309-1FF8-CE14-0B3A-1578EFE727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47000" y="3390900"/>
            <a:ext cx="3614467" cy="11176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89310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0945C1-DFE7-F32C-C934-562655A7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477B71-21EE-1DF1-7AF8-CE26D62A8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453A5B3-54AA-D969-C8F3-5F8C905081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4902ED5-8AD4-F986-E94A-AF8B9D5D030A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C270AE1-C0C6-C91D-2756-E99B50A7AA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D21693-4105-A1A0-D420-F9DA366F9A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4966A0-CF4A-0E90-D927-215334D33E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47000" y="3888606"/>
            <a:ext cx="3614467" cy="6198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21721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9C5796C-5946-4B2B-61D8-358292D7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94E951-7252-6AD8-3769-3640AA4C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F277B6-8095-4427-D3F9-B61544324E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FC20813-1CF0-8EB9-4FC6-B3754B211B16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2FBA19-AC95-2CCD-1632-36CBD9084B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A913C-CF48-3443-CC25-5D8C2BC4B7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4F3588-FBF0-B3BE-D985-E861287105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47000" y="3878981"/>
            <a:ext cx="3614467" cy="6295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73873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C29024-EA63-5142-5CEB-C974F82F0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CAB9D7-4D02-FD3A-3D1E-9B2DE62807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7A9974D-9E45-E179-0117-F03EE4374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C9094F8-2BD4-93C4-D3B8-142EECE062E6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D9F7AE5-BC6B-3DF0-781E-01EB2C756A7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A2F11-E215-B090-9D9A-9586D0C964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AE02F1-0D6F-DB67-B6F0-D7F65B18DD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47000" y="4283242"/>
            <a:ext cx="3614467" cy="2252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65605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324AEF-B961-E5A8-0F32-C3D220309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C4F6D9-F972-AE6C-535A-DEFEC61F2D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E3FC95-270E-205D-8525-E4DB03A45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C900F1E-3C14-ABFB-5074-6B2120BA8C1B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fig.show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38538B-F0D9-49E9-DE0C-DD4A100BED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26723-667A-5F76-597D-065AA48BDE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4909AF-5D1F-5AA3-6C9D-9B169DA94E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22" t="69094" r="68216" b="28412"/>
          <a:stretch>
            <a:fillRect/>
          </a:stretch>
        </p:blipFill>
        <p:spPr>
          <a:xfrm>
            <a:off x="7747000" y="4284664"/>
            <a:ext cx="3614467" cy="22383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0219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3391D14-F515-2DC1-BE62-3CA1BC45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98FB6-0565-F3E4-9940-576827E423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829347-F798-3693-2597-4BF924E9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8EE2C41-165A-392D-411D-83F51AB9FB2B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fig.show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045F417-DAB8-744A-3946-8F75F81162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079891-66EE-0466-3A1E-1F52F4C1DC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16394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8B5FBF-FF33-ACA9-B9C3-556618E7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A7ED27-4DE0-3399-7478-D8ACE62B0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7CE95E-0F3C-695B-32E1-8E79A77489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CDFCFE4-CE19-438E-EE88-4D653B9CC96E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fig.show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9D775A-3C6E-2DD3-306A-FC8CC0CDB7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92AE7D-076A-D26E-9BF7-B3C02A1CC1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43DAD0-2FFE-973E-D725-5B1448F9B28A}"/>
              </a:ext>
            </a:extLst>
          </p:cNvPr>
          <p:cNvSpPr/>
          <p:nvPr/>
        </p:nvSpPr>
        <p:spPr>
          <a:xfrm>
            <a:off x="9066998" y="4652513"/>
            <a:ext cx="2295217" cy="163091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7306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C220246-0343-E0A4-00DF-5109BD4C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113A86-7CBE-3393-50F4-A67F92332E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930EE30-C9D4-FF6C-51D2-CD1BE9E7F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5AB8DD1-0C5F-F61A-60D0-8CB6C77AED91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fig.show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E7D357-ED5D-22E7-937D-F9C1D5E7672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B78159-99E1-47B4-A735-4841EF8D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35724A-1553-441F-BF61-C044722596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0" t="13801" r="34789" b="16899"/>
          <a:stretch>
            <a:fillRect/>
          </a:stretch>
        </p:blipFill>
        <p:spPr>
          <a:xfrm>
            <a:off x="9066998" y="4652513"/>
            <a:ext cx="2295217" cy="16309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224268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D2EC173-F719-41AA-5783-52D742B88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E7D4A9-5FDA-AD15-7B2A-ED5A6DAB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27EB771-708C-33B8-6EA6-42EF519D9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26B6773-C033-24A3-D007-4F91DB98D724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fig.show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little more complicated… But gives much more control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9540713-7617-DB38-76F8-40A2E36BB9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C58D8-83E8-CECA-7B77-C19C05E9F3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D0809F-CA6A-25BB-2455-4B129BEAAD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0" t="13801" r="34789" b="16899"/>
          <a:stretch>
            <a:fillRect/>
          </a:stretch>
        </p:blipFill>
        <p:spPr>
          <a:xfrm>
            <a:off x="9066998" y="4652513"/>
            <a:ext cx="2295217" cy="16309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61782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81139F-2613-E47C-0552-EBD38154C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64B123-844F-EB2C-C402-9E7D23CDC1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080A89-5826-62B7-C33B-943AF2AB6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3CB7857-C900-1F67-A18E-339E8583B830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fig.show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little more complicated… But gives much more control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are Python objects describing the figure and axes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6CE19D7-C5B6-2822-7FE8-040AD5DC45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FD53E-009E-4BF7-F537-9EAE2B6D33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548511-9F77-FD66-036B-03EF91B867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0" t="13801" r="34789" b="16899"/>
          <a:stretch>
            <a:fillRect/>
          </a:stretch>
        </p:blipFill>
        <p:spPr>
          <a:xfrm>
            <a:off x="9066998" y="4652513"/>
            <a:ext cx="2295217" cy="16309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5735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91061DB-DA2E-40BD-C9C0-D0A2F199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176DF9-D4EE-9674-0ADA-2534BABCD9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2D4CC0-B790-E5EE-E969-1A9E2EE347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71996E6-7705-2C0F-E239-CB7ABDE49B71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fig.show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little more complicated… But gives much more control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are Python objects describing the figure and axes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EAE9003-B333-AE7D-640E-920A837F51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839B4-C249-965E-9DFA-17A0728490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763CD9-5C58-FA4A-6D7E-D75629BFBF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0" t="13801" r="34789" b="16899"/>
          <a:stretch>
            <a:fillRect/>
          </a:stretch>
        </p:blipFill>
        <p:spPr>
          <a:xfrm>
            <a:off x="9066998" y="4652513"/>
            <a:ext cx="2295217" cy="16309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C2D24833-F4EF-2A17-5A9C-9ED3675CA738}"/>
              </a:ext>
            </a:extLst>
          </p:cNvPr>
          <p:cNvSpPr txBox="1"/>
          <p:nvPr/>
        </p:nvSpPr>
        <p:spPr>
          <a:xfrm>
            <a:off x="7020440" y="5245314"/>
            <a:ext cx="204655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Recommended approach!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28774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EE95D09-DB43-F3BD-65C4-790E13F98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50C21B-CF0D-7555-4B93-927B00CEC1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62" t="28257" r="63398" b="45133"/>
          <a:stretch>
            <a:fillRect/>
          </a:stretch>
        </p:blipFill>
        <p:spPr>
          <a:xfrm>
            <a:off x="7726210" y="2343381"/>
            <a:ext cx="3636005" cy="2199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DE612C1-5AD6-D4B0-1969-8E8686B49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Two Main Approaches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8D14E1-5CF6-A394-D9F5-281C4B2AF7EB}"/>
              </a:ext>
            </a:extLst>
          </p:cNvPr>
          <p:cNvSpPr txBox="1"/>
          <p:nvPr/>
        </p:nvSpPr>
        <p:spPr>
          <a:xfrm>
            <a:off x="1234281" y="1801819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two different ways we can create plots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Method 2: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Object-Oriented Approach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plt.subplots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figure and axis objects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ax.plot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tell python what you want to plot on the axes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fig.show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show the plot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little more complicated… But gives much more control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fig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are Python objects describing the figure and axes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AFA5DA-F0F8-7D7D-8BF0-36AE0ECC62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95B69-4D1D-5E9F-7DBA-60AFCDD25A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18" t="72060" r="68216" b="25170"/>
          <a:stretch>
            <a:fillRect/>
          </a:stretch>
        </p:blipFill>
        <p:spPr>
          <a:xfrm>
            <a:off x="7927886" y="1959333"/>
            <a:ext cx="3434330" cy="22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C42BDD-F4DC-1C96-CEAD-F798460956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90" t="13801" r="34789" b="16899"/>
          <a:stretch>
            <a:fillRect/>
          </a:stretch>
        </p:blipFill>
        <p:spPr>
          <a:xfrm>
            <a:off x="9066998" y="4652513"/>
            <a:ext cx="2295217" cy="16309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792465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F79740-5D95-BC25-6024-8BE7EF57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2E0504-4111-0AF0-18C9-FE34B1BE4EA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574BD2-F9FB-AA96-EAEC-C07693145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6D5176F-99DB-D052-9D3F-EA77CB5A19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3986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8E0C8D-CAFD-22AC-976E-162B853C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92C854-6633-E8FE-870F-5F0949DEF06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FFE16A-BE16-C0E4-7DBC-501EEC5001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E190BA-AECE-1670-28BF-62A55076C6DF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E451869-4B4B-DD7E-4389-A8E1645697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85088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8EB8BC0-5FC0-E719-431D-A766E17A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FBC78-EEFE-E8CD-B38D-11735FC0BAA1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B846B33-A2BA-7252-456B-6A513C3B66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F3893CB-C3D0-AA3F-A711-8734772F0E18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68D8988-BB8C-8186-5034-40588E5D56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0817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479B198-7A89-8722-075C-7EE42DFD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52C2BC-D8A7-BBB8-B70F-E33899A168C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106DA17-256E-F2A4-820C-E8D6AA1601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C8690F1-C12F-3B45-5E92-71C313157B94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BFB0B15-0423-E911-0B48-B3FCF4F546D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31013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AB39264-AD3F-ADE0-71B1-2F738AC9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763CF6-F8A3-7D9E-7725-CAD2B8327681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3785299-1F67-76F2-AAE2-9943FF0D6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89A99DD-40CE-5B39-7F6A-4F685393A7CF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10B25C4-DAEE-94EC-C19E-98D149195E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2C8E59-E0A2-7EDB-5BBB-695840FA7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9686CA-C7D7-0917-77D6-FD81889BD5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45" t="39009" r="48526" b="50416"/>
          <a:stretch>
            <a:fillRect/>
          </a:stretch>
        </p:blipFill>
        <p:spPr>
          <a:xfrm>
            <a:off x="6974839" y="416235"/>
            <a:ext cx="4541289" cy="30391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45823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CB414B-6458-8C9B-5A1E-DF734BA7F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1A4B10-58F5-C6DC-FCB4-FBF72C2AE40E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8EC2414-AFFD-B77D-8C22-EA6043CC0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8C037FD-385C-4D74-C946-FD4D42ECF326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9F08B12-E33F-50F4-C4D2-E800129789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DCD8AE-A751-ED52-83DF-8C690B1DC7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5D7F33-3E40-C0C9-2E43-CF38121615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45" t="39009" r="48526" b="50416"/>
          <a:stretch>
            <a:fillRect/>
          </a:stretch>
        </p:blipFill>
        <p:spPr>
          <a:xfrm>
            <a:off x="6974839" y="827313"/>
            <a:ext cx="4541289" cy="26280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815358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4E7E74-BE0B-59F5-71DC-1AB279EA3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1AC16B-C4F0-3CDF-8CA2-0082EC646207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9F6E01-9D1A-EF8B-4988-1B5558A964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90F40EA-6014-BCE6-9771-2C8CEFD83B99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D0AC2B1-891C-C93F-B52B-3DE6C8B565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671B84-1136-E60B-3682-CDF1A124AB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2B4215-B6B9-A253-B5FC-A7786387FA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45" t="39009" r="48526" b="50416"/>
          <a:stretch>
            <a:fillRect/>
          </a:stretch>
        </p:blipFill>
        <p:spPr>
          <a:xfrm>
            <a:off x="6974839" y="1197429"/>
            <a:ext cx="4541289" cy="22579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96239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EC8D102-F518-1BE4-6E0D-73DD56F8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A46C4C-AC9A-C8CC-79DD-38E46C077A9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1ACF3FD-C859-AFD2-4A80-9C620DDD9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BEDD60F-AB27-EE70-9D66-A5F38C091BAF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1FC5FC3-46D0-43F4-A5FA-0629C81AA8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713402-4F4D-E0E6-DFDF-74C05A77D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E88EFE-4326-34D9-188D-E23306A7A0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45" t="39009" r="48526" b="50416"/>
          <a:stretch>
            <a:fillRect/>
          </a:stretch>
        </p:blipFill>
        <p:spPr>
          <a:xfrm>
            <a:off x="6974839" y="1377950"/>
            <a:ext cx="4541289" cy="20774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609702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13D3F63-D7C3-E3EC-CFCD-0178E4AB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E444B9-9BC7-E0CD-46EF-36E5B8DD26EF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B0D775-04F3-649D-60A0-FA7BB3411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DB0D31C-162A-3FFF-DCAF-4D7557F4EBFA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4D8840-1517-C4D7-983B-551F27A1ED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7D8FD7-B449-5519-98E5-D75BCE765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424BF9-440C-AFB2-18A3-A484FF048E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45" t="39009" r="48526" b="50416"/>
          <a:stretch>
            <a:fillRect/>
          </a:stretch>
        </p:blipFill>
        <p:spPr>
          <a:xfrm>
            <a:off x="6974839" y="1780674"/>
            <a:ext cx="4541289" cy="16747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233620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C984395-DBDC-EB80-7261-ACC207705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C7DB91-5B1C-D5E1-62A9-26D1004DEAC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07DFD10-1604-2EF0-0CE5-0859F953D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C818D5B-D6B9-B0B4-3926-ECB5428FD23F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A82CFD-2703-8A95-3FE6-2E7DECBEFC5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91F23-03DB-5DD7-A079-C1BC057E8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0FD056-9531-6764-350C-866A08ADC2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45" t="39009" r="48526" b="50416"/>
          <a:stretch>
            <a:fillRect/>
          </a:stretch>
        </p:blipFill>
        <p:spPr>
          <a:xfrm>
            <a:off x="6974839" y="2004576"/>
            <a:ext cx="4541289" cy="14508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700921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3C5DDA2-4DCA-89E8-D920-7F4AB670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13BE3-75C5-BDEA-05D9-437BBA5C08C7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7A53976-9257-6070-8AED-B83E7708F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CB08C0D-AF0D-B465-EB04-C1692C6263A8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22E88E-7268-F5A4-F77A-D4FC2D7425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A17E16-D306-21DB-F09D-BE53F95013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939A78-F4B1-FCDF-C478-592BC74A9E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45" t="39009" r="48526" b="50416"/>
          <a:stretch>
            <a:fillRect/>
          </a:stretch>
        </p:blipFill>
        <p:spPr>
          <a:xfrm>
            <a:off x="6974839" y="2555264"/>
            <a:ext cx="4541289" cy="9001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949439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0ACA75-C260-EF5E-A0FA-1A8519EC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600EA09-8B88-7063-7382-89076EE2AFA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D194750-DCAD-1FF4-CF3D-A331E24DF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6F85E8-DF72-3F37-7F06-393A162E5652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E3A70F1-7B67-37FA-B99B-F504311CAD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D7DD3D-3FAE-C28B-27B2-BAB232825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9341E3-DDB8-B8DE-582D-36EB779D1C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45" t="39009" r="48526" b="50416"/>
          <a:stretch>
            <a:fillRect/>
          </a:stretch>
        </p:blipFill>
        <p:spPr>
          <a:xfrm>
            <a:off x="6974839" y="3089709"/>
            <a:ext cx="4541289" cy="3656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137375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89CCC5-3139-B273-5FA4-4D368A46C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4413A1-42EE-8856-2166-F585BFCC1411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82825CA-2125-890A-B4C7-17CEC570A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8F0D9F4-EC2C-326E-DCB2-03C13BA6A9DB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2440DE1-9A6F-9804-8865-3004D222905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B702D2-F2A8-7428-A84D-34BCA130EB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744339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DAEC49-53EE-CAC1-6EBC-F18C2379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03FAA2-32F1-0F11-D9D2-44F8A14F0770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B21E962-C8FA-0EC7-70FF-A1ECCC62C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1809950-B32C-ABBD-B5EA-0A16D3605693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1F5F68B-E217-87EC-0496-E6D938EA1A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9F9FB0-E878-6CF3-E72B-76A52B4F17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20B09C-B377-7C49-115F-D8B88470895A}"/>
              </a:ext>
            </a:extLst>
          </p:cNvPr>
          <p:cNvSpPr/>
          <p:nvPr/>
        </p:nvSpPr>
        <p:spPr>
          <a:xfrm>
            <a:off x="6121522" y="3679828"/>
            <a:ext cx="5553923" cy="253575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82782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2DC1DD4-DC38-13E7-898E-D396A21E7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D71B66-CBF3-B3D0-43DF-F83BBA76DFC0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BE0932-7BE3-CA79-00F8-03D35697D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C5139F2-DD3F-0CA5-A47E-CF1DD61C5E39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B817E2-A18F-8191-361A-3627CAE742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380D66-DAE6-36F5-E42B-68168D95A3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8E9EEF-B423-CB0C-5223-A89CC4D40E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285687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8521169-8A73-8F44-B1B1-3E801419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4B7FF4-B127-37CE-A95E-6992A1294D81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0CF42D0-59AE-1B43-A281-5D92DC798C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75566F8-87B6-46F8-43DA-BA73B3DEDC0D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D1BF638-A0FC-39A8-20AA-0B88E4711F9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2C5617-C68C-C8F1-7F82-3C4023563A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7AF2AD-6BA0-7642-5288-78D134AEE6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4A41B312-42B5-4B85-C815-8D6FA18DBD13}"/>
              </a:ext>
            </a:extLst>
          </p:cNvPr>
          <p:cNvSpPr txBox="1"/>
          <p:nvPr/>
        </p:nvSpPr>
        <p:spPr>
          <a:xfrm>
            <a:off x="2121168" y="4861107"/>
            <a:ext cx="289359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Figure = Whole canvas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01270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A9EB3F-8886-9C50-87ED-2CCC1CE81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9770B-167B-C4C9-CBFF-29793226CA7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03C350D-8D26-E35B-6506-AB59834572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2752D49-5AFE-2F8A-A300-F23FBCD76020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42511E-5212-EE2B-0B9C-83AA0ECCDA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D012F7-2298-FFE9-1410-389399CE2D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6B5596-1B85-B9A6-73D0-DF38C166BB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395013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EF6AD1-3615-D83D-527A-05523D07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020C13-E2AE-29A6-B457-073675067AC8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CD085A0-9FBB-D006-D4D6-9EBE22A22C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056A7B3-3D93-1D5E-C02E-379C98E280CF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D49BDC0-3317-9821-C39B-26F745696A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09B6D9-739C-15B9-52B5-80AF144858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A2D7FC-7AF5-1024-A306-989FA70BD5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A907590-4E5F-3219-180B-F9CB70E2BC2B}"/>
              </a:ext>
            </a:extLst>
          </p:cNvPr>
          <p:cNvSpPr/>
          <p:nvPr/>
        </p:nvSpPr>
        <p:spPr>
          <a:xfrm>
            <a:off x="6237171" y="3744227"/>
            <a:ext cx="4845279" cy="24063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Google Shape;198;p20">
            <a:extLst>
              <a:ext uri="{FF2B5EF4-FFF2-40B4-BE49-F238E27FC236}">
                <a16:creationId xmlns:a16="http://schemas.microsoft.com/office/drawing/2014/main" id="{36CD4EC3-C877-BF80-D640-A9FADB7F9EA9}"/>
              </a:ext>
            </a:extLst>
          </p:cNvPr>
          <p:cNvSpPr txBox="1"/>
          <p:nvPr/>
        </p:nvSpPr>
        <p:spPr>
          <a:xfrm>
            <a:off x="2602088" y="5058232"/>
            <a:ext cx="2046558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Axes = </a:t>
            </a:r>
            <a:r>
              <a:rPr lang="en-GB" sz="18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xy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plot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585798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4C3EC2F-B9D6-20E5-635A-55B4E1F71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421DD5-C92A-635B-A1C1-258D02549E4E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D12A45-2AC1-0716-5AB8-DE08D68B6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7555B20-EB34-A647-53F7-CF53F0AB0972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34EB73-399D-0FFE-1FF3-6360DA0EF7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B8C1E3-255B-A5A6-02CF-BBC2D4FE44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F90DEE-F200-3BC3-F57C-1E00B15636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318875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F1F101-75B0-32A7-76E6-0C17E9B5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6C79A0-C05B-827B-2FCB-426C9D07B100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0152C53-469E-F52A-B620-206E1CD0C1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DE8E624-24B3-B04A-1D29-614CF27D4284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C226040-7464-E2B1-8622-AFDAE3CFDD1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D96545-74CF-35DE-1383-85BC578312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D08EF3-FD1C-2D84-44B0-C695B8BAA5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8D74B17-E644-6BDF-CA86-AF4CEDCE531F}"/>
              </a:ext>
            </a:extLst>
          </p:cNvPr>
          <p:cNvSpPr/>
          <p:nvPr/>
        </p:nvSpPr>
        <p:spPr>
          <a:xfrm>
            <a:off x="6949440" y="2113422"/>
            <a:ext cx="3598818" cy="441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35026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840A6D-2C13-D19F-8069-608B3159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8B212D-BF90-085A-81DC-C796C1C00EA0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499897-8008-A3DB-8DCB-AEC27F19E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0314EE4-41CD-07F4-8C25-40C9C9421E55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383B5EC-5766-F870-1860-08E7DDA496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7E30A5-3BD7-AD48-23AF-46896BB6C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98AA3B-E07C-9618-D460-B402DBA9F5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9F86924-5368-580D-8DF9-E0987CB09E85}"/>
              </a:ext>
            </a:extLst>
          </p:cNvPr>
          <p:cNvSpPr/>
          <p:nvPr/>
        </p:nvSpPr>
        <p:spPr>
          <a:xfrm>
            <a:off x="6949440" y="2113422"/>
            <a:ext cx="3598818" cy="441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96860D-DA96-972B-5AE9-3719BDE6C4D8}"/>
              </a:ext>
            </a:extLst>
          </p:cNvPr>
          <p:cNvSpPr/>
          <p:nvPr/>
        </p:nvSpPr>
        <p:spPr>
          <a:xfrm>
            <a:off x="7566817" y="4715932"/>
            <a:ext cx="376369" cy="241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97039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D14EE8-8D20-25E1-5E49-34B8D681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0C8828-EC64-F7F6-A382-C339713835A5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084FB5-5D8C-BC7C-FA6C-486EE8B4E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6C38AEA-0662-DE14-7DB5-CADEA856019E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A5D8B13-8ED4-A285-C563-7A13C0F508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FCEA9B-50F4-A1D4-C2AE-A37C0449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9DF9EA-717D-ECB3-892F-C04F92D6FA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9AE0900-3C07-874E-6F33-B914EE82FD57}"/>
              </a:ext>
            </a:extLst>
          </p:cNvPr>
          <p:cNvSpPr/>
          <p:nvPr/>
        </p:nvSpPr>
        <p:spPr>
          <a:xfrm>
            <a:off x="6949440" y="2113422"/>
            <a:ext cx="3598818" cy="441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E5A77563-88E4-C0EA-7668-9502EB7EC023}"/>
              </a:ext>
            </a:extLst>
          </p:cNvPr>
          <p:cNvSpPr txBox="1"/>
          <p:nvPr/>
        </p:nvSpPr>
        <p:spPr>
          <a:xfrm>
            <a:off x="2121168" y="4861107"/>
            <a:ext cx="2178689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“Hello!” was drawn inside the axes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6B9661-F836-DCD8-66BD-71E9C8D5A705}"/>
              </a:ext>
            </a:extLst>
          </p:cNvPr>
          <p:cNvSpPr/>
          <p:nvPr/>
        </p:nvSpPr>
        <p:spPr>
          <a:xfrm>
            <a:off x="7566817" y="4715932"/>
            <a:ext cx="376369" cy="241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1765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24D43C-C451-025D-3DE0-F31EB14A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37AC51-40C2-5166-539E-0873C9D70AD1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989198-397A-FF97-EBAC-BFB95DC7E1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475F2DF-4945-7778-B74F-6CC5624F43DC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5EEB9D-7F11-9714-DFD5-DD278603F7B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EFBFA4-85A7-2E2C-0424-1B2C701B24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1C9229-623F-D841-E1AF-AC385F795D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705594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FD02FDE-149A-5185-B64E-4ADEE806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27573C1-09A6-3F1F-E788-A6DA18798E8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4DE5744-7DF7-5744-1061-69593EDB35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242028B-B4F7-0E80-2973-5657019CB1A1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9013983-7195-46AF-0374-2104BEF230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D908B3-9009-7964-88AF-B961DD0AD1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CB547-C283-7BFD-701D-9E36F53236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A086619-7141-BE57-73D0-F510633D1F5D}"/>
              </a:ext>
            </a:extLst>
          </p:cNvPr>
          <p:cNvSpPr/>
          <p:nvPr/>
        </p:nvSpPr>
        <p:spPr>
          <a:xfrm>
            <a:off x="6949440" y="2679480"/>
            <a:ext cx="4566688" cy="441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49505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A1B3C5E-F1D9-3244-3AEB-A9BBE781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15BCE33-2B46-B017-43DE-B5A6F5EFCB7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8C9A5B0-6D93-BFFF-2480-EA676036E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B80FDE3-49FF-AB11-D48F-AE6C0D17C036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1E3B88-6B71-D36E-7D4A-9AB50BD445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95E3E0-F947-DC3E-C02E-BBC4278D7C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66AB95-71E4-69C6-F8C3-EB8602CCEF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D995B8F-5E31-DD76-3A41-DEEEA3FD4AD7}"/>
              </a:ext>
            </a:extLst>
          </p:cNvPr>
          <p:cNvSpPr/>
          <p:nvPr/>
        </p:nvSpPr>
        <p:spPr>
          <a:xfrm>
            <a:off x="6949440" y="2679480"/>
            <a:ext cx="4566688" cy="441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FD209-D52D-8DE4-DD83-FCAC0580980A}"/>
              </a:ext>
            </a:extLst>
          </p:cNvPr>
          <p:cNvSpPr/>
          <p:nvPr/>
        </p:nvSpPr>
        <p:spPr>
          <a:xfrm>
            <a:off x="11006700" y="4715933"/>
            <a:ext cx="613800" cy="224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90887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201DAC-2821-93A3-3037-C195E48F1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F0D099-D2EE-7FF8-737E-3F1EE97554F8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4A7B35F-690F-F491-79A0-A06DE70E4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20EF00C-9A55-7997-A576-D7DDC0485F5A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8BAA25-BF22-E5B3-81F9-89A31B44C8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6A0A9C-B14E-4B2D-3A6C-E75FFDC66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E396C2-5820-D60D-3A8F-94855C91A9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3E9FFC-BD55-8F31-3F4E-25753BBEB3AD}"/>
              </a:ext>
            </a:extLst>
          </p:cNvPr>
          <p:cNvSpPr/>
          <p:nvPr/>
        </p:nvSpPr>
        <p:spPr>
          <a:xfrm>
            <a:off x="6949440" y="2679480"/>
            <a:ext cx="4566688" cy="441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8C48D5F5-A173-2C84-6D0A-ACC68AE42C96}"/>
              </a:ext>
            </a:extLst>
          </p:cNvPr>
          <p:cNvSpPr txBox="1"/>
          <p:nvPr/>
        </p:nvSpPr>
        <p:spPr>
          <a:xfrm>
            <a:off x="2111828" y="5135050"/>
            <a:ext cx="3396344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“Goodbye!” was drawn outside the axes, but inside the figure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B5EC00-D732-4E78-2686-00CD867A73E1}"/>
              </a:ext>
            </a:extLst>
          </p:cNvPr>
          <p:cNvSpPr/>
          <p:nvPr/>
        </p:nvSpPr>
        <p:spPr>
          <a:xfrm>
            <a:off x="11006700" y="4715933"/>
            <a:ext cx="613800" cy="224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81583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E0B89F3-20C2-27B9-3B1C-C467A7E5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9B70FF-A81B-5EAE-6AE0-87DE309BA56F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4E147EA-7C74-677F-A50C-9A4C145E8C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627C69-3B12-7474-C3F2-8C78473136F5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0BE3F40-1467-A0DF-9D33-F7F4FA43F31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A5806F-21F2-2069-3826-6EFFEC83EB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1CF2F3-40C9-5778-3D0E-C9CB8D4595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89509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B2405E-93AC-5F5D-E652-72BA8595D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EF2792-1452-FB8A-9F05-FD678640F38C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F7C3329-07C0-C1A4-3336-FF753F6E43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F05A1B-E39D-DFF5-B3CD-92352358042F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possible to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on one 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A2087B-3F89-9D5B-4197-B24811C4CE6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7E3492-FC8F-CAAB-5B48-8488ABA80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B75EEA-0E5E-8DF4-1FF1-5580C02BAD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555436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981EF11-F988-030F-AF70-34EA30B1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C45DB6-6825-6E97-D7D4-6780B91FA3CF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313C594-C1C3-83CC-E031-A7E92CB2D0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206" y="11815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Figures and Axes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907F135-D74D-11C6-0AEA-F3323F010E5A}"/>
              </a:ext>
            </a:extLst>
          </p:cNvPr>
          <p:cNvSpPr txBox="1"/>
          <p:nvPr/>
        </p:nvSpPr>
        <p:spPr>
          <a:xfrm>
            <a:off x="675872" y="1568950"/>
            <a:ext cx="544565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Figure: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entire canvas, like a piece of paper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Axes: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plotting area on the paper with x-y coordinates (where the data goes)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possible to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on one figure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(Not covered today)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559E2F-E2A1-0E41-08C4-DC205DF3F4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0F14EC-DB1F-C59E-31EA-7A8CA593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11" t="28666" r="48526" b="24479"/>
          <a:stretch>
            <a:fillRect/>
          </a:stretch>
        </p:blipFill>
        <p:spPr>
          <a:xfrm>
            <a:off x="6949439" y="401853"/>
            <a:ext cx="4726006" cy="30704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16EE0B-F2D8-8D5F-996F-C3C70AF08C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11" t="11420" r="16395" b="28360"/>
          <a:stretch>
            <a:fillRect/>
          </a:stretch>
        </p:blipFill>
        <p:spPr>
          <a:xfrm>
            <a:off x="6121522" y="3679828"/>
            <a:ext cx="5553923" cy="2535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5492978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55AA9E-1EF1-7746-99BE-C9211D3E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1368CC-DF7A-1D85-9215-66942D6FDF8D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59F061-75C7-E0E3-5DBC-93020BE31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1CA3E4A-8289-932E-115E-68066BC7B1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5361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62AA431-DF68-BC6D-A25E-9994509D0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33BA7E-A522-109D-6E07-5D5369D292D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3409A66-A304-B1EA-15DC-72A627025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68FE43-5E2F-CB4E-4716-D721B3A8E14D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BBAA8DC-CC22-F4D4-FD4D-B7DA2E50122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40752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A58533-293E-691A-411B-E437B6EA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B67686-C133-4C46-D51A-EE9402FEB48E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90D1F52-3885-11DF-F84F-B7F00E629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0B30EDC-5C74-7FE8-32AF-70A34502B919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9DE50C4-E4C5-6DFE-ACD1-9F181887B9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63392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E94A5B1-88A9-BBB2-C160-7A94AB87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9F0CA94-0221-98C3-ABB5-EE9209207D0E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59886AB-CA5A-8895-E92D-0F5D5BEB61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CB3D5CB-FE31-84D1-6935-597BC58228A2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29DCA4F-D671-ECF4-937A-DBBDF68DED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03283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60DFB46-9F35-C7FE-C042-A20E092A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A765ED-EC12-DED1-36CA-CF84C29893C3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2287DD-8451-47DA-CAD2-C3B192501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FDE151C-BA2D-9908-3AF2-580C493BC125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D90538B-F019-C18D-FB6D-DF3F4A042F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09029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2E6D47A-75DB-9E3C-A172-93019AAB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AEAAA95-2111-B0C7-C44A-F84DDE2D6001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A3146C6-7E87-89DF-05DD-92D4DAE49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61E847F-41E4-7802-31B0-D6E01B8D060C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DED9A08-DC9A-FCC7-0B97-B4240D25994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396CE-62CF-F0FB-7EDE-83047E5914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7450DC-DC5F-F500-33D9-B20292DA6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450754" y="1514058"/>
            <a:ext cx="4494198" cy="12078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52898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33F9DE8-5A5A-5117-D678-6182043A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3662086-A122-F981-86CF-630BB4A0E10F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C1CE10-4113-3DAF-611C-1049161963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429717D-40D3-A4E4-B683-8B8A6FA00212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3BE4B0-3AF7-2F66-8088-8FFBCA5BD9F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E496B-24F0-D115-0968-76FD50AA42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EA595B-A51D-A08E-3A27-771FA60D27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450754" y="1665170"/>
            <a:ext cx="4494198" cy="10567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145869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177000-2BDF-D6FF-E304-F8DB1F4B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2B31AE-2506-B082-20E8-EB758107A76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047BA32-4A6E-B32F-A3A7-1E4E58B820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226A548-A92C-8C37-5C10-636707A2B02D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943C938-08F2-0B52-CFC2-A1496BAE79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22F21-11E4-E285-2D44-F8C0E25DD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C605F0-CA25-1852-F89F-20E44ED2F6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450754" y="1883229"/>
            <a:ext cx="4494198" cy="8387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147141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2CD472-BF49-685D-9F64-241184CB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81BBED-8002-7C49-7BEC-D8F60EE8C12D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2AE21EE-85AE-2F43-122B-A1048CE845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D3FBC0F-C6D3-9344-C16C-5CF1AD58E2B9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CD6391-4DEC-270D-D54A-D383EAD4A18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85CF5-E721-895B-C641-2DF34F7772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062DA4-9FA5-69FD-7C0E-E41BAB6FE9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450754" y="2387601"/>
            <a:ext cx="4494198" cy="3343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464831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FD28DA-84E9-F8E2-934E-79E1A2E6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E7F8E3-DCB4-3CD5-FC4B-4508A1875EFD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C7985EB-8F1D-D497-8359-E3FAE4DECC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FDD5983-DDDE-356B-5463-4209AB027681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FC4F48D-4F86-59EE-6F28-07B3E6508F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F1354-B0EE-0792-7B5E-E1EEA6BA3D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EBEAD5-AA1E-45AC-5A44-20F569742D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450754" y="2560557"/>
            <a:ext cx="4494198" cy="166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013110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BE377D-933A-653A-DEFE-9C6F1007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225852-BB9F-D426-E14A-21AF1379BA5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D0C7BE-621B-913C-0D45-DE437F39B0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1FA8E43-BA08-006C-6CFB-0D6989AD7EF0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AD5E4D-D18E-71E6-DE04-749670CADC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D5A3E-616D-80ED-C567-DD6AA4DFAB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678229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813C84-78B1-E544-8AEB-9F1741F5E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DE6FDA-1DAC-BEEF-57BF-8C5DC6D342B5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7BA6B55-471F-44B7-F9BA-4A5D72336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D93B598-1934-9647-9195-C70B36E13CA3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E84C661-88E2-F471-FFB4-5F0062DB7B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2EF560-53F4-AF64-6907-D48EEB6460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7F43D6-4D86-1046-F50C-65EAC4834F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042451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351432F-5E08-F79B-D0CE-0EE87E5F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B92719-4F77-3470-CE8C-90CC2BACF8B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694E179-5772-C0BD-4ACC-102C5C76F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A5DA8D3-A20D-908D-9B6C-D336E8E74EC7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D3F0BC-9174-F5D8-2A61-402A56AB53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51416-8529-998C-E39B-40CF07031F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0EFB80-6347-AD15-BB81-C9BFFB852A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37685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A4E2A33-FF7A-A8BD-2700-339D7E14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AFCBB1-225A-1844-4718-24991947360D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1E695D-6420-521C-8385-88FC818E6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FBFA390-BB05-DE5A-8076-FC4CCCD9C013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431B50-6815-3F5C-B518-74B0D0E3F3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6947B-F20C-CE24-662B-812B5CC567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43084F-8D9E-DDCB-90AC-6C8AC4BDB6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C9CE26-A90C-1164-11C0-C2ABBC3CD2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222264-6E75-B780-6F4D-9AA4F2D62A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145" t="39009" r="48526" b="50416"/>
          <a:stretch>
            <a:fillRect/>
          </a:stretch>
        </p:blipFill>
        <p:spPr>
          <a:xfrm>
            <a:off x="7283450" y="2958790"/>
            <a:ext cx="4661501" cy="108448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173207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620562-7988-2650-62E8-20C53A8F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B38DAA-EEF1-82C1-6E65-AD6EC469647E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14CFF2C-B31F-6508-5D07-C1FA329499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E67A6CF-58F1-8CD4-6B88-D205CFCDE25B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C9E241-2455-806A-71A8-634C632F2D2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6E083-4445-8E64-E560-8721505682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41F344-4A0C-990D-470C-112B51F314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BB89A2-9EF5-A3DE-9BAF-1160DECE09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1FD702D-168A-C764-BDC4-FD7C37350D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145" t="39009" r="48526" b="50416"/>
          <a:stretch>
            <a:fillRect/>
          </a:stretch>
        </p:blipFill>
        <p:spPr>
          <a:xfrm>
            <a:off x="7283450" y="3229573"/>
            <a:ext cx="4661501" cy="8137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340857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85B15E-42B4-E30A-7803-1CBA877D9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D966CC-2DD7-3C61-36BE-1C992544B23A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316C9B-3355-EEAD-BBAC-F5FDA5A864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5E756F-2535-5B43-E231-038F468BB7A9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5D5115-32B9-4035-949B-80736D631B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6F4BF3-F7B9-C55E-7065-7802B591CF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80C5FF-3177-A3BB-A538-9309A89916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30C9F6-F0E1-0A48-0499-C1600C5C0A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F27C37-0C12-D38E-C3A5-25CA9617AF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145" t="39009" r="48526" b="50416"/>
          <a:stretch>
            <a:fillRect/>
          </a:stretch>
        </p:blipFill>
        <p:spPr>
          <a:xfrm>
            <a:off x="7283450" y="3683000"/>
            <a:ext cx="4661501" cy="3602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097294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EA87D58-7AE0-3E89-8A5C-5C046AB2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831B2E-862C-13B1-D3CB-3BD1EE6E2FC8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C624D43-73FD-CA5E-A36B-4054B01E3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880AB69-4F31-5389-F0FE-970E1DE0A8A4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45AC235-882E-9E3D-29CC-5BAA9793D7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A7B1E-B7B1-70C2-C112-2EE3C0298A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583444-9F9A-67A8-BDEA-1A56153DD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12E7F3-CDBE-996A-FB9D-8B51ADBBCB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AF272B-0112-1847-48CF-A054823007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145" t="39009" r="48526" b="50416"/>
          <a:stretch>
            <a:fillRect/>
          </a:stretch>
        </p:blipFill>
        <p:spPr>
          <a:xfrm>
            <a:off x="7283450" y="3877733"/>
            <a:ext cx="4661501" cy="1655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235380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6B38911-67B2-95EB-9AB3-5024C1D3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0D5A3E-1509-A0FE-0D4D-26F81FB56C7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E9DED3E-F022-5AF0-899C-626AB0037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4AE1ECE-AD5F-D91D-F65E-44D0FE7B5160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9D5AFF-0B19-8859-DE89-FBBC32C4C01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2A99F-5A52-2692-2A32-A9974CE4B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1B7C6B-3BEF-78E0-BC03-AA3F7F0111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6F9169-6CD0-91CF-099F-D28740238D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407358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15CC920-3B0E-6B6E-AD1C-F130536FE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80D27A-9C4F-9F4F-4FC6-3FF9D29161F9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2EB09EF-13BB-3EA4-F81F-9BBDA497DF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B35E9E8-6EF8-DA64-DF69-B894D870A493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5EDA5FC-8037-E98E-490E-4CF0A2835FA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69B2B-87E7-8E33-EA43-BB49F25A11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3D62C2-081E-CF71-72EB-27E0BAB496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92E634-5AF5-884F-5E74-E543BADF2B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FADCF6-F53E-F822-8EB7-D7DEAFFDD5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780" t="46698" r="24448" b="3757"/>
          <a:stretch>
            <a:fillRect/>
          </a:stretch>
        </p:blipFill>
        <p:spPr>
          <a:xfrm>
            <a:off x="8732520" y="4302759"/>
            <a:ext cx="3231558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717063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E77C4F4-D741-3E67-7666-29E06664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F5B8B4-FFB0-15B0-3897-C032926E390F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6644D3-5C4F-50A4-671B-261F4F1C73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43F4238-5A26-AFAA-C078-5FE9D4F0EF27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many more… (see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 here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801AF4E-03F1-484B-271C-EF9ED5AD93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37DB0-D982-7D23-E5E2-B013D662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198069-B9D0-0A10-FB1A-923E5AD662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56D8C2-E638-C346-6075-7A563973C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D659A2C-DAE7-43CA-9F2C-E6722397A6D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780" t="46698" r="24448" b="3757"/>
          <a:stretch>
            <a:fillRect/>
          </a:stretch>
        </p:blipFill>
        <p:spPr>
          <a:xfrm>
            <a:off x="8732520" y="4302759"/>
            <a:ext cx="3231558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920328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31B8526-2030-DBA1-C022-4F7308D3C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617A50-27B7-A6B8-95AB-7975F8CECBDC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5FB85F-9931-B110-ABC6-F6047EE520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F2AC67-6285-5CEF-4C77-9659194D592E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many more… (see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 here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good rule of thumb is: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A0A9191-893C-03F2-BD09-C80A6F3550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04664-F803-D653-1F84-8FD120AC55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A10816-B5F9-0FF8-A191-BC1B4AB8F3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F438CC-9289-617F-232B-517FF88CB8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447930-5000-3195-101E-AF409C5911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780" t="46698" r="24448" b="3757"/>
          <a:stretch>
            <a:fillRect/>
          </a:stretch>
        </p:blipFill>
        <p:spPr>
          <a:xfrm>
            <a:off x="8732520" y="4302759"/>
            <a:ext cx="3231558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854908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FFA7BF-6EFE-A0BA-EEF4-E1EF0F3EB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2520F3-2781-2DF3-6060-1624689EA46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14B6F88-1066-0A01-1BDD-5ABE70E965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A649618-C38A-C8B5-8C1A-95C5131B71CF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many more… (see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 here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good rule of thumb is: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scatter and line plots for looking at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between variables and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5823D31-7CEF-CDE8-A999-722B741A6B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666F1-A9AC-327D-AEA0-E5AFAAA740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03674E-F8C2-2AEC-8780-655983C669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100B98D-5954-06A0-0289-5ACBB4CC66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D5F50F4-184D-9E14-1FFD-B9DE0B614EB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780" t="46698" r="24448" b="3757"/>
          <a:stretch>
            <a:fillRect/>
          </a:stretch>
        </p:blipFill>
        <p:spPr>
          <a:xfrm>
            <a:off x="8732520" y="4302759"/>
            <a:ext cx="3231558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749618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6D2A0E5-E73D-144E-AE42-1D3BC610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E859C1-64BE-FFFC-81BD-7A0A288248A5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519D74B-8BDB-D832-C7B2-79F41D9CFB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792" y="-2524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Types of Plot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84E2BAF-8AC8-AEF0-FE93-9B885C7CFC8B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seen how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matplotlib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used to make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line graphs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we can use it to make other plots too. For instance: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ax.scatter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ax.hist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many more… (see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 here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good rule of thumb is: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scatter and line plots for looking at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between variables and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bar diagrams and histograms for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distributions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frequencies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8F15AF-6C99-3643-829E-9218F715A4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126AB-70FC-4698-24F7-9B97B69D55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21" t="27784" r="41263" b="46953"/>
          <a:stretch>
            <a:fillRect/>
          </a:stretch>
        </p:blipFill>
        <p:spPr>
          <a:xfrm>
            <a:off x="7450753" y="1482291"/>
            <a:ext cx="4494199" cy="1263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57DF1C-45F3-AA3B-6DD7-376DE6B1BF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57" t="28879" r="24050" b="8188"/>
          <a:stretch>
            <a:fillRect/>
          </a:stretch>
        </p:blipFill>
        <p:spPr>
          <a:xfrm>
            <a:off x="5437474" y="4302759"/>
            <a:ext cx="3183964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FFF240-00CD-A8AB-05AA-18675DEE98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315" t="26952" r="36185" b="55088"/>
          <a:stretch>
            <a:fillRect/>
          </a:stretch>
        </p:blipFill>
        <p:spPr>
          <a:xfrm>
            <a:off x="7260728" y="2933091"/>
            <a:ext cx="4684223" cy="1116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5035ED-1541-4A27-1006-0A644D179F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780" t="46698" r="24448" b="3757"/>
          <a:stretch>
            <a:fillRect/>
          </a:stretch>
        </p:blipFill>
        <p:spPr>
          <a:xfrm>
            <a:off x="8732520" y="4302759"/>
            <a:ext cx="3231558" cy="16622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613894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97DB96-DF61-7054-369B-A1CD453F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18687F-5A4E-71B4-C748-94DAF5209698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3AD9193-F714-6660-D13A-34A867CA11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FE359D-3DFF-3B22-F5FB-E610680066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43303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00C1053-D58A-39CA-6A7C-51623A63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A3A230-E700-290E-7D1A-5CB06105702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FFB4A4D-4178-EBAB-04D1-7EB391465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757A3B3-9C12-F788-C33A-E42C5470FEE3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7CA4D30-AC4F-0000-4ED4-7E7E37FE0F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09060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2EC9748-4D46-DCFE-B9B2-167842E6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8E162F-E51D-6CCA-2FF6-F9589BB16CE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E05D67-9111-DFFA-AA85-8914F247BD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461A2CE-E95E-1F4E-12A9-63DA9DF85533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D579174-CF60-FF26-4AC1-A7D1A8AB050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29148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9166A6-A067-AE07-405F-091EAD08D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18FAB6-6068-F01A-A425-7A76D091B5F9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D8D546-2712-6030-2742-E2D94F998B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B4362A8-3333-2C47-D461-100C54B6A7DE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1B1D0E5-E67F-E80C-D3BE-809D3B5820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83659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271926A-FFD9-EBE2-76F4-2F17C231D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AE8499-7DD9-FE6A-A71A-8B0470165EED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FA48CF-984B-EB10-6908-955DD407D4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320B775-6C18-0CB2-8E0C-E4F89DDE6F9E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1D310D7-4333-6459-3046-9EFE4F5D3A3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DD6B51-320B-2CA0-AF8A-10E9058A7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A71FCF-2504-EF8D-7475-39F195AAA5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1514473"/>
            <a:ext cx="3706633" cy="44933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961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EAD4536-1043-3DF8-6800-BE1C026D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3EEB3F-CD4E-2E62-FF8F-A5298FF74F2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599565-3DD9-022F-E607-D228C4E217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E22702-1EEB-2646-C7D0-F1B8B44018E0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E9A57A3-15C1-E479-0064-665606F671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CC8079-AA95-BF99-9B06-633A49B4D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DE387D-3F71-77B1-9971-E921D07154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1803399"/>
            <a:ext cx="3706633" cy="4204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010735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06D04D6-1690-4447-F5A2-F78FE1E7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07291D-4159-B189-C702-6DCE7904BD4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C97B03-092F-ABDA-29D4-9B0DBDDF8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6EE8B5E-EDEC-8ACD-CC2A-5B20869D948A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1D9A533-B473-9E08-E2F2-DEA16857A21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3A6736-93C9-E6B4-4205-9BEB7CA1C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F5EEC4-1F3E-9B79-A792-3962EFC901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2271561"/>
            <a:ext cx="3706633" cy="37362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121431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83D5FDE-482E-36BF-889A-1F5D3D0F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540B26-17B7-49A2-5FA8-7C432620EF53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A1EA8A0-3E8A-E9D1-BF4D-541ACA0081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B67962D-6D3F-0B8C-92A4-286B3440B089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8C40C48-44C8-1CC0-8898-49CE7856D2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060C0-43B2-1332-F3D7-6B334813A7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13F305-6E5E-3B28-C79A-6AB5B3FDD7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2743200"/>
            <a:ext cx="3706633" cy="32646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40662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C82866-50C6-3346-345F-475E89C0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5486F5B-27D3-5362-E8FF-427EA31ED108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505D708-ACB2-BD66-C484-B3B0A9D9A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3FF75BD-F30F-E9CF-A154-708DE65248C7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CEDB4C0-7417-BA46-561E-84B9B8DF37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B812-6892-D008-5ECC-3F5C655C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8CBA5A6-9CC4-DF6A-ADA8-4158C4CBE8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3314700"/>
            <a:ext cx="3706633" cy="26931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928964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F24E238-F1E2-46A4-4278-0E0D70FF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447FBD-1622-01E6-5635-A015E9F6636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C3F3FA0-F69A-AB7E-1B0C-48A13A8E27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DA64BA2-9D47-C226-6FF1-420E51EAC0B9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84B326-2870-3E99-492D-EB77CB1119C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18D589-C243-8617-7C9A-16B9E1814E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9022D8-6D4F-FF98-F645-1D70298759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3822700"/>
            <a:ext cx="3706633" cy="21851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077937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889577C-E53B-11E7-FBC3-6674C696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1346F2-D1C1-4DD1-D24F-FBFDFBEF53CB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8B59A53-150C-D3A0-A611-24042F732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74B5116-E0C0-40F7-AD21-C42B5A84316B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73D8BA-2320-E303-8EE4-77C73FBE40F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86D7D7-7921-6FE8-397D-CA001673C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3B5699-6583-9886-9CA5-4C0A7DAA76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4432300"/>
            <a:ext cx="3706633" cy="15755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988024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CA34DCE-ED61-9756-1057-9100D941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7C6B95-3F68-26A3-5A1F-7CE6834F6DD1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A32601-E70A-2474-ECC3-4509830DC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67BF4D9-CBA0-EE41-F944-0D139D2D7B5F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CDA21A2-8B3E-EDFF-0FDF-ACCD2578BD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009C2-446E-5B36-9594-FA464BBC4F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37AE64-AD65-E509-91A7-50D35B865F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4861106"/>
            <a:ext cx="3706633" cy="11467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770951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5BF0488-598B-26CD-0E76-D2C91F66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4D3B9E-5D38-2938-E60C-7521E2A9BAC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62C6288-41F8-52AD-6BAC-869D8172A8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31A79DF-67BE-1154-2744-E47177DBA77E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C634EC-7C37-352B-A996-67C913D2BC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CCCA05-5EAB-367E-CA40-68432E5EC2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BBA6D5-EFCD-4BC8-7CB6-24662D52A4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5308600"/>
            <a:ext cx="3706633" cy="6992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845862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3AE6C5-2A82-1610-C082-3E9C969A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7B7CAC-EFB3-6DE4-868C-38DAA2BCA7D8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B295795-7E13-8958-E2B7-8E2F42474C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ADF5A2-583A-0D11-FEBF-78CED22787B6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B5A4B1C-F27C-96B5-E311-5A5B21459C8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B61F49-CCC7-E2D2-364E-57CBAB256B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FCEDFF-51BD-EFD1-2068-07CB4B4F27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5540829"/>
            <a:ext cx="3706633" cy="46701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25076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EF7DE0F-C797-FA97-CFD9-F4CCB881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FC9CFE-6E81-34B7-495C-97AA611EFDE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A199D5B-A544-1B9E-D618-8E00BBD3F0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C982676-2128-6659-1AE7-92B616AAA9D9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6836E3D-0889-CF3C-3162-326BEC333CF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5B78CB-58C5-853D-089C-437EED15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955476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E5FC846-47BC-7E9C-1713-B9F4F924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FBD82C-DC15-19EC-A107-DC01DCA159F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E66F014-FBDB-E3CD-B0BE-2E76B6DD17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95AE9BD-D62D-E093-8E90-402624979311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87E8210-D36A-ADF6-3F4A-38D983FD466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1D794-5CA3-1548-0164-E611CA1EAD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CA1269-945E-196C-D09C-B2B65378964C}"/>
              </a:ext>
            </a:extLst>
          </p:cNvPr>
          <p:cNvSpPr/>
          <p:nvPr/>
        </p:nvSpPr>
        <p:spPr>
          <a:xfrm>
            <a:off x="1097187" y="2691197"/>
            <a:ext cx="5372322" cy="338809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93744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04D3FAD-DA9A-5A7D-B88C-72E785F4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04A13D-7BD8-D812-FE78-34BB88EF9B9E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560DF58-D591-A4ED-8734-C2A39CC27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Worked Example: Combining Visualisations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725E893-0C02-8EEB-1A4B-19674C9BDDE0}"/>
              </a:ext>
            </a:extLst>
          </p:cNvPr>
          <p:cNvSpPr txBox="1"/>
          <p:nvPr/>
        </p:nvSpPr>
        <p:spPr>
          <a:xfrm>
            <a:off x="905274" y="1295007"/>
            <a:ext cx="6196247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measurements and a fitted model.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plot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both simultaneously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n-GB" sz="1500" i="1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957CC6-8269-277D-0B6E-2F084F216B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FC25F0-5D27-14CC-DFFD-4229489B24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t="29863" r="47549" b="6459"/>
          <a:stretch>
            <a:fillRect/>
          </a:stretch>
        </p:blipFill>
        <p:spPr>
          <a:xfrm>
            <a:off x="7206900" y="1482291"/>
            <a:ext cx="3747587" cy="4533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0B7B4B-FD33-04D8-3D48-E50E655605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52" t="28225" r="21368" b="8323"/>
          <a:stretch>
            <a:fillRect/>
          </a:stretch>
        </p:blipFill>
        <p:spPr>
          <a:xfrm>
            <a:off x="1097187" y="2691197"/>
            <a:ext cx="5372322" cy="33880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078268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6E4218B-5DFC-5825-4350-EDAE2234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7D2EE8-09DA-2537-1F06-C854A3831EB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9A6114-88CE-437A-231D-FB603B47B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AB00FBD-F10C-CB32-8FC1-8CEEE1C253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12676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B432214-A5E8-BABC-8443-AE952399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850017-88A4-F0A8-68E4-9017D840A2BA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E3FE7BB-A166-4E5D-3596-5451A3E015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5622CA-111F-A366-03B6-CAEB4718E4B9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A44A48A-84BC-3D6F-CEE2-A84EF441B5C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03888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D9D4A4-B85E-49F0-A6DA-5DE2C097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DE8AE8-8024-25D4-500F-B047B8A2E72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2DEB4C3-B784-E344-E272-28B444714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0433FD6-B7FF-540F-90D8-FD3C2E3DE560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00794F5-4DA0-72D8-75B0-321FB6BC0F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02471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99FE337-135C-A208-BF43-6E72A3CB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9A2A5F-AD70-8B68-8014-53EA3ED772C0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0C62D-2146-DAD4-9DE3-5EA831754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C57F70-C103-5B37-62C2-20F74FACD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9AF9379-ACF2-6809-7EA2-23A246155A4D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27463E-097A-27E2-B259-2054713067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5197F4-8271-2E87-2C28-0A6994BA6C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1218856"/>
            <a:ext cx="4245900" cy="47874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46361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79723D0-F8FA-5AAF-FBD1-24FC178F1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0EAF3A-5CCD-7B0F-8F19-8F7011C1C901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8CFCC2-DA0D-7C4E-27A5-F7A0496BA3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730914A-6E0B-37A7-48A8-B73C30ED29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EC1B5F9-EF2A-92D6-C6DA-356D5C895E02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170ECE-F95D-50F7-333C-BE8232FC6F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28737-CC55-3C75-0694-777A32A2D8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1482291"/>
            <a:ext cx="4245900" cy="45240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995410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E9475B1-8A54-6555-997B-D3F8DBFA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1AD0DA-403D-2E43-2BCF-FFE08011CDC2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70891-954D-489E-BEB4-2746A143A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7F55285-EBE5-78E1-06C6-730B974809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9DDCF5-4E11-A388-73B3-7B5EEEE420B4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B51F85E-E41F-6872-528A-79CDAC06C7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52D84D-E0C6-800F-C03E-0127B1B139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1698171"/>
            <a:ext cx="4245900" cy="430818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570317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B35E2F-5933-C65F-BCEB-92D40466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B790AB-042B-99C8-5E1D-9194A2FF8D49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948AC-882C-5AF2-BAD9-CCBB674DC1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1E52215-5614-B686-7F98-91A04C501F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B5080F0-0125-D2B3-E884-D9CA699692DD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267D07-E15A-DF75-BD2A-C41344ED58C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00BF8E-62DF-5D14-3961-2E99692A4F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1871133"/>
            <a:ext cx="4245900" cy="413522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390163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D4731B-88FD-23A4-77A8-70C97879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4EACF9-DF9A-2DB5-5576-E859D8FA36FA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B6770-A7BD-3EE7-2F23-98993A011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4F91CD0-9145-2E08-DBF5-85D29A08A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5594CF-C409-D7E6-CD44-E779D38BFA0D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79BE9CC-0927-943C-39E6-27729C9893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46B18C-D4DD-ACC6-40EF-0CA5505567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2032000"/>
            <a:ext cx="4245900" cy="39743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1711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BC564E0-0989-EAD3-0503-83D5DBC7C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7AB266-D8F7-301A-386E-F8FC9A375EDE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48D60-22B4-8AE3-E868-08BB00F3DB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1C21CD-A0EC-3C65-C756-6B41B28B99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C52CAD1-6DBF-8D22-9313-999FE4AEAD05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8E6AB2C-9026-88A0-4C12-421FEE0B0A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32D341-5BE6-574C-4B78-23905DDEB3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2175933"/>
            <a:ext cx="4245900" cy="383042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705732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280915-9CC6-C296-B355-B2899160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AD9956-11A9-91DF-9B07-63B69E1B25C5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51BDC-888F-1CE2-E6C2-B264427191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7FFFBE2-BA7F-1510-8B7E-BAAA49D6A6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90F0E28-3387-E112-4FF0-45ABDA9866FA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9F5E7E9-E59B-1C08-A8C3-1A4FCEBB44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5F7D5A-8B69-D23B-7574-A100AF2940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2353733"/>
            <a:ext cx="4245900" cy="365262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398335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1E003A0-03D5-CAC7-C4CF-F1A2C2713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9EB69C2-BBBF-B6CB-A3D3-3174A4BBCAA0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CAFD1-8B0F-914A-78BB-738611761D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F87F16-6DF1-E97B-F958-1FA96E0E6A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E9213B-F28B-D907-291E-43E204897116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057CA43-6EAD-AC38-CE50-D1B78DB952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53F10A-3BF1-97F9-0C55-A8E3459570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2555477"/>
            <a:ext cx="4245900" cy="345087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751933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0466FE-47BC-62A3-DA48-50C4D5DD8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1B2155-A7A9-4D8F-2ACF-8E8E739291D9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467A8-22DD-9FA4-C505-B9613B0CD9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760ABA-8B14-4671-B96B-D94B6FB1C9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FE6A4A-5892-B1FA-7256-CE06573D90F2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C756C55-FF3F-744C-60EB-F101809D86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D4A9ED-B931-1C05-F2F5-EAF59B5A14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2841171"/>
            <a:ext cx="4245900" cy="316518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49810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0BC85AB-14A8-8B95-6D85-EDCCBF78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F318AE-D8FF-48C6-A6E2-9AFEF673BFE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A67F9-F0AE-0E0D-52BC-5C8C8560D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6F416B-F06E-8FEA-A701-672729EC78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54EF8AC-9DCE-0BBE-149A-16A58922C527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81A196-DA63-1388-A59F-DD860AD34F7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481E72-6389-B308-AD3E-75B8587A51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2984500"/>
            <a:ext cx="4245900" cy="30218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8601915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0D5D9E-3C43-B747-0622-00C4E55ED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5371135-A42E-4C82-7165-8F6F54287500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E8566-49BF-6F7A-079C-0A4390C330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AA575C5-B5BF-6F5E-2DF3-D2214D4DCB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13C0DAD-E6C8-DD07-95B4-81FF9D7D6AC4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A2239DE-D277-658A-B36E-CAF7510C56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7E29F7-F8F8-49EB-356A-AFDF527AEE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3124200"/>
            <a:ext cx="4245900" cy="28821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220011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40CF57F-7801-FFA3-5FCB-A4849A525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3BE803-C666-30B7-C764-1AC45486F16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D825D-99D0-A27A-7414-089417153A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AADF684-3A1F-FDB8-2D42-45963EE454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C17435D-3E83-5DDD-BDC8-90EA18E49F0F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4A6187D-A972-DFAA-68D4-A1DC681CD9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27A9F3-B539-8660-9C11-53D0A47571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3285066"/>
            <a:ext cx="4245900" cy="2721287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D8E3DF-D52D-C5A4-8D49-65145EF633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8889650" y="3145437"/>
            <a:ext cx="2451450" cy="27212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5194704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C46157E-9F27-D072-73C4-5267CF24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C4B025-E987-7180-0C0D-FFF06FB4263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FF39B-CCBB-1390-6A88-5222CC27B4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A724406-DE71-FCE2-EC82-0506DE8FE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77BB16C-09FA-7F49-3F39-E8E09AAE0EC4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AA500A-31A0-4097-0549-980076BAE9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D16465-7068-A374-73B1-FCE494180F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3285066"/>
            <a:ext cx="4245900" cy="27212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70274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2A2FA67-1B01-93DF-A4A0-A94975EE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A40755-3740-EE64-3587-87EC11963D6B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AE007-B38E-7088-6C41-0D80376D32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265566E-4D1D-6358-2CD7-24FF249D3E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F3629D-B0FF-FFF9-8D58-DA567063FC6F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436DE01-2897-18CD-D5DD-E3C47E17334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C5DC6C-150F-96F5-8652-387275647A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3522133"/>
            <a:ext cx="4245900" cy="24842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38860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59060B-A8BC-F14A-B44E-B59BFDA0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75CA88-36B7-FA41-A5DE-DF21B3E1C878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17CC0-95F7-91C5-6410-B0F045B98F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767367-E22C-1BA8-3497-EFD6F4214F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02198FC-6B68-089F-454B-6579C63145DC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116841-CB0F-F7A1-2E23-C2829602ECB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CE6A72-CDAB-0D1D-E685-7BD44F6D67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3791908"/>
            <a:ext cx="4245900" cy="22048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700952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7A208F0-802F-7351-83D2-443DCCADC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0AC434-6988-BE3B-E6E8-6F3F66B4C4C7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96067-FC0B-E1A7-020E-6E7BB0EE85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23456F0-4A06-9D96-12EF-EF39FB584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D64222-0E07-567B-9AE7-7298E204B60C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8097825-5534-D2A2-7C2C-499B772145A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8E10FB-1B01-2C6D-ED4B-4A9A4AB2C2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3936999"/>
            <a:ext cx="4245900" cy="20693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451742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72ED23-C859-A823-7DF4-7129FAEC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D9A26A-AA04-F8CB-F9F1-BA38616622EC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BD725-49D4-AC59-CB1A-4712A6FA7E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517C4F2-8AEB-5B70-F2E4-FA16ADEEB4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1C8130D-1C6A-3E19-D54A-40545ABCE880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1C1A66A-92A0-66D8-AA5A-17E3B0164FE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0CD83E-B99C-E8E1-826D-28D52F0611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4148667"/>
            <a:ext cx="4245900" cy="18576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015265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AF792FA-1303-C824-86E4-109682F4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2F4F47-E3B3-8ED8-C5E1-54AE5012B9EB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0C175-1892-AEE0-319A-D90E9FC19B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041CBEC-720F-3B68-1FF1-1799279A54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0E6E31E-9F39-D511-8528-7751B4081E5F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8280844-36CE-170E-221B-910C498E3B4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9DBC8A-997D-2326-5494-A2EE7A588E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4656667"/>
            <a:ext cx="4245900" cy="13496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837772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46E977E-4EA7-5353-27AF-7853290E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CE42DB-C6A7-8894-5A58-01A079641C1A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C741A-D858-7C5C-C5E8-110F1AAE3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B3F6CE0-107B-4809-D183-BC87A156F7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4B4FC5B-340A-1FDE-29C7-8D10313D2BAB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A6D255F-9ECB-21D8-BD8E-9536C3C31C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5BA85E-8B59-908D-AE10-E6EDEEE683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5122333"/>
            <a:ext cx="4245900" cy="8840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690936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14D1D3-9EA3-9CDE-F5FB-212DD40A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2E5B3A-39FB-81C3-66A8-4006E8769820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5EAF4-A84D-95FC-D2AD-45C7032E6A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5EAA921-64AF-D51D-C69C-13E856A8B4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DD01B32-81E2-7AFF-C21D-A61B84E38BF9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1F83624-7B93-46FB-07E4-954126CDA4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6ABDD6-9D9F-724A-1AFD-7E5220244C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45" t="39009" r="48526" b="50416"/>
          <a:stretch>
            <a:fillRect/>
          </a:stretch>
        </p:blipFill>
        <p:spPr>
          <a:xfrm>
            <a:off x="7215366" y="5650030"/>
            <a:ext cx="4245900" cy="3563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6627968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DABE59-261A-5DE6-D204-4C09CE3F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A06628C-529A-29F8-E8DE-BA0361CDC456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382E2-6E1C-575E-C5AB-D28E66D22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79162E-87C9-BFEC-1925-7C8DEEE6BB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9369D6-BEDE-5586-EE9E-225408A8149E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6BFFE6C-5B52-CB6B-82A0-420C78ABA1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08492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EDA0B2-518F-4DE7-60D4-CA0849EA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9AE079-1C5A-5537-0AC3-5CFDE86559E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C2B43-CB9C-0A0D-1420-0165243869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134543-C115-5311-B231-E1AAA30D2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7EF46DE-8CC7-F28F-93E8-243237F97E52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ABA3CE7-38DB-7EC1-FC38-BB929569FD7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F9FEB1-9562-1EC8-F3A3-45A38C89DEDC}"/>
              </a:ext>
            </a:extLst>
          </p:cNvPr>
          <p:cNvSpPr/>
          <p:nvPr/>
        </p:nvSpPr>
        <p:spPr>
          <a:xfrm>
            <a:off x="1095952" y="2686050"/>
            <a:ext cx="5406448" cy="34036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08065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1F48B6-7171-FE09-63FD-02FE0CA6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CB0F13-9B3D-9CBB-891E-E373DFB73393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28432-F359-D63C-DD98-AB6A5EA25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992A49-6DB8-37B0-7281-414F294DC7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16A7E4D-7CF3-76C0-9F0D-BECF64CB3464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8300226-A302-56C4-2B40-BF6462FA18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FAED94-AF8F-367F-E24A-CA7743BA14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52" t="28225" r="21368" b="8323"/>
          <a:stretch>
            <a:fillRect/>
          </a:stretch>
        </p:blipFill>
        <p:spPr>
          <a:xfrm>
            <a:off x="1097187" y="2691197"/>
            <a:ext cx="5372322" cy="33880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FEC1B2-E439-B103-2D59-1768CA7251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237" t="26169" r="20816" b="9767"/>
          <a:stretch>
            <a:fillRect/>
          </a:stretch>
        </p:blipFill>
        <p:spPr>
          <a:xfrm>
            <a:off x="1097187" y="2691197"/>
            <a:ext cx="5406448" cy="33880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889212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C64ABF-D17E-400C-E140-93BEE46E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A62E70-CE99-F9C9-3453-169D06B7E81B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19976D-9131-05EA-FBD4-717FC43380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EA6B4A9-D977-244B-AE14-38EBA5464F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09C9D37-72DD-1A56-286E-0176DF73A1D9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FCA7859-1DEA-9360-20CF-7CEFAD7B65D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9665F9-CF7F-801D-DA6B-A38FAEDDC4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52" t="28225" r="21368" b="8323"/>
          <a:stretch>
            <a:fillRect/>
          </a:stretch>
        </p:blipFill>
        <p:spPr>
          <a:xfrm>
            <a:off x="1097187" y="2691197"/>
            <a:ext cx="5372322" cy="33880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008496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44A0E2-EAF1-AB55-E0F3-6665EC9F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B68936-AED9-9751-D704-2C726DE7F144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67155-19DA-E39C-4CCA-BD4BD8452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AF7C7B9-EEB8-03D6-984F-17F3F539F2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F73A563-AF3C-03E2-7126-9D73F0DD8F07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ED777F-1586-C86E-4EF8-85CBEE56CA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9B20C7-8415-DC24-C4CF-B2A5348D6A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52" t="28225" r="21368" b="8323"/>
          <a:stretch>
            <a:fillRect/>
          </a:stretch>
        </p:blipFill>
        <p:spPr>
          <a:xfrm>
            <a:off x="1097187" y="2691197"/>
            <a:ext cx="5372322" cy="33880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B11AC7-5F4D-916C-878E-DCE9881668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237" t="26169" r="20816" b="9767"/>
          <a:stretch>
            <a:fillRect/>
          </a:stretch>
        </p:blipFill>
        <p:spPr>
          <a:xfrm>
            <a:off x="1097187" y="2691197"/>
            <a:ext cx="5406448" cy="33880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433367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3EFB07-4CA8-A14C-E79D-BE5F0971D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EE15BC-5F49-BA33-B2CD-47140A4F30E3}"/>
              </a:ext>
            </a:extLst>
          </p:cNvPr>
          <p:cNvSpPr/>
          <p:nvPr/>
        </p:nvSpPr>
        <p:spPr>
          <a:xfrm>
            <a:off x="1010653" y="1482291"/>
            <a:ext cx="10934299" cy="789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935EC-B8AD-13B0-144B-F2581DCBE5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8" t="25369" r="41028" b="1264"/>
          <a:stretch>
            <a:fillRect/>
          </a:stretch>
        </p:blipFill>
        <p:spPr>
          <a:xfrm>
            <a:off x="7206900" y="1207970"/>
            <a:ext cx="4254366" cy="480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9FE634E-5B50-3D1C-C27F-7B742B57E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56" y="-252424"/>
            <a:ext cx="1093429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sz="4600" dirty="0"/>
              <a:t>Customising Plots</a:t>
            </a:r>
            <a:endParaRPr sz="4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2A7D9A2-D0F4-CC53-8625-A02264369A64}"/>
              </a:ext>
            </a:extLst>
          </p:cNvPr>
          <p:cNvSpPr txBox="1"/>
          <p:nvPr/>
        </p:nvSpPr>
        <p:spPr>
          <a:xfrm>
            <a:off x="905275" y="1015607"/>
            <a:ext cx="60797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 far, we’ve looked at default plot settings.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there are many options we can use to make our plots look more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See the </a:t>
            </a:r>
            <a:r>
              <a:rPr lang="en-GB" sz="1800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further detail</a:t>
            </a:r>
            <a:endParaRPr lang="en-GB" sz="1800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2590AA-223C-E434-3F4C-64F0E83418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314803-CE84-492C-538C-6287C8352E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552" t="28225" r="21368" b="8323"/>
          <a:stretch>
            <a:fillRect/>
          </a:stretch>
        </p:blipFill>
        <p:spPr>
          <a:xfrm>
            <a:off x="1097187" y="2691197"/>
            <a:ext cx="5372322" cy="33880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D0396A-D654-E7C8-B13A-797C3C7D51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237" t="26169" r="20816" b="9767"/>
          <a:stretch>
            <a:fillRect/>
          </a:stretch>
        </p:blipFill>
        <p:spPr>
          <a:xfrm>
            <a:off x="1097187" y="2691197"/>
            <a:ext cx="5406448" cy="33880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224703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CF2AFEB-A19D-A251-7433-E893B4B27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0DEF94-FB94-A57C-1E08-0266D9547B6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8D0961-7790-CD79-D055-4514C9383A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4FD939-BCBE-899C-2505-142F8D8D00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15239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70AFA4-6573-BBB3-D34E-64579130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F7A23E-7C8D-B019-B139-30DDC53AB5C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4881D4F-FE10-552B-5F04-0B041444F1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6FD7A3-87AB-358A-CDF5-A0BA8CEBDF4C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7BA1C0-83BF-F958-A8A0-1F9786A794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022110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769278-BA8E-E067-7A76-BA506071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C9BBC6-4849-907A-48CB-D6EC99E5166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18B2DC0-A8EC-625F-83BD-56BCB7EE33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7F8C8CA-6CF8-67B9-D0CC-6A7EDB24DDD2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00A75F9-12F4-8B47-2FBC-8CEE17D460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E7B3E1-0DF3-1AE0-F1E2-29561B9A48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2597927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700C41E-AFCD-39A7-F064-20B3D4C1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5E026B-B223-159D-B9FA-E54B2A66666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3FAC164-51A6-2F2F-5826-BD1359D070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1AAE8D-DA1B-1FEA-5568-4A75F106E31C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D850C2C-1A3D-A93B-B583-6BA3399AF2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FD6A76-2768-7CF3-FF2F-C85DBB05A8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3523901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1D9FA9-FBCD-01D9-79C5-501C03BC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F9EBF3-9FF8-5DAF-9CDE-1BB3F82D480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E6AD3DD-02A5-4841-DBEE-7F92C6AAAE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1A0DE58-E096-F80D-AFB9-738EC6D84D57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97D0F20-A1BA-F302-1462-3758D57751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8A01EA-4283-8A57-9042-F0880F951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318737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872B902-DFE9-2A29-DB20-30ABC78F4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D61902-7952-7FD4-DE3E-4BC88A0D66D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C4EB1DA-FF36-51F3-B53C-F9F6A0BE9D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E7149AD-4DB7-FFBF-0701-AF68275E55F4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lecture_intro_matplotlin.ipynb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05A8D9D-C9C8-0D1C-5253-2EF81FF5A2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F0EB8A-0656-D9B5-A619-464538D5BC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9824555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5625EB4-FCDF-D2A1-66CD-BFBDD165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8AAC18-23BE-D1B1-9FAC-B886CC63858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999F572-A616-0CA6-231B-81948F2BF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DB35B3-5600-DC31-87CA-D77FEBC8A98F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lecture_intro_matplotlin.ipynb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6A457D4-B83E-B75A-797A-8CA0A058D6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2C0ED6-D1A0-39CE-B5C7-85F06E1A3C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27746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B05744-33F0-0EE0-756D-FFA1381AC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F72C2B-08F5-43EE-59D6-A00F789B211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47CC938-2002-FA4C-98E9-F0206B82A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90E9C7D-CFDC-9B75-25B9-0DEDDF8A6B6B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lecture_intro_matplotlin.ipynb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exercises_plotting_data_from_file.ipynb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2FC78E8-FC8D-81BA-3194-1E83CBD05D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33176-8CD1-0357-5B05-E3C0B4105C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3856817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60C61B-A67E-0A68-7E82-EC2A6527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BF2B09D-5A5D-C80B-0814-DD58808B752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23DB41A-9FC4-B9A6-3749-1BD0D04586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9817757-A36F-F039-17A9-393C7C72BDEF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lecture_intro_matplotlin.ipynb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exercises_plotting_data_from_file.ipynb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After that,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912ED4D-CE80-5B98-0128-B4AB535DE8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4BD887-0606-935B-0FBB-299BFE35B3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6385043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E6A0BD2-873C-FDA8-1F7D-FF5B55FD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6CDDA2-0A49-BE7A-FC05-CEE7C62C65A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FD23E9-9FAC-911F-5374-936F174E85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31052E-A110-01CF-C801-5B942506202F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lecture_intro_matplotlin.ipynb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exercises_plotting_data_from_file.ipynb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After that,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fun_matplotlib_decoration.ipynb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42153C-FE98-0901-24D0-6EB5D8D744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427FD-DBDB-5B3E-47D4-ED89C0A19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4236458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DADD99-6566-B346-AC6E-ACB1167E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0CA630-BE2B-7D33-6490-DB1532FCAA2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4F1030-FC89-A622-A09B-01C5BB0247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51680F1-EC26-B2E9-5F5B-DC6AED4B49D3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lecture_intro_matplotlin.ipynb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exercises_plotting_data_from_file.ipynb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After that,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fun_matplotlib_decoration.ipynb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2C41053-0F81-A20B-3E51-41A33B7FF2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708414A3-442A-1165-0447-293D2605E624}"/>
              </a:ext>
            </a:extLst>
          </p:cNvPr>
          <p:cNvSpPr txBox="1"/>
          <p:nvPr/>
        </p:nvSpPr>
        <p:spPr>
          <a:xfrm>
            <a:off x="6542110" y="5348290"/>
            <a:ext cx="4717439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finish early, work through intermediate or advanced notebooks from weeks 1-5 that you haven’t yet tried!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F16FF-DB19-1BF5-0442-601D939C26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7115988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E7C676-F0E0-896C-85F5-F92448F1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01D759D-4823-0D17-8B2D-A2C7967BDE9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4DD1A36-B426-F560-BAC0-E350785DF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5EEF122-BA99-0859-3AF1-BB041714D659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lecture_intro_matplotlin.ipynb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exercises_plotting_data_from_file.ipynb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After that,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fun_matplotlib_decoration.ipynb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F37249-4202-9621-5FE8-016493A2A5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13/14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3DF5E3-C909-5A21-F9A0-04E7D4AF84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5" t="7548" r="28959" b="22501"/>
          <a:stretch>
            <a:fillRect/>
          </a:stretch>
        </p:blipFill>
        <p:spPr>
          <a:xfrm>
            <a:off x="6463102" y="927099"/>
            <a:ext cx="4875457" cy="4323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996300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788408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8: Introduction to Matplotlib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What is Matplotlib?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Approaches to Plotting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Figures and Axes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Customising Plots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9: Multi-dimensional Arrays</a:t>
            </a:r>
            <a:b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Matrices as Images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14/14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23319</TotalTime>
  <Words>7817</Words>
  <Application>Microsoft Office PowerPoint</Application>
  <PresentationFormat>Widescreen</PresentationFormat>
  <Paragraphs>1127</Paragraphs>
  <Slides>207</Slides>
  <Notes>207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207</vt:i4>
      </vt:variant>
    </vt:vector>
  </HeadingPairs>
  <TitlesOfParts>
    <vt:vector size="211" baseType="lpstr">
      <vt:lpstr>Courier New</vt:lpstr>
      <vt:lpstr>Arial</vt:lpstr>
      <vt:lpstr>Calibri</vt:lpstr>
      <vt:lpstr>Retrospect</vt:lpstr>
      <vt:lpstr>Lecture 8:   Introduction to Matplotlib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Important Announcement: Project 2 </vt:lpstr>
      <vt:lpstr>What is Matplotlib? </vt:lpstr>
      <vt:lpstr>What is Matplotlib? </vt:lpstr>
      <vt:lpstr>What is Matplotlib? </vt:lpstr>
      <vt:lpstr>What is Matplotlib? </vt:lpstr>
      <vt:lpstr>What is Matplotlib? </vt:lpstr>
      <vt:lpstr>What is Matplotlib? </vt:lpstr>
      <vt:lpstr>What is Matplotlib? </vt:lpstr>
      <vt:lpstr>What is Matplotlib? </vt:lpstr>
      <vt:lpstr>What is Matplotlib? </vt:lpstr>
      <vt:lpstr>What is Matplotlib? </vt:lpstr>
      <vt:lpstr>What is Matplotlib? </vt:lpstr>
      <vt:lpstr>What is Matplotlib? 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Two Main Approaches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Figures and Axes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Types of Plot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Worked Example: Combining Visualisations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Customising Plots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84</cp:revision>
  <dcterms:modified xsi:type="dcterms:W3CDTF">2025-11-19T22:39:25Z</dcterms:modified>
</cp:coreProperties>
</file>