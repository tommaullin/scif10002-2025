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6"/>
  </p:notesMasterIdLst>
  <p:sldIdLst>
    <p:sldId id="256" r:id="rId2"/>
    <p:sldId id="2787" r:id="rId3"/>
    <p:sldId id="3036" r:id="rId4"/>
    <p:sldId id="3061" r:id="rId5"/>
    <p:sldId id="3060" r:id="rId6"/>
    <p:sldId id="3059" r:id="rId7"/>
    <p:sldId id="3058" r:id="rId8"/>
    <p:sldId id="3056" r:id="rId9"/>
    <p:sldId id="3057" r:id="rId10"/>
    <p:sldId id="3053" r:id="rId11"/>
    <p:sldId id="3055" r:id="rId12"/>
    <p:sldId id="3049" r:id="rId13"/>
    <p:sldId id="3065" r:id="rId14"/>
    <p:sldId id="3067" r:id="rId15"/>
    <p:sldId id="3066" r:id="rId16"/>
    <p:sldId id="3064" r:id="rId17"/>
    <p:sldId id="3069" r:id="rId18"/>
    <p:sldId id="3070" r:id="rId19"/>
    <p:sldId id="3071" r:id="rId20"/>
    <p:sldId id="3072" r:id="rId21"/>
    <p:sldId id="3073" r:id="rId22"/>
    <p:sldId id="3074" r:id="rId23"/>
    <p:sldId id="3075" r:id="rId24"/>
    <p:sldId id="3068" r:id="rId25"/>
    <p:sldId id="3063" r:id="rId26"/>
    <p:sldId id="3077" r:id="rId27"/>
    <p:sldId id="3078" r:id="rId28"/>
    <p:sldId id="3079" r:id="rId29"/>
    <p:sldId id="3080" r:id="rId30"/>
    <p:sldId id="3081" r:id="rId31"/>
    <p:sldId id="3082" r:id="rId32"/>
    <p:sldId id="3084" r:id="rId33"/>
    <p:sldId id="3083" r:id="rId34"/>
    <p:sldId id="3085" r:id="rId35"/>
    <p:sldId id="3086" r:id="rId36"/>
    <p:sldId id="3087" r:id="rId37"/>
    <p:sldId id="3088" r:id="rId38"/>
    <p:sldId id="3089" r:id="rId39"/>
    <p:sldId id="3090" r:id="rId40"/>
    <p:sldId id="3091" r:id="rId41"/>
    <p:sldId id="3092" r:id="rId42"/>
    <p:sldId id="3093" r:id="rId43"/>
    <p:sldId id="3076" r:id="rId44"/>
    <p:sldId id="3050" r:id="rId45"/>
    <p:sldId id="3105" r:id="rId46"/>
    <p:sldId id="3104" r:id="rId47"/>
    <p:sldId id="3103" r:id="rId48"/>
    <p:sldId id="3102" r:id="rId49"/>
    <p:sldId id="3101" r:id="rId50"/>
    <p:sldId id="3100" r:id="rId51"/>
    <p:sldId id="3099" r:id="rId52"/>
    <p:sldId id="3098" r:id="rId53"/>
    <p:sldId id="3106" r:id="rId54"/>
    <p:sldId id="3107" r:id="rId55"/>
    <p:sldId id="3108" r:id="rId56"/>
    <p:sldId id="3109" r:id="rId57"/>
    <p:sldId id="3110" r:id="rId58"/>
    <p:sldId id="3097" r:id="rId59"/>
    <p:sldId id="3096" r:id="rId60"/>
    <p:sldId id="3111" r:id="rId61"/>
    <p:sldId id="3094" r:id="rId62"/>
    <p:sldId id="3114" r:id="rId63"/>
    <p:sldId id="3115" r:id="rId64"/>
    <p:sldId id="3113" r:id="rId65"/>
    <p:sldId id="3118" r:id="rId66"/>
    <p:sldId id="3117" r:id="rId67"/>
    <p:sldId id="3119" r:id="rId68"/>
    <p:sldId id="3120" r:id="rId69"/>
    <p:sldId id="3121" r:id="rId70"/>
    <p:sldId id="3116" r:id="rId71"/>
    <p:sldId id="3123" r:id="rId72"/>
    <p:sldId id="3122" r:id="rId73"/>
    <p:sldId id="3112" r:id="rId74"/>
    <p:sldId id="3124" r:id="rId75"/>
    <p:sldId id="3125" r:id="rId76"/>
    <p:sldId id="3052" r:id="rId77"/>
    <p:sldId id="3048" r:id="rId78"/>
    <p:sldId id="3126" r:id="rId79"/>
    <p:sldId id="3130" r:id="rId80"/>
    <p:sldId id="3129" r:id="rId81"/>
    <p:sldId id="3127" r:id="rId82"/>
    <p:sldId id="3128" r:id="rId83"/>
    <p:sldId id="3131" r:id="rId84"/>
    <p:sldId id="2982" r:id="rId8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  <a:srgbClr val="3F3F3F"/>
    <a:srgbClr val="595959"/>
    <a:srgbClr val="D9D9D9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94660"/>
  </p:normalViewPr>
  <p:slideViewPr>
    <p:cSldViewPr snapToGrid="0">
      <p:cViewPr>
        <p:scale>
          <a:sx n="66" d="100"/>
          <a:sy n="66" d="100"/>
        </p:scale>
        <p:origin x="32" y="-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FF83998-EFCC-E9EC-32E2-1853C3AC2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F30C29BF-6963-1F3A-4C9E-F39748279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3BBE95F6-8BD8-A271-52D2-F1936BF05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06155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3DE3CB-489F-0325-E6FC-1C3927415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979E0AC-B621-5ED3-4A07-DCA502D921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F672C57-746A-C0C6-B26E-D7D795A8C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09388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E33EA2-29B0-C419-37F3-A96C7BA98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4EBFD9C-EC43-C76E-B043-EEF89B7E74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CBB8BBD-BC5D-E059-BB8D-99E7C406A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76145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794C440-B1C4-BA04-0EA5-C3165E024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08233B3-D231-583F-79BA-17EF6397E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2AA2947-1ED4-3A9F-416B-1E556A8A73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71600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239B06-A07A-64C1-C6EE-5CB2E8D8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62B7EC4-30EC-0B60-ABCB-BE43BEB08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60478E7-8288-D73E-EC36-6B2272F9F6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59707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4640E15-CB26-812D-9C67-9314E3508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43AF1C9-1A04-8961-4AE0-4F4C732B1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32163DC-E7E5-5FF5-934A-A1BCE0957F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546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4DCDDDC-15DD-628D-8A10-8685CA68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ED2226-3738-D7B9-81B7-C7705130FC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4F46E3-2D3B-3966-BB8F-29C91F6589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9819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A9ACD14-4577-EBC4-4044-99F5B17E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550C414-DE68-F0BB-0293-C61BD071D8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52227AA-A678-1234-0511-131F732E8E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4920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81BA13-2731-1FFE-F5C2-DA31E8918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B644EF5-FEF1-9AAC-C412-3F9CE217E8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1F6F2F-D66A-07AF-68E5-F4FBA46986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7940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D89D327-934C-38C3-7C10-AC4EBDCF2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3A72B35-55B8-5EA4-AB1A-95A7EEDC97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314140-3225-5BC6-1F3C-C18D10163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24170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36E7A16-0A8A-6461-4A1C-004C40DBA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D3A0974-A4AA-9E4F-64F5-DF90C8EEB4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F246CE6-43DA-4982-9B12-E950037FAA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91350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4BE346A-A5B6-772A-43DD-49E0986A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5F24CB-5921-65B5-7DC9-CBF31ECC16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E3C6C1F-768D-3024-B62A-31CB80EF1C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7570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BBC6800-2C35-FADD-DB24-8BAEF1509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CBF55BE-1F05-9324-4FDF-5C8F8F1E23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92BC475-8BF6-F6AF-3489-7D4F27E8D1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1760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65839BF-E165-18AF-34B2-34199E416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3F6260E-490B-F045-6AEF-A5C132B6D2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258D2C-297A-C1A2-0807-C76D5B3586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80889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A0BF2F2-061C-944A-126B-25BAACF60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0405360-FC1D-93EA-8A19-434F1427F5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34D142A-14E7-6B28-F1E6-F5753FA31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928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D7E062-0ECF-0AA1-9FB9-E8D643105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658B443-1CBC-2604-2978-703FB5285C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9D7BFAB-1013-0D14-D710-7470D4655B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45927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2DE212-91CC-0009-66B6-5128822CC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152D040-5E81-5CEE-C4AB-1D69AED0C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27C71C-65BB-0ABA-1E2F-EB40A6D463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57661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B79627-4FD2-9AE9-3A2D-93D99AE99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8E79A38-7666-28DF-FF6F-FC8923076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112ED64-8F54-6C42-6A9F-995A0D333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33270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25D6E15-E22D-170F-B9E7-BF5EABD9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F22E4F3-8C1E-EF2F-C3C6-4D58C38E1A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0663513-8ADC-B166-53F7-7E7AA63B7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8379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07C8752-C54E-AB6E-8E31-E22FA13F1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EBBF1BB-79BE-8311-758B-8C8DABC22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00CFADC-5C6F-0CEC-3DDA-775BF5056C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8580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627C2D9-9BFA-6140-0D12-A3856CD0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7D1354A-AFDF-0CA6-F8D4-46490FDB81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D54C3B-D58C-F615-FC4C-EFAF994AB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0808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3EADEE4-CC40-EC38-D030-7338E0105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5AAAF-D87E-A5F2-06B2-0F722A3CDE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588B974-2E31-141B-A27D-9BF26F8E0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27731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58566F-7B5D-B34B-FB47-A50F3DF66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675B9B-6BAA-3CBC-5D9C-36981BB3F6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1EB64EA-A7EB-B433-E326-793DFAB7CE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42397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F25F29E-648E-23DE-D6CF-DB4CA9F0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67EFD09-4815-CA0E-A7CC-804EBEF824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D22EA48-9080-1F00-E363-CF1FCA3EE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61046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16C3632-872E-18AD-4987-358B29904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780800E-E21E-B35D-9997-FCBA799ABE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B4E52D-8653-ABE7-AD02-9D0343F308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95177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0CBA212-34A3-10BE-43D0-00EA4031E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85FE95-0370-1B55-0BD3-CF60054B5B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7FBA11-4808-6305-D551-7AEABB7FEE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39577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AAEA64A-BABE-A55B-0CB5-93837583A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E54CAC7-68AA-512B-9CE8-550FCFF9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BDBE223-125C-6BCF-A1DE-928E9CA56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02350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F0A6879-1152-8818-A7DC-33682BDB8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F65FAC-F445-3780-42F0-636B5FA2B2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E6CE8C-C262-0F93-1D85-1C0160CCE0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30722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1654C6-67B2-48B8-B0B6-1E8D14668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7AA3C-C0CF-8152-3506-29E348A720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B842D02-C2A0-8A0A-FAE8-F7E9C801BD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8496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82698E-F073-EA07-7607-C8BF2256C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016985C-6978-4460-3928-B02F690834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3BCC4E0-4D4E-8760-C812-BD91EE1DB9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6630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2BA3493-2DB2-8C32-BA09-2E93700B1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1942655-9E17-C5A7-0554-83DA1CD80B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B90854C-41E5-1CD8-147E-04BA0061CE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970099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9222D05-8B3C-0044-ED1F-692E58DDF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8F601E0-9562-6384-CCA0-19FB39C41A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803241C-ED32-9933-19A8-17A541E8F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90924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6EB00C3-1C98-A00B-6F6B-A885DB2E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8CD09FB-8588-1E39-FF48-18AAC84C4E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8C2703C-2A6B-04C9-5F8B-E75953BD9F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872673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972B670-8A8D-7AE6-CD06-DA8E47688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0F5111C-D2D0-F807-C4B3-41CD91FFC0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149976-7B72-2E17-9205-D4EA2E493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955181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4E3DD40-8D2C-2ACB-F93A-6B86D877B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82847-13A5-0A09-4B27-1A7FA4F0ED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109357-BB41-2F22-6B7B-A1491C3643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67086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A40A87A-304A-F8C1-B738-350447D7B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FF0AF6B-BD87-FA5A-6CC3-5ADB55AFA3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1181CDC-AB6F-1F8B-0538-B96DD64D9A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02796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47066A3-05F0-7EF2-23C2-A5F688F8E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5B7332-79B9-1FC3-ACA5-C21F36067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2517F5C-3FB8-7F7B-5B76-D258CF4FAA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854143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BC6E450-121E-791E-D7B5-812518AB1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3324274-84E8-CD0A-8345-4940798454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664D28-ECFA-9A91-E355-1A0314251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4559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7F93496-7345-51B9-4083-5150B53B5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30D3228-37D9-27B3-FA6D-5FE187B96D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0912274-230D-D00A-A32F-0A667AD51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9263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F22C659-6F24-8989-1D0F-11C1B95E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D5C4D8-1122-1736-C1AC-EB1D1FC5A8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F56C060-A16D-EFE2-9398-5B086D226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73778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82225FC-5903-8AC2-6B1A-27782C8D3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3D55668-B1C6-59F2-BBB7-A7812D0F1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614E012-9C57-41EA-6F5B-6858C00D73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43405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F999067-2D3D-27BE-94E2-63D4C48DD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AA3932-DEA4-5BCF-01E2-AAA4106DC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17937D-C450-35E1-45BB-B78169B34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542882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5115ABD-5489-7246-0313-DC96DD03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44F538A-065A-C6CE-CEE9-575B480FC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E189759-B962-284A-9A39-738B0BA3B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361902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3CC0C38-2094-8C3B-B110-F2D124CD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E690422-7301-2468-D9B4-5D4CA98E0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9743E49-D796-34B7-7614-470BA08151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60204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E23CAC-E5C2-16FA-DB1D-70CED234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BDCAF56-2B31-8A4F-25BB-E0B1DE45E5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EE0E14C-D260-19BA-D37F-FCE295C52E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7775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52EC73B-DD04-696C-3672-C95E88968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B66275-B213-9F15-D0A5-175B409F78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AB0F949-E30F-5A41-F23A-9AAE493833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259497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5DFE945-6622-9078-C19A-D04E4B71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88C79-2E2F-21DB-041F-AF0ACB3867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B5CF86F-C641-076A-4883-B4785F0E7F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72303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DA8D478-F0AF-58B4-4DD7-C28834BAD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5B4A45-CE1A-7D02-AAA9-507FC42734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3A70AB56-899E-9A33-ECB6-EECADAE2CC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582910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2BFCCA8-0140-4C94-EB94-3714D20E5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BD968F1-F834-4B4B-174C-D8F8AB16EE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9723EA0-347D-55C4-CF60-6E63D68125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60260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4703A5-1892-2D06-3FD8-CAD632965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7A037E-E2EC-06A7-3D74-34BF499856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E1BDC1B-0576-43F7-7011-B11379CAD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012513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FD8281-DFC3-6839-0662-BCD3443E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15E7C9-7D99-DB5C-2838-BCA9C8B705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068BFE-BDDA-951B-1380-1D0673563C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43662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75FF7B5-8E10-8B91-22B5-02C0AE2DD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BA15CE-53FB-5459-52A5-C7D38ABCC9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83830A7-7049-AB1C-BD39-B27699BAC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47335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177BA10-4FE3-FEE4-7A19-210EB98D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C3C4901-A2C1-D35C-6B3E-AC60080A07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CB04645-3612-1CDD-005C-D8A6ACBB1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993909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42E2362-FF4D-B714-620B-2F29E241F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FAA1BC8-C888-7A08-5FE8-B03C1F920E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DC58EE-68D1-9363-562F-B0EE4B2AD6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130626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D7EE34-D230-3202-E0E7-88EBA0235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0155679-A697-18CB-4038-FAC77700FF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3143B2-D69D-2163-DDE7-23CED7A258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0895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0E8B514-E024-2F0C-BD28-B816ECC1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9F0CC57-1A0B-4F8E-49BD-A31FD1781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7A2D51-666A-0EA0-3820-3ED70FED96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41526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A55288-2617-3FF4-EDA4-318942B8E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8110981-5DCE-B211-D596-DE2745E84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18CC99-28FC-0DAA-40C4-B091B6B56C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739031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B78645-A371-6EA1-A620-47286B350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40F521-EE7F-4DAA-B47D-D3DA4B466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873258-84C5-5CE0-A80A-8F2CE3F99D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52738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390A6A-25C7-F9C5-8466-C9B088E1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9171B66-4A63-569C-986D-530B5C6DD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A85D03-4696-0BE0-D720-6A0CA49D0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814792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3955988-3D07-894C-5058-53BEE6C1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956407B-27C5-F324-8DC4-674CA5749B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FA7D55-FB7B-3396-BDCA-1BFA56A616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957202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7566CBE-2DAD-9FE0-81F5-5B1610A4C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BEA441D-23F9-8892-A754-3198C6D729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8DA010-8DF9-6169-A4A3-A5BD8FE202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59773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1F25E92-559B-0AE1-49FA-FC6B0060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C892FC-0EF8-18AC-6F47-FC82500EBF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F97F9FF-A700-C93C-FDF7-B34FF1AEA0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254411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A7E669B-D192-FDCA-B63F-AAA972DC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431DDA5-B06C-9031-0A41-540C7CE7BD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6AC7A5C-81F5-4E5D-F495-5368115AF9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658910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1BD62D-1695-B9E3-B461-F9091863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5A81FBE-E178-1EC3-C3E8-881CFB8D26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872F15-1A81-FB81-7539-4A21A3313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436276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4CCC561-C67E-71BE-7DE5-E8A897C7C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AD56B84-6372-5502-E217-CEE891CF08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CE51D14-EC94-FE49-EE81-47A53A7107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437468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1D4642D-A6A0-C7E0-BFEE-0C9801112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106AA2E-7F2A-5A57-DAFA-2D534FCB61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570BB4-8B7F-A411-E711-E164F2885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356375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D684B52-36D8-2D60-F05D-87F5003DD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8F5DDC2-96E8-A86A-F746-4952B4ABB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4861DDB-187D-BA3B-6A58-D72F58939E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098995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E9CF374-C88E-CB52-3D31-7DBD38D21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22B9BB5-A101-39D8-D405-74AE8690D3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BD29616-25B9-AA0F-5A49-3F64BCF3C3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513643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9C68408-7E74-3F7B-FAC2-B9F9EAD8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0F2A196-596F-D754-509A-D75AD53CB9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CB84B70-816D-8005-25F0-7DBC24E135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690028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6253595-633B-E675-C985-CAB99F10C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0F6192-D51D-D682-1A31-64C6C9E060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13F09B7-7A9F-51F3-B602-8B492083B1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2080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C01F35D-4EFB-AC0C-2FE6-6CB1D4F2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787088-7026-1F87-12C4-F5FFC9EA83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33FA9DF-BA61-F5A1-60E2-B743EFCC1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791195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5D433BF-022F-52D8-62F5-D76DB0C7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3256AE-8AC3-18EE-C2BC-E33DB1A86B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31A5965-D87E-49D4-B63F-8D2B2085F5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53452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9115A3-22D4-272C-0110-CC18501D6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1D676A8-D729-0EED-4D13-AEF17C3DA7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7392409-612C-5430-A3E0-D706BF534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158565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AC64439-059F-1C9C-830A-CE04D8FD2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FAA40FD-E432-F436-33D3-EB6F23759A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11E1A57-B28E-DD83-2569-C381C23C15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775390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18431B7-08A5-8997-2A17-F704BE5A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7E1B9AA-5331-C2A0-1570-14B7C5FA14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36E4EAD-E897-9287-CC38-8E508CCA9C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10383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5435A03-1D85-1F9C-F5BF-1019E1473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D0B0DB-813C-4833-3F33-5288A011A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F29FD81-F750-CABE-DA28-1F55C53BE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451064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ABF6BF4-5BC3-C844-1427-5173A34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1F4D029-BA0B-3AAB-BA66-B92E4E3C8D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7D754C9-579A-3AD0-2E39-CB3B76333C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4208335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5728A6F-3A7C-8901-98FE-63A19E714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F49B915-2E44-F2FB-B15E-07925A90D0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31EA61F-18EF-1CC4-5928-69E0A08E3A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388291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B27AB75-6D4F-29E3-96F6-DBC316AD7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8EDC60C-DD42-6309-9792-B89A0F90FB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7A51848-3B07-72F8-D7BC-8D7D9CE7CF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491295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0E8235D-CEA8-6B18-1B8D-23FE7CA07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E265D5E-3A85-0E8C-81F0-97ECDDA466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6380DB-0F52-8A88-4A65-C30B692A7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5110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948FD70-ADCB-0C16-7447-302BA644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160702E-E397-E396-E98B-B12431BAF2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D93B5E-91A5-EE31-31FC-B483CB888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82901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CE31BCF-A1E5-4AE3-2BBB-681F84EE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52D1D85-A8E9-5104-587D-4DBE797111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2A9B701-70F0-6D4B-8960-673DF546F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620088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E3B6337E-F867-2626-F58B-61A88C892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AA2CDBB3-3663-04CB-3852-89FEA60C75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A14BC5C7-228C-1B1C-0960-157A39740C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681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gif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15: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Advanced Plotting</a:t>
            </a:r>
            <a:endParaRPr sz="3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885257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Analysis for Scientists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 Maullin-Sapey</a:t>
            </a:r>
            <a:endParaRPr sz="1800" dirty="0"/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r>
              <a:rPr lang="en-GB" sz="18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February 2026</a:t>
            </a:r>
            <a:endParaRPr sz="1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0/8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5BFA99A-A154-6B96-A138-790869A4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BE382823-3305-3095-36FB-135D8B1005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65404A33-00C8-E9B3-80E0-C36535EB26FC}"/>
              </a:ext>
            </a:extLst>
          </p:cNvPr>
          <p:cNvSpPr txBox="1"/>
          <p:nvPr/>
        </p:nvSpPr>
        <p:spPr>
          <a:xfrm>
            <a:off x="1211100" y="199265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15: Advanced Plotting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3D Plotting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Seaborn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Plotly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Nextup: Consolidation Week – </a:t>
            </a: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 Lecture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16: Curve Fitting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EC94519-E96B-507F-7C09-E5C8A194443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694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41146ED-7FF3-E9F0-01F3-691DBA136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EB52D3-8D29-B7D0-DB11-9C301231C7E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93296B2-009E-CC87-D8EC-B480C3EC18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CC5E3B9-F1B3-01ED-C974-DBCD60DC52B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371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D4AF75E-200A-8420-87E6-3224ACEA4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D45307-94B2-E0FA-12DB-345587A6C95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9B131AD-09CC-161D-770D-3E8662AFE5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809C3AE-2E12-A94F-E4CD-23A902536D6A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4097C46-C8B5-E193-2A65-CF625D95C4A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6103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6DC5317-214D-AC98-196D-2F08428CC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FD2A23C-D15B-9AB1-A076-D8906DCB5C0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F7E5A5-4EEC-5330-A00A-FE44DCEEF2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E11EFD9-E038-947A-3A8B-39760BE340FF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023BBBB-D914-41B3-5968-B640B81A553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96092F-689E-D74B-BF3C-B940C08FCB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64550" y="536730"/>
            <a:ext cx="2988841" cy="73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80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A884375-7F31-1DA9-7986-E80A4F97C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1DF7521-4F57-01B7-A17F-7D461118889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ED4037-1BFC-1FFE-892F-1510E51BBC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E4A7649-4837-4884-0A59-ED4EB63AE9BD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9F2BB7-C45E-6EB6-3E3C-B2B0D74600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2407DA-3F2F-DA6E-ED27-711DF825A8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64550" y="536730"/>
            <a:ext cx="2988841" cy="7322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4AFD1A-68DB-D4DC-3F3A-52B6A4BF33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89019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4EE3070-C600-F29F-E875-FA7388CF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5C5358-17BE-F6CB-EEB0-7D497068BF0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A76DD6B-DFE1-8450-5FB0-0509B25F5B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1EEE884-7B74-2BF1-CE3F-BAFE437A78CD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2D2831A-EAF9-49BD-B663-AFD25F3493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8C771C-807B-0436-48F3-EA0E31AC73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64550" y="536730"/>
            <a:ext cx="2988841" cy="7322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B49612-9722-94D6-AEBE-EA5512702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47C178-F3F1-2D79-50F6-D2E80AB0F0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939927" y="2779775"/>
            <a:ext cx="2513464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4077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7356CB-666F-547E-3BB7-47443038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6168AB8-7BCA-9367-C438-84EC0F23050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DDA3CD-FAED-69BD-1A2B-548D26AA9C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C866E7C-738E-F641-B2CD-481C27AD7D90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9DFB2B5-68EB-5B4C-C04F-CCCB09ABED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BAE7A4-68FD-8CCF-6DA8-091EBB988E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64550" y="536730"/>
            <a:ext cx="2988841" cy="7322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305CEF-E3B9-6BB5-12E2-728C87DD03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2FD408F-2242-6B22-6AAC-7C386ACA3F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8760" y="4492663"/>
            <a:ext cx="2476446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9BE4A90-4823-D724-512B-2D68A42DA2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939927" y="2779775"/>
            <a:ext cx="2513464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62344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60B33C-0326-969C-E417-EB8BC1A6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7A41064-1A29-2C40-9DAF-C1CB1DC0BC0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6C730BF-4D34-2C09-8DC3-0FADFBC39D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F7AD4F3-BDF0-EC90-3C5B-83B933EC3F64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D622F04-28FB-F6B7-DA5D-0D3DA77610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E9A15E-B022-EF5E-73FC-99F929AB9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64550" y="536730"/>
            <a:ext cx="2988841" cy="7322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3A8938-1BAB-70E2-A357-FB1B778B2D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CD86D49-328C-EEBA-5956-861D4312C8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633891" y="4492664"/>
            <a:ext cx="1819500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0028AAC-AB41-3E65-8239-4C6D02C59B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8760" y="4492663"/>
            <a:ext cx="2476446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17C0F3-D2F1-6A6E-EABF-588D47F07F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939927" y="2779775"/>
            <a:ext cx="2513464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20109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1A9E21-FA13-7E6A-E0BB-8478C717A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98842B-C079-452C-71FF-849B437DEC9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9AA1BCB-5985-E697-0D75-8548DD5C6D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3A1B4E-2B7E-4766-C985-BA07AD19C44E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look at some more advanced plotting tools!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3DC5761-5D84-267F-7BD1-F3A09EDB43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3869E5-D15A-7848-A9FE-5610DAFC37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64550" y="536730"/>
            <a:ext cx="2988841" cy="7322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A29ABC-E264-C653-4ED8-B055B91E99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F63B87A-E80A-04F9-BF07-7140E12C72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633891" y="4492664"/>
            <a:ext cx="1819500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D01EC36-E7EF-43D8-0C0B-08B5035F8A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8760" y="4492663"/>
            <a:ext cx="2476446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F91EC07-CD88-847E-305B-3E7AFC3C96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939927" y="2779775"/>
            <a:ext cx="2513464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01288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B838C4-DC70-ED7A-4214-CCE5FCA5C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019C9BE-2882-7B50-E231-05D0C652FA9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77FCC7F-51E3-C805-4B73-83894B43D4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D0DCF96-F5A9-B28F-43D1-2018985EB7FE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Lecture 8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, we met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which can be used for making figures in Python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we’re going to look at some more advanced plotting tools!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Both 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other packages.</a:t>
            </a:r>
            <a:endParaRPr lang="en-GB"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6B293F-2737-8B97-C607-F99CB9E02F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54D80B-568D-3351-841D-89742B5295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64550" y="536730"/>
            <a:ext cx="2988841" cy="7322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F7FF14-E9EF-250D-9140-B880F48C17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927886" y="1959333"/>
            <a:ext cx="3434330" cy="2265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6436591-2FAD-1BE5-87DA-2D54CFBF4F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633891" y="4492664"/>
            <a:ext cx="1819500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4804AA8-9CFF-9E5B-CC6F-5AADCD9C3F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18760" y="4492663"/>
            <a:ext cx="2476446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DE9D19-9765-5813-9034-D9A92634AC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939927" y="2779775"/>
            <a:ext cx="2513464" cy="12928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75627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CAC7D28-1430-CB62-14BC-8234D6BC7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BCE3E7-703B-761B-3FB0-267312434A6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8179E8-16A5-A124-14A5-2C5B3A1CDB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FF7BC76-C8DE-AC86-7F02-D92F01986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6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0AB31F4-1C80-2DB0-4329-7AACBC785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84A1F8-C0D6-8161-7BAE-28A96B2F709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7790487-E7BE-666F-1A01-715847D048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C82573E-3AE9-9B92-0E42-1151C9E3D506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7D16F0D-71A3-CEC8-BACF-C7E8C362C3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218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3743C23-2D2E-089D-17DC-2F3090F21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48DD09E-9DB1-8014-E20D-529A575EE21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D61F204-85E6-21F0-D0CD-338605A998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5C570310-E33D-4606-80C0-F0DA53F79D09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D0236B2-E306-CBFD-604D-BCE6955B49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9027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83F17D4-1957-E759-9375-FE643DAAD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7F88F28-BB2F-87AD-86B6-54D88582458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DB12795-F85A-CE4F-8375-700FB94F10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0928E11-0ABF-9A63-4156-59660E0E4FEA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911BB73-3678-D447-EC5E-CBAE53513A9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790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71DA72A-7EDE-D808-271B-4818CB6FE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2855C48-DE70-722A-991D-07D61252D80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E47339-F90F-586E-66F5-A46F6D196F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9D0448C-19D6-B864-641E-B3FB7150E87E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15A02FB-CF42-D788-2C62-FBDA9FAF4E8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7A384E-6894-04A2-8904-A8CBBE9826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C6A17-7BC1-FA4D-050E-4B9AEFE70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1317807" y="3974100"/>
            <a:ext cx="3749493" cy="204252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7543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F85DDA9-8290-7F25-D9C4-1EA2DA2FE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B12437-E774-38F0-8DF4-4D1454504B7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A80A113-15BA-BD1A-4A52-33DC4D2C44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1E08867-543C-1EE6-E706-6F57C4FDE659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0B669FA-FA7C-A8BB-17F0-4B57DEB5A6D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C33CB9-9734-F3AA-949B-E9F638C0A0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0F35CF9-6E53-ABB5-A79D-B73EE845C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1317807" y="4334932"/>
            <a:ext cx="3749493" cy="168169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63872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0C4A4D1-F400-8705-729B-F64FFDE6C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1F51090-92A1-A753-2768-536EEA7726B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ECB589A-8BC9-3A7F-8028-368D535AAC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407DD1-27C8-30C5-A391-728596B8B313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D4C699-5E9F-FBFC-2DF2-518B3709B7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DE09E4-736C-025E-7943-66EF707AB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E3951C9-0499-898A-F54A-B49BF86446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1317807" y="4762500"/>
            <a:ext cx="3749493" cy="12541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67074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9B8C75-815B-ED3E-D425-FC9195B63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07D1FF7-3C3F-47BC-BEA9-82AD748AFB2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FB3479-C369-0C8C-BDC4-5D5F0C251C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6AB507C-DD23-51BE-ADAF-3B0E1BD92791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4247CB3-E366-A5B7-9B45-1DF4D0B819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C409F6-749B-6450-67ED-43B1D00332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80AB782-2813-60C5-B8C4-A47302D353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1317807" y="4914900"/>
            <a:ext cx="3749493" cy="11017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09504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043B7DD-C6A5-E6F3-AE47-FF4908D97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B4E2926-4B00-A34F-7354-C7F197BD988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5351A58-5CC1-1314-BFD0-570C01E65F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28FA03D-0E8F-ADC1-A277-9B6462BDBFBD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D472E9F-D6C0-00D2-D3AC-3B9558D7936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FFEC0D-1329-A300-A994-441638128C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E6E79E6-9D48-F528-7AF2-5412FB51B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1317807" y="5147733"/>
            <a:ext cx="3749493" cy="86889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6303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AE9C74E-2A92-CDDB-63D2-A373AFBCB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0A208B4-5C7C-4D9D-7AA3-9A0B05E34E8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8D0F34-076E-4B03-6961-AFA532C5D7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CD9EDE7-00A4-04AB-4565-A0AB9F8C3078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ABD01F2-88E6-977B-E770-25BFB703D7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0C06C8-EEB2-18C5-98DD-F0272C4B7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3B4896E-B328-F565-C74B-337A458CF0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1317807" y="5545666"/>
            <a:ext cx="3749493" cy="48365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1812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7A5D035-39FA-5E89-ECE0-8F086F79F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AA220C-D9C8-C40E-4823-339984D8AF4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E49FD3-AF30-5CAA-339D-D2BBB80CDC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B087F1A-40BD-28A0-4848-DB1F32ABCDEA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F5962B-0D08-89EA-02F4-6A1B96F244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EA534-BA02-5D51-6E54-CE5A6C3507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FA07AD7-34F3-11D1-7981-0C95CE060A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1317807" y="5744632"/>
            <a:ext cx="3749493" cy="28469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6796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0C57-C40D-DEB4-A343-CDF05E84A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035E013-CDCA-2172-D649-E0AA71923E5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A4BA1DB-5774-E0D9-1B9E-B910FABBB5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58D3807-A17C-333D-6E55-022C14D2246A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B251DA0-2F8B-18EA-DC0F-AD593F079C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C6C93D-4787-DE08-E4C1-E2270ECF03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036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902956-CB5D-2E02-5766-D9FE4AED6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3A23BF9-8B0E-8072-0803-E65312B927C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8F76FE3-B16B-3C02-C29C-6D6E6FEA73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55F2972-14BE-36A8-CED1-852FA88FBC6B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694DB20-BB3D-2023-0A94-5A137EAA6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986486-17FD-7EBD-5465-783377F5D5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B7F791-C3C5-B7BF-3307-96C3057598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79158" y="386464"/>
            <a:ext cx="3403242" cy="25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8832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94CB67F-FE7D-E625-7255-75B9DE6DE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E089A06F-84CA-6B8E-2DF7-989F637B9F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4227D3D-B224-E8DD-AD07-92C38EE5E5D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2EC2FFE-76A1-CE72-3965-41A1F1BDFA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71EB3224-0AEC-EB5E-A3D7-3B15F144545E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0232A62-AF81-1AA6-6188-6C65552B22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2547D0-874E-15FC-C876-B869DD4503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5BC33D-3275-93E2-B3B8-4BB01BD88A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79158" y="386464"/>
            <a:ext cx="3403242" cy="253759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E25359F-C50D-BDC2-5FCF-0C09BF78DC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3561080"/>
            <a:ext cx="5884817" cy="246584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1332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3DC014-2AD0-BD7E-971A-09D6739BD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66B47BCD-FCBD-9DE6-0D04-BBD7592C6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954F1E-2F6A-D1A5-47CD-89AA39C32FE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9CA0524-3256-35B8-07D2-57248E90BD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0DF3ED3-476D-0E96-E822-AB06740BA6DF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219A5F8-6128-CD07-41B8-51B9E5BF8C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2FAAB0-6117-5AD5-8B36-39A2455DA7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10B7809-1926-5A92-F256-7070A000DE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3561080"/>
            <a:ext cx="5884817" cy="246584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95790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D7333BF-DC0F-142A-BEB7-27559520D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FA2C101A-31C7-D08A-FE4D-7FCDB8CA6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6C81BD0-3F55-4C0A-F091-1CBDC7C37C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E8582CE-BC2A-0531-016F-C6878D46E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F511DED-C5AF-1E11-0D70-901A41AAD67B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4D94613-260A-1758-DC0A-B251334412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6E8DF1-A220-B11C-E3A0-1CB310293B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FC5E9FE-319C-F5D8-D61F-B774A27A14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3992880"/>
            <a:ext cx="5884817" cy="203404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971060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D675A2-EA52-6D56-4D17-803796C13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6B9B59BB-C911-B15E-71C3-53F1551CD1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9F0D40B-C61D-0933-6275-9F4C7FB5AA8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9EC696E-2CA5-B88A-ED44-4DCEE2467C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735C254-4E22-5201-5A61-72C5906D97ED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A8623B-E7E0-8DDA-27D4-479165BFDE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84FD49-4B24-9308-D288-D108544BE3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C922175-22B4-5A46-E162-8C4FD9D5EC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3992880"/>
            <a:ext cx="5884817" cy="2034042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7B3B523-F59D-2E7D-3DBE-404E552797F1}"/>
              </a:ext>
            </a:extLst>
          </p:cNvPr>
          <p:cNvSpPr/>
          <p:nvPr/>
        </p:nvSpPr>
        <p:spPr>
          <a:xfrm>
            <a:off x="8776788" y="3695700"/>
            <a:ext cx="172479" cy="2243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24419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8D452F5-FFCD-127A-8F7D-141A6F10E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D68BB76-D843-026A-4430-11D8E1652A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A475DD5-7C13-7685-286A-18C29825A19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DC8710B-D425-6A7A-B5D6-8ABB723DB0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E729BE4-B139-7DA5-464A-34687E8FE80A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FAAA49D-DCA3-4113-A20F-DDFCB03D04B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B8AA03-CA90-F8A0-D7F7-42E3B88D37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41F18F7-79D4-C3F6-E58D-52FC1DAE18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3992880"/>
            <a:ext cx="5884817" cy="2034042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0569752-2F13-B771-BA6B-5867A5D0906A}"/>
              </a:ext>
            </a:extLst>
          </p:cNvPr>
          <p:cNvSpPr/>
          <p:nvPr/>
        </p:nvSpPr>
        <p:spPr>
          <a:xfrm>
            <a:off x="8776788" y="3695700"/>
            <a:ext cx="172479" cy="2243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FF644E-D646-CC7E-1C1C-7C1E31746683}"/>
              </a:ext>
            </a:extLst>
          </p:cNvPr>
          <p:cNvSpPr/>
          <p:nvPr/>
        </p:nvSpPr>
        <p:spPr>
          <a:xfrm>
            <a:off x="6809634" y="3705969"/>
            <a:ext cx="172479" cy="2243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6214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1F07283-CD52-475F-F46E-6F82E280C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46D0545B-CD41-CC90-E581-067E83F009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252BBD5-A5F6-CD53-B297-943BC5409B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6651F56-EA02-A599-DABC-1F4851EA1F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452FF7C-10DB-A57B-1BB6-703EAA6160E2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86D9867-3044-8E08-565D-4495E61FF4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BD67E-BDB7-EA51-4CCD-EF9BEC0AA2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7134B12-26AD-2768-D294-5CDE2EB0AA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3992880"/>
            <a:ext cx="5884817" cy="203404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925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1905FBD-E2C6-A1CB-BA7D-682FA2FFF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CABBFA93-872D-27E0-44A5-2A303BDEB4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8870B19-BC0C-F6FA-605C-AB24BF1B9DF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94429B-6469-FD75-6625-7CD78F7F5F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CF5D602-7362-8DBE-57BC-7AA5999E6D92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F6886D7-A4AB-1304-286C-A7B5E5C22D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B6F4EF-99DF-337B-EBFF-C81A32275B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3A52519-B326-975E-2064-52A7D1D7A8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4434417"/>
            <a:ext cx="5884817" cy="159250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67241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E859AA9-6C93-2A41-8FDB-C1EDF4197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CBA557A2-967C-5A6F-8A29-B1DE0A406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CA666F8-3929-8235-F4C9-015F7979517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881838F-2318-5AEC-40D6-A6D47BCE0B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8C57D76-35A6-52BA-B84D-C11ECB6F909D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DFB38C7-7D3B-8FB3-73C0-F5E182DD5F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CC4602-A56E-F540-A743-865B86C2AF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DB0D69C-8E4C-A784-DF49-8C6767D95D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4632960"/>
            <a:ext cx="5884817" cy="139396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60081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76C64E3-B318-F2D8-0A52-462C138EF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A803BD06-E2A5-D507-6351-0DA3C7BBBF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4508EAF-0459-8C70-80BA-A7D1C99EB5E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3540B5F-CDD1-A040-6CA2-9E2A0A64FE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BAD0EB2-6A33-D2E0-15C5-855F42F72FFB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F47BED8-7BF5-187F-830D-8F0CEE1B55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958848-A4F7-33EF-E483-126725FC99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34AE15-247F-E789-5A6F-A6B75E8267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4632960"/>
            <a:ext cx="5884817" cy="1393962"/>
          </a:xfrm>
          <a:prstGeom prst="rect">
            <a:avLst/>
          </a:prstGeom>
          <a:ln>
            <a:noFill/>
          </a:ln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428A2E39-B7DB-C97C-80D7-DC60E4371344}"/>
              </a:ext>
            </a:extLst>
          </p:cNvPr>
          <p:cNvSpPr/>
          <p:nvPr/>
        </p:nvSpPr>
        <p:spPr>
          <a:xfrm>
            <a:off x="7841221" y="4411134"/>
            <a:ext cx="1340879" cy="2097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5046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0536A42-0811-70F5-60B5-57840DD4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CEF73C6D-DB17-EE96-890A-CC1519ACBA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97F19B5-94EA-B4CA-7E35-95036134359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DA2F9EF-D1C4-A5D3-379E-509A46FED9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7847398-9EBD-0EA1-EA9B-7742C66389D4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99203E8-8176-F619-220A-993B488C4D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14C7CF-04C2-A437-4837-0512797AED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E8F91AA-22DC-94C1-D7BC-16E04027AD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4632960"/>
            <a:ext cx="5884817" cy="139396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68389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E8F532-4218-9C5D-77E8-A2BEF8680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5E30433-17D1-B661-AA89-74E3CABF6C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7806E5-A710-E2A2-165F-245EBA24942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0D7F182-5015-56F7-080B-BFDA8B163D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4FCABF5-7737-919E-1738-AF5A8F2B46C8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9A3D50E-F320-ECBE-6225-9495092B3C6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EDB46-B9EB-E6A3-E17A-B25041DDC6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DC7AA11-3E6B-AA7D-4E52-92F2643A3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4928134"/>
            <a:ext cx="5884817" cy="109878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11962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66B987C-2B83-4378-17D6-AE5D6E143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DCA4D8ED-FD13-F6C5-DD78-E00AAEF718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FAF585B-CB9F-8B2A-427F-2F0566A9500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4CCA3E-4C03-9CFA-9568-F3EF7917C2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2E90365-5E9B-F37B-0DA0-6170F4A46B8B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B0A71B2-51D3-C5F7-A496-8DE029A7401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6947BA-5216-82B1-2458-4A7EC17F98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32BD5D2-299C-511E-29DE-4FD8C1873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4928134"/>
            <a:ext cx="5884817" cy="1098787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48B5964-3459-9F85-12CE-48C354876111}"/>
              </a:ext>
            </a:extLst>
          </p:cNvPr>
          <p:cNvSpPr/>
          <p:nvPr/>
        </p:nvSpPr>
        <p:spPr>
          <a:xfrm>
            <a:off x="10038080" y="4613266"/>
            <a:ext cx="1627345" cy="2097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29486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CDF3DBB-23BC-EB04-F7F6-87A01C02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C5CEF242-F648-9912-CB1C-C71F69F80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5C0C435-4750-634D-2564-57709F6568C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A094DF0-CE37-F705-D345-CDB92007C4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467393F-243A-681D-6341-3829D4BE0F03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19063F4-6C5E-3A26-798E-ACC9C9C97E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8BFBBD-56A1-2558-DB03-0756763B45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D8DE96-F7F7-797C-BD06-64FC0F20F3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4928134"/>
            <a:ext cx="5884817" cy="109878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708049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9943FAE-8AB0-DC7C-ECAC-88F43E0A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8191D3C-11FF-342C-94C9-924A5958B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FD73728-BA35-F0FF-D2E7-610F8DC2BB0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40A96F5-1DE6-2A8C-DEBF-35B252FE3E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0C08719-C046-31DD-381B-C47243DAA323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D9FABD9-7BB0-3F16-E51F-9C90690F95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9D1050-5BC1-2588-0B7D-4071F2F2E2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66A6D52-C25A-1734-E685-FADEB40A71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5509683"/>
            <a:ext cx="5884817" cy="5257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76242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CD1BC41-40A2-3A31-6145-96D767013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1FAC0E6C-06C8-6D40-8E1C-60CEACD90A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BEF5669-2EE7-5625-B0B0-803BD618EA0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D386E15-2998-2AB8-2299-338EE095B5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26DB834-ABDF-614B-B442-2F0367E2CE82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24BD753-CB8A-6990-4262-B26121208E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47220F-2914-DA3E-58E2-B41F626EC3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114BBFE-6A40-3D2A-58D8-EEFA991B7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5509683"/>
            <a:ext cx="5884817" cy="525703"/>
          </a:xfrm>
          <a:prstGeom prst="rect">
            <a:avLst/>
          </a:prstGeom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8ECBC79-54F6-CA89-8EA9-10A232F205BE}"/>
              </a:ext>
            </a:extLst>
          </p:cNvPr>
          <p:cNvSpPr/>
          <p:nvPr/>
        </p:nvSpPr>
        <p:spPr>
          <a:xfrm>
            <a:off x="5829663" y="5327251"/>
            <a:ext cx="1548312" cy="1824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34767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935DEDE-B17C-C4D0-7485-8C4023E75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6BC3A56F-FACF-7697-353E-495FBDE63D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1A51CD9-4FDA-5BB6-DFD1-6861715B932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3B34F9F-A5E4-84E0-DB0C-F4D5FB7D6E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BCC2C23-FFE2-4C7F-0ADD-91858624A4F0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352930B-CAF8-7E7C-206C-6E5A17FE236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98BFCD-D35D-E58E-AC1C-4DADC29A24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B6CCAED-C199-B091-CDDF-00A82A783F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5509683"/>
            <a:ext cx="5884817" cy="5257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589166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6A1CC10-0BD3-5661-8A89-B0AA2A4D2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D63DAFE0-DC16-C3D1-5363-DD284979CD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73BC46-3000-0A2B-D5B6-47671362F3F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79497D-BD16-153D-DA6D-CC216B04E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AD7C6B3-10F4-0F4E-1E1E-4ECF79C8CD41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057632-CF78-D269-6A88-204BAA2CDC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3EB7B8-3F65-7F72-514A-D6418EE08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EFB9343-CBD0-7AD3-4480-042780DC26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60" t="64871"/>
          <a:stretch>
            <a:fillRect/>
          </a:stretch>
        </p:blipFill>
        <p:spPr>
          <a:xfrm>
            <a:off x="5824583" y="5705918"/>
            <a:ext cx="5884817" cy="32946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96970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A750B4F-AB88-D70A-DB9D-B6A25C019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D68265CC-C8F9-2140-D6D9-22F95239CD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1882B42-095A-4EC8-7CF4-98947B8760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D3EF56E-3C1D-8684-0CC0-655FA1ACD1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F799A27-0798-D7FD-EC91-D64FDA770907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8365182-D411-11CC-16C6-9CCFB182D6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9A51C4-87F4-0A86-5E51-8F0F8BA48E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469618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4BCC492-A779-CCEA-EC9B-E6F4A5BEF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C08C7F59-0EA1-67D6-A28C-7986AAD2FD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14423" y="3504568"/>
            <a:ext cx="5905073" cy="25375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5ADCB5E-F075-0D39-ADB4-FE7F4B7DEB0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CC5E1E6-FCAC-8A2E-CAA9-A60AABA5B2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3D Plotting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88D78E1F-CAA9-458A-D118-B1A47E533FE7}"/>
              </a:ext>
            </a:extLst>
          </p:cNvPr>
          <p:cNvSpPr txBox="1"/>
          <p:nvPr/>
        </p:nvSpPr>
        <p:spPr>
          <a:xfrm>
            <a:off x="1203489" y="1761152"/>
            <a:ext cx="569238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 far, we have used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to make 2D graphs.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everything we learnt generalises to 3D too!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syntax remains largely unchanged!</a:t>
            </a: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65474E9-2D09-F777-FD77-AC9D812272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E5EEC5-95DF-AF0F-5067-AE0D14CF39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01932" y="3948700"/>
            <a:ext cx="3780192" cy="20950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DB8E384-35CA-EB21-7CDD-4508DDCE45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844592" y="79435"/>
            <a:ext cx="3237858" cy="338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2086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34B60E1-698D-A097-FE2A-8CC7ED65B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53E4147-EC52-EE82-5B39-1F19BAF37E2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E2F809A-865C-B8CF-C5EE-2784D43004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02F754B-FAE0-D2C5-0C52-82A3A47A1C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432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4604367-FB90-F564-394C-C57AF1FB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4E7D8AE-FE49-B889-F8A5-ED3C1B109A0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B468978-6348-4C54-77AF-046D4019D0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AA6AB59-719A-9749-5404-EB6E18C482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6E37005B-8B94-9460-9F2C-10D9A5698850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961173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EC8A404-0B47-B2CA-A9A5-01B5D00BC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76884D4-91B9-68D5-9838-3CE8A704F47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CC6208B-B7AD-04AB-B039-8B76BE7D4F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62FD5F0-022B-B40D-BF52-C8522CF344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9E2D9C9-75FF-B642-F04E-B9E4BDB6BE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FDD75A27-BDAA-08D6-0185-898D6F11E3A0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467DC30-7428-6FE3-C266-196DA7F77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8026399" y="690035"/>
            <a:ext cx="3498851" cy="49741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47257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567018B-B024-6217-54FF-2F9133FAD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8A9DC8A-74CA-A7A2-3133-DC75ADF5457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E4B635E-7DAE-934A-792B-057BFBEFC4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B947703-A3FC-F19F-F117-97DFBAAFDF8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DCF45C5F-4AB6-EB1B-CB73-010E0D1646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7AB08920-D6E1-4A9D-C5FE-7B711E774DB9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CF142177-7E00-E443-2F20-C9AFC742F7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8026399" y="947737"/>
            <a:ext cx="3498851" cy="23971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71706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7E8C3FA-62AC-BA0E-45C1-60ED38BE6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0035D15-8C41-3B17-00DE-CC5D655E921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35B2C60-AE3E-1F4D-5793-0F010256CA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92D74F6-F1C3-B45F-96BC-C118A1603D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2D0B44C-53C6-79DC-7D79-8DDFAA41DC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5AE4570C-BE0A-1D84-67C6-0F22D6CA5BA8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91330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318D4E-89E4-AE1F-DEBC-4AF7FADD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98658A3-5BAF-6873-BAD4-741D129FA33C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105F3C-E323-FA37-6FDD-745FCE1C54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9A4BB10-7905-AF49-A509-6FA247F1C68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84CF9F5-4317-C433-0BCA-4F69B32281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2E2CFA5-212D-7AF6-CD88-EFCB6A1B25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7A9BC332-882A-9A1E-554C-FBC4173934EB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720480-D0CF-E348-0FBA-C5361B2D3D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7788278" y="1399419"/>
            <a:ext cx="3726389" cy="3955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10783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E52D227-D1EE-891E-2F9C-43D4833B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D360912-D6E0-AE4D-11CA-E2C0F41E585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02A497-DCF5-DA7D-EC7A-2C37253DBA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1CEA5B1-6937-6DFC-CEC3-F8C875287A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29E744C-FCED-8F89-F820-7EDB6BE44D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4E31E5D-C894-9700-58CF-10B1CCB36A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7F8E88C6-0E8C-66FF-7FFE-4D57381B833B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238361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2AACE25-D4F9-D173-60E4-4E82308D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3E36CEA-9B3D-3183-246A-47B4AE6BDCA9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A40A345-D0E2-B9A5-5FF8-A64A0A2A87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EDEE56-C49B-FACE-28F5-55435EBF14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E29CF2E-0392-24F3-F738-FBBF625A9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B43CC22-5419-C6A5-9486-084E934ADF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A230818-18CB-429C-8575-5A5F79F575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192D46A2-FC28-9E73-A0BF-FFA189443564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5DD83D7-3FB5-6792-BDD4-5B14988182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452849" y="2035232"/>
            <a:ext cx="6605276" cy="414828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919262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8A2989-FE1B-7D90-9CBE-BCEB86EA9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54B9F04-6EA9-FDF0-D9FC-4083B75F6E4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F819FBC-F4CC-254A-41E9-D1C2E30856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56D4AD5-C920-6493-22C7-6AFAC498AAE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4731873-1E98-5765-28DD-EA57D1E36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D720CA7-9B8F-5CB9-7219-07E374DA31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5330FD42-559F-CBAB-7F38-DB38F4C22F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5B8538E7-98A8-9F91-A4E2-972143CC395D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C3C6791-12EA-F7D6-0C15-C9C10856A0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443224" y="2413000"/>
            <a:ext cx="6605276" cy="375126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859012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5C83F24-77A3-E07E-5E73-8D430F6C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C4BC519-8DF8-220F-CC90-E31A93F8EE0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D6B10F9-F5FC-0B31-2378-548EFAE0B8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6AF6CA6-B90E-A00E-CE07-A9098EE3CF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E1FC77B-DFF5-EE4C-C658-AD1DDE67B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1EFFBB0-FABB-3C15-28DD-D2448B2B5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8E273C9-90C5-601D-BAD0-F24840D535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320686DB-904E-5C14-E149-7C1BC4DEA287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A698C98C-7CF9-85A4-7856-6D0A7F2F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443224" y="2993571"/>
            <a:ext cx="6605276" cy="317069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00899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B1BC6A1-8331-0F33-76CA-29700D149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55D205E-8D6F-7CB8-1533-A83A3E50E67D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062ACA5-2119-0A08-2647-BFDE12972D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FADB9E-F47B-9A3A-2F8B-CEF008088A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2B4D817-B703-F388-B800-F34CA35758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5204981-6670-2148-8F74-0953EF8D63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10EC387-AFFA-4379-5842-F2CA5D7ABD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4A04D59B-24BE-5976-67A5-5B78C4D680C8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781E689-092F-15FE-3C0A-C790D3A54C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443224" y="4212771"/>
            <a:ext cx="6605276" cy="195149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7870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1FC3BC-6C39-7253-433F-DF61B6913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E59D39-8619-50E5-88B8-6B2CE124B08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8981337-1A91-6C2D-F13B-6A53A57A8F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6CDB48-115C-A296-C27A-2BC62F1CF9C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96E585B-FB97-2DC6-ACC8-74035D07E7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C6820C5-C3B8-F5E4-6B39-2688866C22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95A1438-728D-CEAB-0A27-D3538E1908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4DC99C5A-01F3-B6B7-3268-BDF20A9554EB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E77E6BB-E5FA-F5EB-5C3E-B4A5088380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443224" y="4626429"/>
            <a:ext cx="6605276" cy="153783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86664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C459BD7-5FE4-9A3B-D043-28468930D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C15D418-D65A-CEBF-72F7-D3D2C1EAC81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2DFF14-F5EA-2E0E-EAEC-AB9879594F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6F67252-44D6-C37F-FE65-101D1D0B00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A6A11F1-546B-AAC2-D12F-F6831531D5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80BE61D-7588-5740-76A8-143C336291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B36B0DE-F285-1071-5563-B2DA05C7D6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335E6A59-C20C-041E-ECDC-FBE2F18D6C90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4E5216BF-E843-C476-CAC6-03B94FFAF6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443224" y="4802975"/>
            <a:ext cx="6605276" cy="133951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58511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5D0247-FA81-5EF8-2192-D04C2009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D76653-4D77-C490-1449-68036BD1DFB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7B5861D-E13F-9A3E-AF3A-33D229A5D2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8E2D781-B8FF-079B-B63E-534CDD4491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7AB2FC0-966A-A42C-EB04-4899DD464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34B965A-4B20-9627-0F4D-906D8E9865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5BCF1FF-8221-5DDF-380C-F7344BED3F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B33EA0A6-585B-D426-2833-3A866AA02AE2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482821E-B0CA-117E-9E39-3045E6AC53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2" t="57214"/>
          <a:stretch>
            <a:fillRect/>
          </a:stretch>
        </p:blipFill>
        <p:spPr>
          <a:xfrm>
            <a:off x="443224" y="5910943"/>
            <a:ext cx="6605276" cy="23154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298548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29764-DA4C-375A-6C24-6064DF96C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1DA3AA5-537F-2F8E-4C67-FB7FEFE7607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71F3C22-DE48-F028-85E2-21128A6C2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7391021-C3C6-98AA-4EEC-2BA5A2F595D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C4FDBD9-7B4D-3C3D-120B-D161023BB4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93FF601-BFFF-5772-8B6B-4C50124718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1BAB167-81EA-2167-50DF-CAC85748B0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4036ABCD-179D-E033-A11E-E5F990782D59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04527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8B924E8-083C-50C1-03CE-917223081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AE34E2E-4ED8-8F94-BE28-6E682060BDF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E41FA77-DEE7-299D-6343-5E2D197B64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43ABF58-590F-DA4E-8A46-9BD7E28F2B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05EEDB1-FB8D-B5B7-DA70-D8A61D3BB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30525" y="2015981"/>
            <a:ext cx="6666608" cy="42011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0189A37-71DE-87DF-9723-E3DF483192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9B2591C-E436-6256-C169-6ACD719DFA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CF37A3F2-658B-6FEB-75F2-80F3EA2732E8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A7B47C-4590-3D9E-2B64-B6F92BF13B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672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205116-F9F8-5796-EE03-E0D0EDB15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879186-94FA-1B00-1C8C-DEB5CC3005A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5001802-8EEB-AF53-D6AB-ABD6FFF7C4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A8477C-5E60-E9B1-BB95-D0AD7AA701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62AB3BE-B34F-A5F5-4835-88585FCF5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5FBD981-E2A5-CEFD-92E6-B9726CF680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6" name="Google Shape;150;p19">
            <a:extLst>
              <a:ext uri="{FF2B5EF4-FFF2-40B4-BE49-F238E27FC236}">
                <a16:creationId xmlns:a16="http://schemas.microsoft.com/office/drawing/2014/main" id="{23C633DB-670A-436E-7F67-110D3FAC2827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FAE9CE2-A3D1-CE9B-3139-D3F6848DE2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7000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B389941-B29E-9A76-5C13-FDA9C15FB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A09486-F11E-4A5A-AD7F-C3FFEA34A603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C7D552A-BB38-720B-FB29-A4443503EF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3AB9FD9-AB3C-6D0C-8A18-0FD3CCBC9485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807CDF-4F89-7287-47C3-57555D7A2F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9E4175-C76B-4124-DA6A-A6CEB6DA19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2856E03-FB71-3352-6B01-44B6E125C2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813AE8-B44C-43FE-2077-E8067031A8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1237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52C596-1038-CB74-9DC8-6C6C9B32B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01F5663-6DA7-7BC6-B33F-36ADAF1DD85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0DCEE7B-5794-B19F-340F-097BBF2782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29E217D-F4D6-490F-526D-32FAF520C17E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4577FEC-6EEF-CBAD-463F-E789813330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8BE21-3D04-D312-6816-E214CF6382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7D9D3C7-E835-D91D-84C7-379209DEF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2" name="Google Shape;150;p19">
            <a:extLst>
              <a:ext uri="{FF2B5EF4-FFF2-40B4-BE49-F238E27FC236}">
                <a16:creationId xmlns:a16="http://schemas.microsoft.com/office/drawing/2014/main" id="{93592A94-ED50-5472-B765-770D606FE171}"/>
              </a:ext>
            </a:extLst>
          </p:cNvPr>
          <p:cNvSpPr txBox="1"/>
          <p:nvPr/>
        </p:nvSpPr>
        <p:spPr>
          <a:xfrm>
            <a:off x="4590158" y="2437466"/>
            <a:ext cx="1461945" cy="62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r>
              <a:rPr lang="en-GB" sz="24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seaborn!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39FE971-5E3A-EA70-1F3E-5E5F74C95B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498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1370DC0-AE10-76D3-4BC0-C097090A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1296CD8-4411-2FC9-97C6-C8FFDFA119B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70A622F-B0D5-7495-B8F4-F23C157B3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C7CBB52-F247-A025-F9F9-393BF2B08677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70F09C-97B4-3EFF-A0BE-87388B5D889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4F4FE33-0D1D-215A-D27E-C178904169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4D10FEE1-7CD5-0EBF-BDDD-B86B81EACD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E2E127-2B38-97E6-1E1D-9FE3F3322F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2000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BCCF5EB-CC73-D35F-3CEE-1473744F4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7A0D40-6F72-ACE6-C095-AA233D2F495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DA7A61-1349-E681-0943-A784E74F0B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6156ED5-8956-1127-76DC-D80B09B85B6C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840ED16-B482-DB26-4E01-18055EBD01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49F1229-0499-4782-6DAF-A9C6D72BCD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9ABA9FF-5E1C-9D9B-284A-38FDE251A9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12F414B-C8AF-0B70-1703-BC4E8BD76B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5773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15534A8-1444-DCC9-C886-090E49F54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62E558-E6C5-148B-FEFC-CCFF8F114BD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4280844-CB08-B3E7-17F1-13AB9F25FE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4C16459-E4F0-EE2A-130C-1B241697F6F8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54BA563-8EE2-A0A6-3E9D-D0B04052E05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2052987-3CAB-04D6-8BFE-22419D3FF1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BE7C18E-37FD-62DC-D0F4-814F5D97D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DBC709F-CAC3-D92E-4B4B-DD322BEAB2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5980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F1C0960-D7B8-CC8D-F227-3528CAC54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F51B25A-3A27-8E20-F986-7C7ED211C9C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3E3585-D17C-90EB-28D5-AEE8BE797F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4A0CAC07-10B4-EE4D-A860-A208D55EF607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421750F-E671-AAB2-8250-7465E6D9D98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5AFA0D0-030A-89CD-DE28-E6902F84F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DB2FA19-472E-E8B3-D9E5-9192F92613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FA0FE88-89BC-4D30-E5EA-A50243B45A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0795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873734-1F78-852B-C22E-CD74F4E8E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5B3CCC7-CE82-62BC-050F-5A9EA2F1316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162BD5-7FE3-B61A-DEF0-CC8660524B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0B49E33-10AB-5A46-687F-D2E0F19F4ACF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86F6B80-3D68-BD43-A02B-69FD2D848E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9A90CD-608D-5C39-F054-64AC20059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3D1B46D-201A-AA8B-AF2F-CDD40C6218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D3D04E8-FA18-6F04-824D-77D12EA61B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8250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2A930E2-681B-84A2-B71B-96F37723A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7FBEFD9-9DCA-1D3F-F1F3-B4A73B472EC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32EE21E-9C6F-4EF7-C481-132D128A66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DBE65C5-E6CE-9F02-4674-DF6325F9C156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bit like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ggplot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for Python!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F8216F1-4DA7-DB85-0F9C-3711D13257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C5E0C22-585D-E0E9-C4F2-5C31B715C2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31BD7C-DE8D-E986-5257-469C6893C1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3516E74-6C04-E69C-D01C-3E14D5AE98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37661" y="2513651"/>
            <a:ext cx="4123814" cy="296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7440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BFE4D9-1F0F-2861-7495-4C5C01ACC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1B31FC6-DF98-7118-8562-A473FB62719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22DB903-33AA-6772-740B-C97097DD8C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6C933C4-BB21-452A-E4CB-0E91698EF937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bit like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ggplot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for Python!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9E2B863-C3BD-95D0-11FB-0D3BCA0793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1988017-6560-CC3F-0F88-8E5244C67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EAEF388-9534-8363-904D-8CD6AA8B8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3623152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2E51A0D-2A1C-5676-8031-5B51C413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7D35406-6062-3BBB-0653-D028E6750E4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94CBFB-AB67-A866-927D-6DE69E0A7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0AF837A-C53D-9294-60DD-DE517956049E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bit like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ggplot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for Python!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1734E8-BD4B-F5EA-B88C-D72AF5B3BD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9AF182C-B026-F099-256D-4737633997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7524E7D-7593-8361-6BBA-740E975B0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9D39FAC-7E3C-5BC9-6AC1-70F901ED06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27414" y="5245161"/>
            <a:ext cx="6778263" cy="9771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5D87FC-036C-4AA8-3D7B-012929F67E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54" b="54147"/>
          <a:stretch>
            <a:fillRect/>
          </a:stretch>
        </p:blipFill>
        <p:spPr>
          <a:xfrm>
            <a:off x="833843" y="5277093"/>
            <a:ext cx="6766753" cy="89510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12043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CADC0B1-7F5D-CC4B-A336-83DA59557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0DCD644-0DE5-ECB6-C07B-0D7112535C8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EF5E643-B179-B33B-3484-C2896CCDA0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612A092-5087-ECF4-3C79-32954E76E734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bit like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ggplot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for Python!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AACB380-1DAD-DE94-6A92-CB7458676F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99CF7E-F5C4-7D41-FEEF-3BA778A67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BA9FD00-54C8-10DA-44FE-34E5CF12D4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1CF216F-A625-FC6D-8FCF-9575E42E83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27414" y="5245161"/>
            <a:ext cx="6778263" cy="9771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A57214-8F9C-27A7-4F9E-5EE8ACF141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54" b="54147"/>
          <a:stretch>
            <a:fillRect/>
          </a:stretch>
        </p:blipFill>
        <p:spPr>
          <a:xfrm>
            <a:off x="833843" y="5758542"/>
            <a:ext cx="6766753" cy="4136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1809994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3D5CD78-5EFA-DCEE-666D-C1C40474D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009F8B-AFE4-8E68-B5B5-4D4FE70E11F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E351F24-3ED1-3663-D174-A1B419650E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A397965-066B-1A2B-DFC9-AD6C6DF4C9C6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bit like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ggplot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for Python!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3077E1A-478A-3121-E688-F86B0523F86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5BE8F81-7A7F-1FE7-A4C7-78B6A85C05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5730F05-106B-89DC-F999-D1CC7C4788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DBED91D-CA25-D249-A39F-A873A3F79A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27414" y="5245161"/>
            <a:ext cx="6778263" cy="9771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76246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CFE261-EFB4-FE9A-AB55-19496674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460F607-A8B2-80B1-274B-7ECE813320D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3710A1-652F-F9BC-F542-DF3B1CAD78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9959C2-D610-8D0D-C928-D2DCCDEBDA10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bit like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ggplot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for Python!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23AD534-ADA7-8DFF-565C-8BE95BE4A1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9CEC79-23E5-E0F9-6E0E-7EDA3D619C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97EA729-DC15-19F6-6B33-88C947503E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3"/>
          <a:stretch>
            <a:fillRect/>
          </a:stretch>
        </p:blipFill>
        <p:spPr>
          <a:xfrm>
            <a:off x="8097568" y="2437466"/>
            <a:ext cx="3380445" cy="344316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67F890F-5CBD-D3AF-710C-D54FFB21E8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27414" y="5245161"/>
            <a:ext cx="6778263" cy="9771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408F85-3E55-48D7-B239-DC10E9EAA0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579092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CD0970-C542-A6E2-51B3-E88C25F61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40FEA6F-876E-71B9-7010-9612E98DE90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D6EAEB-C5A7-E4C9-F758-F40FF046EB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6968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Seaborn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A0EB4E3-F74F-56C6-D194-14245D8BFACC}"/>
              </a:ext>
            </a:extLst>
          </p:cNvPr>
          <p:cNvSpPr txBox="1"/>
          <p:nvPr/>
        </p:nvSpPr>
        <p:spPr>
          <a:xfrm>
            <a:off x="1219201" y="1251854"/>
            <a:ext cx="559548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good for quick, easy plotting…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 but what if you want something more informative and publication ready?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for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Exploratory statistical visualisation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pairs plots, simple linear fits, confidence intervals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Visualising structure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pandas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Creating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visually aesthetic figures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using attractive default styles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bit like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ggplot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for Python!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6C534E6-4966-C891-F1C6-37D25F1AFF2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04E5D09-D375-13AC-C879-967209CBC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004066" y="681567"/>
            <a:ext cx="3567450" cy="52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A11C4CE-91FB-C6B8-682B-E891DF71F7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3"/>
          <a:stretch>
            <a:fillRect/>
          </a:stretch>
        </p:blipFill>
        <p:spPr>
          <a:xfrm>
            <a:off x="8097568" y="2437466"/>
            <a:ext cx="3380445" cy="3443167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847C2FF-4A2A-2FC6-EBB4-21F89B0A94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77213" y="1375692"/>
            <a:ext cx="3794303" cy="4656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3770494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C1DCACA-7DF0-D5E3-4FEC-027818692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4D1592-DE56-6B26-481D-239AFB6A0EA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876F3F5-C6A5-6FE0-97D3-BA90DAFC98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-1304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Interactive Plots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464DE1E-A6D2-7487-FEE8-FF6F44353B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687C6A-C9A9-132D-CDE6-851B2C2C1C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4"/>
          <a:stretch>
            <a:fillRect/>
          </a:stretch>
        </p:blipFill>
        <p:spPr>
          <a:xfrm>
            <a:off x="6766560" y="3493165"/>
            <a:ext cx="4906327" cy="2313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C8363D-F036-AD97-CBD5-7E526D157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34" t="12083" r="32871"/>
          <a:stretch>
            <a:fillRect/>
          </a:stretch>
        </p:blipFill>
        <p:spPr>
          <a:xfrm>
            <a:off x="8388833" y="89576"/>
            <a:ext cx="3118954" cy="3299260"/>
          </a:xfrm>
          <a:prstGeom prst="rect">
            <a:avLst/>
          </a:prstGeom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B23645B-57FE-1BDE-0436-ADFC9F05988B}"/>
              </a:ext>
            </a:extLst>
          </p:cNvPr>
          <p:cNvSpPr txBox="1"/>
          <p:nvPr/>
        </p:nvSpPr>
        <p:spPr>
          <a:xfrm>
            <a:off x="1163855" y="1368391"/>
            <a:ext cx="5808219" cy="4771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saw earlier that </a:t>
            </a:r>
            <a:r>
              <a:rPr lang="en-GB" sz="18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create 3D plots…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However, these can be…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Static</a:t>
            </a:r>
            <a:b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Difficult to explore from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different angles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Hard to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extract information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from due to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perspective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you might prefer 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dynamic/interactive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this, you can use </a:t>
            </a: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plotly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plotly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can be used to create: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Interactive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3D visualizations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Dashboards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web apps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Presentation-ready,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dynamic charts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50;p19">
            <a:extLst>
              <a:ext uri="{FF2B5EF4-FFF2-40B4-BE49-F238E27FC236}">
                <a16:creationId xmlns:a16="http://schemas.microsoft.com/office/drawing/2014/main" id="{6CCD2BC0-E6E0-DCE6-D79A-E5493F60BF5A}"/>
              </a:ext>
            </a:extLst>
          </p:cNvPr>
          <p:cNvSpPr txBox="1"/>
          <p:nvPr/>
        </p:nvSpPr>
        <p:spPr>
          <a:xfrm>
            <a:off x="4207664" y="5792262"/>
            <a:ext cx="5523477" cy="630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 algn="ctr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r>
              <a:rPr lang="en-GB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 can be found in:</a:t>
            </a:r>
            <a:endParaRPr lang="en-GB" sz="1800" b="1" dirty="0">
              <a:solidFill>
                <a:srgbClr val="FF0000"/>
              </a:solidFill>
              <a:latin typeface="Courier New" panose="02070309020205020404" pitchFamily="49" charset="0"/>
              <a:ea typeface="Calibri"/>
              <a:cs typeface="Courier New" panose="02070309020205020404" pitchFamily="49" charset="0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3B4B7F-643B-9793-EAAA-D0A3279810B0}"/>
              </a:ext>
            </a:extLst>
          </p:cNvPr>
          <p:cNvSpPr txBox="1"/>
          <p:nvPr/>
        </p:nvSpPr>
        <p:spPr>
          <a:xfrm>
            <a:off x="8388833" y="5953792"/>
            <a:ext cx="33207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 err="1">
                <a:solidFill>
                  <a:srgbClr val="FF0000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demo_Ethereum_price.ipynb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1819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3739D2-707B-A609-6B01-2BC85F0AA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CBF6DB-8B4A-600B-EB36-07491EF350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973F69-103F-56E5-94DA-53FAF8AEB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11950" y="764125"/>
            <a:ext cx="3943395" cy="2990250"/>
          </a:xfrm>
          <a:prstGeom prst="rect">
            <a:avLst/>
          </a:prstGeom>
        </p:spPr>
      </p:pic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E506CFE-91EB-5649-9932-988980A816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General Advice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AF1084E2-3633-E5FE-82B8-B2FCDBDDE4CA}"/>
              </a:ext>
            </a:extLst>
          </p:cNvPr>
          <p:cNvSpPr txBox="1"/>
          <p:nvPr/>
        </p:nvSpPr>
        <p:spPr>
          <a:xfrm>
            <a:off x="1203489" y="1761152"/>
            <a:ext cx="5508461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Different tools serve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different purposes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matplotlib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might be preferable if you want to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quickly look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at the data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seaborn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might be better for making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figures for academic publication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ourier New" panose="02070309020205020404" pitchFamily="49" charset="0"/>
                <a:ea typeface="Calibri"/>
                <a:cs typeface="Courier New" panose="02070309020205020404" pitchFamily="49" charset="0"/>
                <a:sym typeface="Calibri"/>
              </a:rPr>
              <a:t>plotly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might be better suited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for apps and interactive reports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b="1" i="1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Always make sure your plots are fit for purpose!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3D plot might look nice…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But can you actually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read values on the plot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85D9B8E-D4F8-AEEC-0DE4-1CE2A61617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43FBB7-8B76-0C14-1EEF-2A1B7B0206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05300" y="3887277"/>
            <a:ext cx="4370745" cy="20905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7283A7-20E7-523A-C9B1-136EEDCBA7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05300" y="474655"/>
            <a:ext cx="3796772" cy="31912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50B3D2-D541-8418-AEC3-19B1550B47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55" b="90929"/>
          <a:stretch>
            <a:fillRect/>
          </a:stretch>
        </p:blipFill>
        <p:spPr>
          <a:xfrm>
            <a:off x="6803390" y="474656"/>
            <a:ext cx="1759585" cy="28947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93A81A7-346F-2058-4380-A0FA5A457A80}"/>
              </a:ext>
            </a:extLst>
          </p:cNvPr>
          <p:cNvSpPr txBox="1"/>
          <p:nvPr/>
        </p:nvSpPr>
        <p:spPr>
          <a:xfrm>
            <a:off x="2512194" y="5823932"/>
            <a:ext cx="26260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(Do you need to read the values?)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0310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0D69A58-BCBC-421B-7D0A-D01E43E1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96D4A5E-67DE-B642-8BAF-EC66C48D394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8122CE25-ED4D-E19E-35A0-49E6D1CB3E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4A29FA-4964-1C81-6338-12D790B608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71937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5FCBE02-C511-A932-9315-89019A405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6E7E31E-3B3B-D5D2-961B-F63D3DF24364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25CC82D-96E7-66C4-7DF6-4DF59C68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9394ED9-1B76-93D7-1526-8B28D146618A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04B0F1C-9204-9B62-2577-F57DC75C11B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642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E6366F3-1899-D622-00D1-B7826E0FF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84EC853-DEB9-B1CB-E052-DD2770F146D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E29487-FD9C-4CF1-2371-A54DC916F3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16AD20A-4D16-40FD-50A6-864B368A602E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004DF33-DAF0-6655-DA7F-03992DC530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64570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4563D9-F840-D5BD-A79C-90B3A0B3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B5667DD-DB7B-57F8-F208-A81ECC84715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9B60B81-C5B2-22FE-320F-4149228D56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CE24A6D5-6D7B-4A5D-185C-430FA60D86F1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lecture_advanced_plotting.ipynb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F923204-FB38-9EE3-2609-B3D180455AC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7/8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2931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2AE35D2-4BFF-2C9B-35E7-0D6608B63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70F035A-1B15-0B71-03BA-02A7B8493B7B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FCA2E4F-FD73-982C-C555-935EE52783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ADB883B-B460-76A8-1814-4D2F1A1D106D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lecture_advanced_plotting.ipynb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6354335-108C-7C39-E205-564A7553D4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C94883-7D2C-C94E-D19B-89E9D7304D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096000" y="1290550"/>
            <a:ext cx="5287686" cy="47516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5779419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34C165-5C09-58EF-B3C6-747C91DD9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5D9CC25-D012-39AD-E27E-DCA99BDD6D1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595995-2236-E09B-A1BF-997EE201D1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3F985914-6E36-A0C7-69E0-0DBE50726424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lecture_advanced_plotting.ipynb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Pandas exercises in: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D38575-FDCD-47B1-B878-97FF904640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AA9CB4-FD98-C80E-5864-A595726654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096000" y="1290550"/>
            <a:ext cx="5287686" cy="47516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7672562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CD6B56C-2197-8843-31C7-FA20A3BB3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82E2D0-F0B3-84AE-1F18-93C3D4F861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0CF486C-FF24-4B0E-7AF6-17087EC449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17745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247BBF4-4D9D-23D7-E243-7EE96ED64215}"/>
              </a:ext>
            </a:extLst>
          </p:cNvPr>
          <p:cNvSpPr txBox="1"/>
          <p:nvPr/>
        </p:nvSpPr>
        <p:spPr>
          <a:xfrm>
            <a:off x="1259401" y="2004517"/>
            <a:ext cx="440503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2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Read through the material in: 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lecture_advanced_plotting.ipynb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Work through the Pandas exercises in:</a:t>
            </a: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7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7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exercises_advanced_plotting.ipynb</a:t>
            </a:r>
            <a:br>
              <a:rPr lang="en-GB" sz="17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7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CA36C476-EC64-5926-4C14-7BCCF2B77C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7/8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2ED453-ABC5-E64A-AFEF-B6F2619CDE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096000" y="1290550"/>
            <a:ext cx="5287686" cy="475161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462672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B5A8E86C-82F8-0867-7546-DC284C07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57A582F-7E25-EC2A-C8D2-7289D380F3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Next Time</a:t>
            </a:r>
            <a:endParaRPr dirty="0"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BD679C7-8388-C057-C5AC-99F957BC24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8/8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Google Shape;3213;p184">
            <a:extLst>
              <a:ext uri="{FF2B5EF4-FFF2-40B4-BE49-F238E27FC236}">
                <a16:creationId xmlns:a16="http://schemas.microsoft.com/office/drawing/2014/main" id="{9636FAFF-E308-1740-8F87-D7836EBE106C}"/>
              </a:ext>
            </a:extLst>
          </p:cNvPr>
          <p:cNvSpPr txBox="1"/>
          <p:nvPr/>
        </p:nvSpPr>
        <p:spPr>
          <a:xfrm>
            <a:off x="1211099" y="1949108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15: Advanced Plotting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3d Plotting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Seaborn</a:t>
            </a:r>
            <a:endParaRPr lang="en-GB" sz="8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Plotly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Nextup: Consolidation Week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 lecture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16: Curve Fitting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710726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35844</TotalTime>
  <Words>2688</Words>
  <Application>Microsoft Office PowerPoint</Application>
  <PresentationFormat>Widescreen</PresentationFormat>
  <Paragraphs>418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8" baseType="lpstr">
      <vt:lpstr>Calibri</vt:lpstr>
      <vt:lpstr>Courier New</vt:lpstr>
      <vt:lpstr>Arial</vt:lpstr>
      <vt:lpstr>Retrospect</vt:lpstr>
      <vt:lpstr>Lecture 15:   Advanced Plotting</vt:lpstr>
      <vt:lpstr>Todays Lecture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3D Plotting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Seaborn</vt:lpstr>
      <vt:lpstr>Interactive Plots</vt:lpstr>
      <vt:lpstr>General Advice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Tom Maullin-Sapey</cp:lastModifiedBy>
  <cp:revision>172</cp:revision>
  <dcterms:modified xsi:type="dcterms:W3CDTF">2026-02-18T23:02:58Z</dcterms:modified>
</cp:coreProperties>
</file>