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0"/>
  </p:notesMasterIdLst>
  <p:sldIdLst>
    <p:sldId id="256" r:id="rId2"/>
    <p:sldId id="2295" r:id="rId3"/>
    <p:sldId id="2647" r:id="rId4"/>
    <p:sldId id="2648" r:id="rId5"/>
    <p:sldId id="2649" r:id="rId6"/>
    <p:sldId id="2639" r:id="rId7"/>
    <p:sldId id="2640" r:id="rId8"/>
    <p:sldId id="2641" r:id="rId9"/>
    <p:sldId id="2612" r:id="rId10"/>
    <p:sldId id="2659" r:id="rId11"/>
    <p:sldId id="2654" r:id="rId12"/>
    <p:sldId id="2650" r:id="rId13"/>
    <p:sldId id="2655" r:id="rId14"/>
    <p:sldId id="2656" r:id="rId15"/>
    <p:sldId id="2658" r:id="rId16"/>
    <p:sldId id="2657" r:id="rId17"/>
    <p:sldId id="2651" r:id="rId18"/>
    <p:sldId id="2652" r:id="rId19"/>
    <p:sldId id="2653" r:id="rId20"/>
    <p:sldId id="2629" r:id="rId21"/>
    <p:sldId id="2666" r:id="rId22"/>
    <p:sldId id="2660" r:id="rId23"/>
    <p:sldId id="2667" r:id="rId24"/>
    <p:sldId id="2664" r:id="rId25"/>
    <p:sldId id="2665" r:id="rId26"/>
    <p:sldId id="2661" r:id="rId27"/>
    <p:sldId id="2668" r:id="rId28"/>
    <p:sldId id="2669" r:id="rId29"/>
    <p:sldId id="2670" r:id="rId30"/>
    <p:sldId id="2671" r:id="rId31"/>
    <p:sldId id="2672" r:id="rId32"/>
    <p:sldId id="2662" r:id="rId33"/>
    <p:sldId id="2673" r:id="rId34"/>
    <p:sldId id="2674" r:id="rId35"/>
    <p:sldId id="2675" r:id="rId36"/>
    <p:sldId id="2663" r:id="rId37"/>
    <p:sldId id="2676" r:id="rId38"/>
    <p:sldId id="2631" r:id="rId39"/>
    <p:sldId id="2680" r:id="rId40"/>
    <p:sldId id="2681" r:id="rId41"/>
    <p:sldId id="2677" r:id="rId42"/>
    <p:sldId id="2682" r:id="rId43"/>
    <p:sldId id="2683" r:id="rId44"/>
    <p:sldId id="2678" r:id="rId45"/>
    <p:sldId id="2685" r:id="rId46"/>
    <p:sldId id="2684" r:id="rId47"/>
    <p:sldId id="2779" r:id="rId48"/>
    <p:sldId id="2780" r:id="rId49"/>
    <p:sldId id="2778" r:id="rId50"/>
    <p:sldId id="2781" r:id="rId51"/>
    <p:sldId id="2782" r:id="rId52"/>
    <p:sldId id="2783" r:id="rId53"/>
    <p:sldId id="2784" r:id="rId54"/>
    <p:sldId id="2785" r:id="rId55"/>
    <p:sldId id="2786" r:id="rId56"/>
    <p:sldId id="2787" r:id="rId57"/>
    <p:sldId id="2788" r:id="rId58"/>
    <p:sldId id="2789" r:id="rId59"/>
    <p:sldId id="2790" r:id="rId60"/>
    <p:sldId id="2791" r:id="rId61"/>
    <p:sldId id="2795" r:id="rId62"/>
    <p:sldId id="2792" r:id="rId63"/>
    <p:sldId id="2794" r:id="rId64"/>
    <p:sldId id="2796" r:id="rId65"/>
    <p:sldId id="2793" r:id="rId66"/>
    <p:sldId id="2679" r:id="rId67"/>
    <p:sldId id="2797" r:id="rId68"/>
    <p:sldId id="2686" r:id="rId69"/>
    <p:sldId id="2630" r:id="rId70"/>
    <p:sldId id="2691" r:id="rId71"/>
    <p:sldId id="2687" r:id="rId72"/>
    <p:sldId id="2692" r:id="rId73"/>
    <p:sldId id="2688" r:id="rId74"/>
    <p:sldId id="2693" r:id="rId75"/>
    <p:sldId id="2694" r:id="rId76"/>
    <p:sldId id="2695" r:id="rId77"/>
    <p:sldId id="2689" r:id="rId78"/>
    <p:sldId id="2698" r:id="rId79"/>
    <p:sldId id="2696" r:id="rId80"/>
    <p:sldId id="2697" r:id="rId81"/>
    <p:sldId id="2632" r:id="rId82"/>
    <p:sldId id="2700" r:id="rId83"/>
    <p:sldId id="2701" r:id="rId84"/>
    <p:sldId id="2699" r:id="rId85"/>
    <p:sldId id="2703" r:id="rId86"/>
    <p:sldId id="2702" r:id="rId87"/>
    <p:sldId id="2704" r:id="rId88"/>
    <p:sldId id="2633" r:id="rId89"/>
    <p:sldId id="2712" r:id="rId90"/>
    <p:sldId id="2711" r:id="rId91"/>
    <p:sldId id="2710" r:id="rId92"/>
    <p:sldId id="2709" r:id="rId93"/>
    <p:sldId id="2708" r:id="rId94"/>
    <p:sldId id="2713" r:id="rId95"/>
    <p:sldId id="2714" r:id="rId96"/>
    <p:sldId id="2705" r:id="rId97"/>
    <p:sldId id="2716" r:id="rId98"/>
    <p:sldId id="2715" r:id="rId99"/>
    <p:sldId id="2717" r:id="rId100"/>
    <p:sldId id="2718" r:id="rId101"/>
    <p:sldId id="2634" r:id="rId102"/>
    <p:sldId id="2722" r:id="rId103"/>
    <p:sldId id="2723" r:id="rId104"/>
    <p:sldId id="2719" r:id="rId105"/>
    <p:sldId id="2724" r:id="rId106"/>
    <p:sldId id="2720" r:id="rId107"/>
    <p:sldId id="2725" r:id="rId108"/>
    <p:sldId id="2721" r:id="rId109"/>
    <p:sldId id="2726" r:id="rId110"/>
    <p:sldId id="2727" r:id="rId111"/>
    <p:sldId id="2637" r:id="rId112"/>
    <p:sldId id="2732" r:id="rId113"/>
    <p:sldId id="2733" r:id="rId114"/>
    <p:sldId id="2734" r:id="rId115"/>
    <p:sldId id="2736" r:id="rId116"/>
    <p:sldId id="2737" r:id="rId117"/>
    <p:sldId id="2738" r:id="rId118"/>
    <p:sldId id="2739" r:id="rId119"/>
    <p:sldId id="2635" r:id="rId120"/>
    <p:sldId id="2741" r:id="rId121"/>
    <p:sldId id="2740" r:id="rId122"/>
    <p:sldId id="2742" r:id="rId123"/>
    <p:sldId id="2745" r:id="rId124"/>
    <p:sldId id="2746" r:id="rId125"/>
    <p:sldId id="2743" r:id="rId126"/>
    <p:sldId id="2744" r:id="rId127"/>
    <p:sldId id="2747" r:id="rId128"/>
    <p:sldId id="2636" r:id="rId129"/>
    <p:sldId id="2749" r:id="rId130"/>
    <p:sldId id="2750" r:id="rId131"/>
    <p:sldId id="2751" r:id="rId132"/>
    <p:sldId id="2752" r:id="rId133"/>
    <p:sldId id="2753" r:id="rId134"/>
    <p:sldId id="2748" r:id="rId135"/>
    <p:sldId id="2754" r:id="rId136"/>
    <p:sldId id="2756" r:id="rId137"/>
    <p:sldId id="2757" r:id="rId138"/>
    <p:sldId id="2638" r:id="rId139"/>
    <p:sldId id="2765" r:id="rId140"/>
    <p:sldId id="2764" r:id="rId141"/>
    <p:sldId id="2761" r:id="rId142"/>
    <p:sldId id="2762" r:id="rId143"/>
    <p:sldId id="2758" r:id="rId144"/>
    <p:sldId id="2766" r:id="rId145"/>
    <p:sldId id="2759" r:id="rId146"/>
    <p:sldId id="2760" r:id="rId147"/>
    <p:sldId id="2628" r:id="rId148"/>
    <p:sldId id="2772" r:id="rId149"/>
    <p:sldId id="2773" r:id="rId150"/>
    <p:sldId id="2774" r:id="rId151"/>
    <p:sldId id="2767" r:id="rId152"/>
    <p:sldId id="2775" r:id="rId153"/>
    <p:sldId id="2776" r:id="rId154"/>
    <p:sldId id="2768" r:id="rId155"/>
    <p:sldId id="2777" r:id="rId156"/>
    <p:sldId id="2769" r:id="rId157"/>
    <p:sldId id="2770" r:id="rId158"/>
    <p:sldId id="427" r:id="rId15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-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A7EDDF60-16CE-8C75-E9D9-71C62B3C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98F0F23-919A-86F8-14C2-BA9B7B27D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437B4D9B-20F7-6850-4C6B-DDB4516B7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468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C221C346-A6C1-072F-1EC6-38528932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970DC7DF-93DD-078C-53DC-BC3950E6B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389A7475-31D2-F6EB-5CE8-EE6050BEF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185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C2F701FA-47E5-4C2B-381E-7EEE40D2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0D03C91-16E7-EF64-C82E-0EFA743061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ECCBC36-F021-9027-6A09-59BD155AC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78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F365FFC0-6209-4811-4FD5-069F2194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51D84CD-76DC-BAD2-9598-61A1592E4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9FA84760-EA2E-C210-D2BF-AECC81228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1343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2D2739AC-1455-5A7B-0929-B5CE1F965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8BD516BA-0AF8-AAAC-A5C1-47588B32F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31557494-B3F4-A41E-8D38-247D19F2F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7185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BFC694E9-BF32-2DA6-E250-47DDFA77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9F4447CC-11AD-A4BE-2997-85F0909C3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FB0389B3-6DCD-51F5-F2F0-DB103B0FD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882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7FEAA5-D7DB-D8D3-E074-041C9DD4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D7C2F6B-D45B-4FD1-5DB9-A2D944A65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55F258F-7113-7254-DDC6-4B92F7BE3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472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14714B-4083-D4C2-B578-C44ACD83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E0B1B5-561D-FF7D-A882-0BCC50B13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ED5D09-C9DF-351F-8F07-7FD4A1450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89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E2637A0-67F0-7534-C65E-0B1408B3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4BCFF5-5886-47B8-6DF9-A61FE52A8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16C7758-2A2C-E085-5AB1-52489ACF49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3629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90432A7-46D9-E534-B269-C0E0F44E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A0D9932-319A-528E-87AE-F6E4A5C56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FAC550B-E0F4-15EE-BEB7-01CF931B6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869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22AF1D4-8675-2353-FE23-B8F28457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F8F32B-B41E-1822-DC36-D970F84D0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BDD0868-5E2B-6EE9-BD8F-74DE2962D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7585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351513-0842-D51A-7D8C-EC386948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A4E2F9C-3269-6618-FF96-A1D57CC2E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263209-D240-5222-D3D3-D26BEE52D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830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66DDF23-5D71-A6BC-E068-FABFF2A0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E5E2CF7-2D39-1763-1D6E-D6084789DA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851566A-8DA4-6A8E-46B4-07F70E2BC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365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534B50-2B44-DF3B-6468-BA80010D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2B42D8-D188-60DE-9033-2AB9DF91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4499E1-FF5C-61DA-39BF-88310DBC69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780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AAA81F4-8BF3-50B9-E4A5-1A416F06B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0880239-1A90-3A06-113B-94B65D0B5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83DAC6-E494-C5F3-8DBF-D2AEDAD131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188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BED83D9-40AA-B973-A6D0-2FAF5517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98ED10F-1DD5-DC9F-B59E-FEEE15FC3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4482A58-DE42-C56C-A356-E146C4326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788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FCD8080-FA50-0DE6-DB5D-403A9E88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C6525B-3291-0E38-1722-D9000AA2E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8FDC274-F9CA-0CFF-2CDE-66440FA06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1912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9FE794-1C9B-0DA5-1A04-A842E998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010F7A-FD88-9FBA-7BCA-E2EFE6096B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2FA3F78-A54D-F99E-8553-0103F4124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196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E0E6549-8EB4-90D1-F650-96FC6C07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0E33E1-9D49-4F82-8EA5-9151D0358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10F3C0-A837-BF88-2DB6-DED4F0300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957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ABAAEF-08E7-C92D-9334-676E5510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4B947A-0ED0-938D-BFAD-327CD5447D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F55480-73FB-5DC8-67C6-8EE5DAA0E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3890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4A74AE2-E62F-A58C-2A42-0C790DBE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152F5A7-F7C2-3B94-51CF-456B41A73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4F93508-8F24-DA9B-D788-845D54D7FA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8641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3ACAA68-A5C5-D6CA-8456-8696F1A3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B4BAD17-AAC4-6B93-9654-58CC13B304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BBC836-FC81-D440-E243-A29A3CFB8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9342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2AA0AE-90B1-D177-CF20-C5551166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726832-2B5A-6B7A-6983-95263194B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A03AA5-C94A-7B0C-C783-6547A2E86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8701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56E02C2-E033-161F-2CE0-73021039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7E6DB2D-53FB-345D-0BF0-0782BD42C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18F810-8BB1-A5B3-9F26-14E859F6C0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5277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0636C35-5CF5-93DF-A9CE-1F253F26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FB0ABE-7911-D5B0-1A72-1064347AA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E6A88C2-0801-886C-6DAB-8F1B9890A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0618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67A9EB3-E52E-708C-12FF-E4F2C48C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3C217A3-0F93-9402-26B7-48CC94C22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237ED19-6485-0B97-14DF-86C11916FA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5118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CD5E9E-13FB-3680-738C-83227105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3C57D11-2E3E-5E82-AFD5-3C34870F3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DC9A82-CD61-C0BC-71F5-9FAC0C98C5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489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43EEF4-76E0-E707-1665-34B45FCC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43ECAE-CEF1-9341-47C2-A71578874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26375D-72D6-F580-A613-2BC81BB46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7520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E2B7680-F965-A84F-CE3F-57079ECDD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451B3D6-F67D-711B-44E4-2DB305072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64295C-81DE-D11F-A838-7324A40CC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4832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FF3F1D-E936-750E-1770-88738F1E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78396A-5E8A-86A4-8BB6-FA95A8E1D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BEA07F-8B04-26C4-C97D-9E321D55F7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5462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19FDBF-AE5F-E6D6-CE2E-835A59F6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2DBEDC-A3E1-D57D-8FC0-F2B0FCEAF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15C71D7-DA4F-AE0F-DB60-F230705BC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5514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E34AC60-BF17-7710-A229-C53E17CFF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7FC443-BBAB-B337-5FA6-0A21E839D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85BF98-2F61-4D94-4421-06DE55547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8384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C59FCB-B08A-6993-4D4F-05650B52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486A07-D03E-AB6D-0FEA-8BF12A0406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F54498-3CF4-A854-3348-677F7F9AC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2141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E0B5A23-F655-6E6F-8C27-4ABD6702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CC646C-2745-959B-32B9-4A931BD65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6EBC72F-E1F0-2E50-5E00-FC010BE52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7922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002137-89F5-CE7A-51B0-5390A014C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0DE3778-4D5A-377F-D706-5637F3D80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F363DC-6E6E-8C4B-22BF-8B3348BF9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12241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49C5BB-40AD-41E0-4AF2-70E67CB4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80EB955-CC09-B7D6-E30E-C2859F6C9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48B68E-4A12-080E-C31B-D4A41AEFA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38629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2720F7C-F28B-9FAC-49EA-7DDB0534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7BBAC40-7D66-D4C0-3D3D-2F0F6A899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71675F-D1FE-4FA4-14E5-EDD51807D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0352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DAC8B28-6D90-EC06-D161-55235DE1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81129D8-3AEF-E16A-99DB-DC1F9E0A0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8D2B20-625C-72C2-4270-165161E9D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4629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672948-B9CD-C8E9-57F5-0106B86B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0FD7029-50CA-1F29-5A38-8A6E2B6F6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A8A4267-A1F5-12B8-3F15-857C48C41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2522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C07CEC-2BDE-93EA-77D1-817D0827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C4871F1-C349-8E83-0590-17F631881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A97A1E2-888A-70D0-9523-DBFDEB8DE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96940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58B49BF-3E82-246A-0EE5-9B44BEE2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D4B0DAC-A3D6-F2E3-072B-62E987740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09A43CF-4F4C-857E-2643-AC988D4E0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3331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F400358-8AE6-A6C5-9814-B44A6892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85E9F82-E1EA-E6F2-35E7-FCA3E7A71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CBFE11-F5B7-036B-EF1C-8BE2DFD6E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76702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E20D339-9C2A-4A44-BB0C-EA1F3CE0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B47152-9C61-9C12-3D3F-D1E992B09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B0C08E-9B51-A91D-A1BA-C36AAB32A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3262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7A81D07-959B-2988-E93D-DE9FEC28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5225DA2-B393-95FE-8432-9930CFCBB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391194-B1EA-031C-6B07-2CC01D5C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732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ABEA58F-D08F-8383-9EDB-FB3A8D6E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460AFD1-84AD-1F11-74F9-15D9DDFD6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DD7BBC1-59EE-4680-5FEC-CED910689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1317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DA5B275-8710-13C1-B753-132E6BEDF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3CCC16-F305-E460-583D-AC759CCF1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3FA6E5B-9E32-1225-00BE-9106121D4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7113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4387ED-55E6-18FD-F771-ADB4CB12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5E7FB20-DFF8-9855-2DF2-0B8EEFEAF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F0A16DE-1AD5-6924-944F-F3AA5ADDF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3488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B450B43-C133-0A0E-B845-F6F59144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059BB87-D74F-FF01-6901-064B891B5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E06D2D-C3D8-3C18-E7FA-61B7C6E3E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762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04A4C0-2523-B55D-4707-E7BB8C52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7C4D85-4903-EE9B-2538-2BEE47658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460C714-85B2-E755-6A21-C7893DBBD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1721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DB89096-9484-B02B-7F55-2EF3B7382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9A4022C-AADB-E9BE-6DF8-5FDFC92B8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5D451D7-DA7E-9A76-8A86-139951DB5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669815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BD156F6-302A-F3C4-DBE7-F69BB5BD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FF48F89-EF14-CA8D-E65B-242EA2C134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1FA5A7-0690-B488-05BF-5A57070AB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9706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0C852B8-E728-B1A6-42FF-5C7CC396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F862670-AAC1-06CD-FA41-A21B59050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7BFA5D9-F27A-F195-7597-FF72BA1295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7226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31D4A97-E353-3FE9-73A8-E29058ED4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2354179-C30D-11B8-1C5B-FC3AFD412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C93856-51E6-41F2-A4BC-51C9669B9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4502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60009FF-8A68-1C79-3FF3-F7122FC1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9A5642A-E3A1-8763-8D49-E36DDE415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2973FE-23B5-D3C0-0B9E-B157AA41F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14405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C5E8166-C430-E0BA-5450-892823D3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D9BAF18-7D64-38BE-B531-B8191E62E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AB9BC9-EED8-BBED-9FC4-3336EA91B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4579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8BE613C-16F3-B952-1278-6199AFF1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12FB23-AED1-2A8A-2BC7-313E4EA64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889C79-152C-38F0-CA87-E6827328D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0287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5AD1F5-3CB2-50C8-E417-FCDEDA79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BB3566-7FD9-E498-7CD8-E2DB07F2B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CCBC1D2-F52D-8350-47CA-25BE967848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707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C3DEBC-176A-6F10-02D7-9C2661DA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FB6FD35-1405-ABF7-2A0A-A978209CD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45CFCC9-5834-9F32-8B29-E4088BE88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49796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61E17C-DA04-D0EB-D8BC-DEDEA556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FBF4B8-D0D7-66CE-126E-7F37FFB95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38A559C-9E03-E25F-6F2B-2B2657F4F9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48431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EDD002-FD90-751E-81E6-A9B5CB03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250D54-BB14-5484-C338-5779B4388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0EBF513-782C-3440-370B-C74800C7D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5162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8C8ED1D-E850-465E-3DC8-087D7EC59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45786A-7058-DFE5-41E5-03B14744D3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292695-CEA0-558D-2306-5C56C51B5B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35793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96825E-2A21-7A7F-742A-A89DF5BE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6ABDB4-1CB2-C476-D451-D826631AE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2714683-6DBF-B995-7BF7-2C5EF17E36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48125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FCFAB9C-FA04-720A-BF77-54C88B1A6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39B236B-061E-E76B-72F9-78A0F99B04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C4423F-67B3-BE84-435F-04D0E9415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606533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341F132-E5DE-AB0A-F3C1-91B36D16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A126FF3-3361-35D4-2E63-E9738DE29B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05DA530-609E-2170-DB11-2FF75BA07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9057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858F55-5052-C51F-7E8E-3FA3BFBB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C9AB7B-B189-70BF-24BD-E1849DDD6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72DDD8A-A411-9F93-F904-8545A5C105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86494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22CFD4A-D42A-BC8E-26C3-E9378AA6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FB08D9F-3ED9-1E60-CA00-724889B89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135E77-4931-BA7B-F0CD-7BAF69F1B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00337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47CBF0-37AD-CD6A-6DB9-FDD395DA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C775ED6-E728-4C6D-0A7E-BE46D9829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65256F-F1EA-F67A-FDDA-C76380758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0227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05AA76-308D-7E35-898B-4A4B83D8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A89D700-D065-05D6-27AE-252093188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426C805-3B75-1F9E-D7CC-FCABBA5B2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24920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0BE190-C1F6-8DB9-6A23-DA27564E4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FCE29D-88BA-4461-9AEF-6D9836C5B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BC3B7A-DE7E-2D7B-5C33-6223985AD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42226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76DE67B-53B0-E5E3-E246-0E45CF39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4481F29-EB83-45CB-320F-8752076F9C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4961220-73B4-0EE7-8591-59C689BCE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836028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E4E4BD-9124-AE06-26B8-A8EBC47C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15B01A-CD6F-D877-9A8F-365D0B5BC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DCC376F-0803-6ACC-BC7F-C7B829DB34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53370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5E36539-30D8-A222-24E9-5B52BA5D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7EBED4-9DAD-6062-E40B-D981A7FA4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B557A57-4380-70F0-7F04-B85A56EE0A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27214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9C95B5C-4C76-8239-5AE5-8B98EC5D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80F62D-F5BC-4470-626D-AB56B6CA6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D765F05-C6DE-360C-18B8-0954BF8D3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10260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52D7BCA-C5D2-176B-EE53-D2F9F73F0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9D58191-C94F-9BDC-702E-98FB4D653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3B81C4-6ADF-3A17-DFD1-C6E444CFB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047757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941865-E9F4-77D4-C6B0-1B9AED67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76D7F2F-D1DC-42C0-D221-86B498A93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8B6379C-1AA6-42B3-B7A0-9E210977E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87815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9491E0-E2CF-EE2E-991A-40EF3D72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8B19A3-9043-C49E-19E1-162C28531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5C3F4DE-B108-2E59-63F2-072F74FF5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36136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24AE8AF-2B6A-922F-22C2-3303070E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1669E0-F098-8247-1E3A-E214B5CAB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6983BC6-E162-6060-AB10-4B3A267D2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99425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E1F47F9-02E2-DAA6-8ABB-D7C194EDD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3EDB93-DE51-BD63-6549-F8FF21BFF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E68AC6-0103-F134-0FC8-4DD34DEFF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34771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DA1706-6FE4-6D88-A5F0-2D2923EE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23382D-3A7E-CA16-813E-A42E8BE32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13F90B-7C05-EDE7-7AAE-012703FEA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21754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10270C7-ECEA-54E9-E246-74A5080D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6A1960-3978-6D13-A656-74C6B7CCF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C4593F-56A7-177F-2629-59EEFEF775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55827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663A3E7-4893-66C6-93C7-66E28510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09BD0AC-EF92-AEA1-49FD-F9D20FD28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5B9DCDC-E69B-35FB-748C-98AB1A459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59889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FDA7C28-3363-DA3B-00B7-98DE53BC0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1C3943B-D0ED-D3BD-BBA5-598474F8B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212F730-E0A2-562A-52F7-38A87C55B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437349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279706-ECE4-5CCE-EC48-0D259F3C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C9EEFED-7701-4104-8865-3CB6096B23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4B9C8AC-4A6C-3286-B46A-9920719B3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55591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AB7C82-5ED7-F392-7BAB-7E1127ED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4052F7-9E90-9F53-D26C-B12C246B9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7B65EE-F0A3-8537-9839-4F1F963FA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07118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D0E3856-95E9-6AED-AE00-17A62895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5FACA91-06F9-DB61-B60B-794BE7F35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F2D58D-383D-4B60-B88C-750C2A9F9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31259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0E6C7CB-7BBC-D12A-3D57-817F7FD4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1687C0-21EB-3B81-B4C6-629F045B1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FE7DD2-7594-6D29-06A5-4194AC11D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574762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FE272D-F5A9-9C12-93B7-00FF2ACA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A8FDFE4-3A03-B15E-3F60-0503B178B1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BBAD1D0-9E9C-FEDF-90EF-F75D9E5AB7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545353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727FA4-42B9-F6E4-59A7-82794C853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016DED1-94A2-DFEE-3A2A-B02C67C882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10FA7B6-AD8C-4D2F-F40B-EC88D356D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986262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D314EC6-2735-5090-7514-0C656853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1A46BFF-4C4A-02D2-A73F-CD7447A34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5E57E53-F1AD-06AF-A4BA-1FCCBDB0B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342824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BC84F5B-1A6A-9FBC-EC32-1D3F10DF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2DD87FB-E864-F35A-82E0-8E3A9F856E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53F4894-149D-93C6-64BC-BBA5EEBAD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265207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CD7AD2-8946-EA03-DD58-C4819D0F1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4850F7-37FA-9108-5787-A9E792008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DBB9024-0CBC-A52E-809A-57EC4014B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04989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785D1D-64CC-868B-C3D5-971AF3B2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65E74D9-5731-09BB-2D3F-423377524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D1F2ACF-E07C-F4EB-FEA1-926A304A5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27608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BC95C3-48D2-E780-992E-7EC6B9FB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FCEAE89-96E7-2044-BA63-EF482F1904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A467447-C909-E0ED-506B-D8EAA6A88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96860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AD9468-A17D-EDAE-96AF-BA751AC90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F229345-C05F-5B15-425E-B6106ADAD0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91ECF8-9291-E848-A9F4-FC1082AA4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20978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F5DF18-CC68-E2CE-EE0F-A38947786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2EDB2B5-9F98-0B14-1AE2-4034D187C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26BEB07-D0C9-E101-A303-49324D5AA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37390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7629FE9-388E-6C39-1D83-92E7BD21A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786717B-151F-079F-78C0-26FF48FB7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11707EB-B396-B1BB-AD10-132A1840E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76751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B01D94-D2EF-FF12-9A01-277514AF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A4C27D0-84C8-9024-BBCA-CF81146FE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CE8EC59-BA72-6E24-7C0B-1F47C4597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69148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2EEBF8-7942-E22E-6DD6-7C7337B6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898EDE8-1758-F3D6-2DF5-0E13AEBC2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43DD041-B44E-9851-846C-213C3831E6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49813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C57A3C-BDCA-B4F6-040A-3AF64AF9A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CE2AA8-EC79-38EE-326D-EB3B1E6A7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14C983E-B0BF-0B2A-2FFA-268B4BE48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22458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8F62BF-4A4A-91A3-5813-927C32D3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3EE487-5EE1-1C29-104D-179363FE6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A59A8D3-FE32-6C5B-E457-2EE871AD34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5805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6F6F118-28D1-E9FE-F595-D112C034C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F2248B6-6D5B-12F3-FDB9-5A27991C3E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E7DC732-31BA-A8AD-D291-32D297496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83999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9B59FF0-D09A-919F-2B33-05B879438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AAA257-1C14-B4D1-E606-3D72CAF26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7C145D4-DAF4-ADFB-9462-24374E40B0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29673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C13B82-F902-9093-82F6-17089E1D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2083C25-42F2-CAEB-325E-8A46BD8B0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F7AB50E-CA74-ED6B-2A54-BD2D86378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246632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F8AA897-95A3-3694-307F-D8527534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E5D52A2-445D-F21B-098D-8D0C63905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DD466B-1591-29E7-CBBB-C0211C681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9481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4C4ABE-ABC5-F742-48EF-F023CCD8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CBC2D54-E39F-07B3-B007-B959D90BC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0B7AC0-CE75-DE4C-B9D2-CA0A43A81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595123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A45DF8B-D04B-4742-3048-A79335A9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C6AB19-03A8-456F-2787-BBDFB6AE36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44191B5-124F-C73F-2B22-C687696A7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19597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D38E4E-425E-9734-7F8D-7BF7454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6F25A15-DEDB-AB8D-5077-6F8764ED7E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53B4D5-7625-533E-1F85-F00D596D4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832872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AFAA636-4E3E-73BA-A9CA-A66A78FA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07A180-F883-3C90-DC32-1FB845E742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24E261-52BE-38F2-1768-3BCEDC78AB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489062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62416FE-DFC8-5637-931C-EBA2036C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FBD7398-E19F-34ED-CC31-833AAE636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AEAAE84-B623-347A-5F49-B50CD9F57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0057908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6CC287-14CD-537B-29E5-A7A7CD4BE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7290BE-9BFE-0545-3C7D-9859604B8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5FD130B-9E54-A419-742B-586004A4D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864189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5BEE76B-A169-124D-F1CA-3A6AAAB89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5A6D30-027A-2E95-3EA4-A7B77D9AC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587F48-0BD5-9AC7-CAFA-DD4A14100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76309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17384AE-6868-0890-FABD-39CE2B76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25465B-9D31-2619-C6EF-FCFF623D28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DF69493-EE99-068A-03FA-0BF84286D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0165182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7B9C39-8034-21BE-5C9B-5455CA07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57F9E85-3721-FBCE-35AD-AE7C6F7FF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DE4266F-1002-2C8B-62EB-8DC65ADF9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2914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DB39F4-B589-335D-4C7D-C63CA99E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21E81F-847E-0A80-BC75-729A64F2A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7A7A361-402E-5EE9-6145-AC569A8F6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1077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6AA8070-A193-0B28-9B3C-E9CD7320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E9B855E-0E48-1CC1-B2E5-A308745D0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612E1E-3D04-524D-DD71-2B3DDF88D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4666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B51B3F-E418-0B4C-35F6-CC7201B98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3CF5B4-90FF-6BDA-15D8-3D8EBBF51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8E2210-6548-3A60-4DE8-1AC3F2797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330608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E956E88-A3A5-2FD1-A4AA-58EEDA9F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6DAB05-95A7-6C54-6441-5C158883B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25A059F-5E34-E7AB-F1E6-2215F8D16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815907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D1E4283-8A2C-B3C8-B1F3-B6C36572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A6118F-84E5-0734-E0DD-A1CFFA48E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390DCD-CD28-7F7E-C134-0C04A5069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172745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87557D-80FC-ACB5-E23E-DC66CD46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7E1816-9977-DBE4-87AB-B681090B8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9E046DC-9B84-AB64-6400-394DDA33E2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355005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BD8F1D-2834-2AFA-6DF4-CB714E481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E15F525-5E50-345D-5389-2263755C6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E47FB39-60DD-6AAC-54ED-7D609B902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101518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91B79C-9393-3AA7-BFE6-7C2D2DB9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E785B15-0821-2253-CD9A-A4FD3C25E3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D7D098-0C69-803F-1735-1B00E4AFD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216355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474B95-3A8E-B0F3-32C7-DE605AE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49BCCA3-DCBC-4E90-BE11-CEB997CB1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41657A2-4D19-5AEA-185E-EAFACA6CB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23143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113A23-EBA5-DDF5-8B1D-3BCA10F5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5819B9-9E83-E95E-C897-DA2B77DAC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4ADFDD-C8A1-8B23-654E-B3F87321E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737468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9DDD83-D15D-2C73-6F7C-13503A54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EFCDAD1-FAC3-67DE-2781-C1539A073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C588E6E-D529-6593-4ECA-47B8EAF80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437212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0FECB40-83AC-452F-068B-B7685CA6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FCEF78-8074-0049-1B40-B144C79E7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94533F-6663-B976-E440-0CF10764A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042656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123D5FA-9E2E-0244-C5BD-AFE61C1A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9CFBA3B-5573-7FE3-447E-FCFEA0C49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3FEADCA-9D15-E269-5B7E-DFBD1E60E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69893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4558F2C-3399-F17A-B97D-2A3C84B9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30587DF-C00E-68B2-F940-FA674A1CD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11522FD-20D4-6259-8864-A0FD0E20D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48247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FE73395-DA76-6D24-F1AD-AF6292A8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EFF815-2EF1-1DD7-E00D-E064AB40E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506178-E380-08BE-DCAD-33634E714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989161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8D1704B-BC02-6990-B0A1-18A7E6F5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6745A8-B653-24A3-223A-9C4D42EAA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CC44C5A-9202-E153-01EA-077533543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25245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71CD5F-774C-4147-C55A-3C005431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D0270E-30D8-DF9F-6E11-AE4A3CF7D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CD4E5F-079A-A407-FF2E-E69BC5DE7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13301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D384FCF-4C15-9E30-4BBC-5BF0B19B3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BBB2CA-BBEF-7FF4-FC14-BA76CAB8F7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2DAEF03-94CC-6857-56A6-E4E55E6F8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133468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217166-5A23-385D-8F87-1AEF545A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E83945-EB97-F687-45A9-78287CF30A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11F224-7257-4F3D-5E98-6D19A8337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032107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8D778A6-48B8-D07E-5749-4E6E708E2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E99BB1-945B-57FE-00C1-04AF0CD27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E478378-0194-27E1-08E6-D7792FE0E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48355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2B1229-A4BF-C148-34EE-96FDD681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E9FDB08-89EC-DEE5-2C3A-DDC4F9C97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529257-52E7-9495-113B-9BF0F53E3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561809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634A46-7701-1C90-29D9-9463AE86F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E327DE2-0F5C-70F1-DF3A-66F058B52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C8ECC7-A54A-2009-2764-FBE1F1A11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810300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77AB029-D7AA-8033-0624-9F27B7C0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0DE6EF-8C97-EC9D-1203-C6F2F517B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BB0B9D0-7E51-E94F-1B15-A3CE858F4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938995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90D259F-7187-CCFA-EA8D-8F4B4139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3EF413-6B92-594D-D946-B8C2E9D1F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87428EC-95FD-8501-9DBF-70BDBF051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0608833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BBC01C-9E61-64FD-2434-301FA271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999107A-C6D9-4119-2B11-3D72338B3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83872B8-1976-00F7-8591-DF768FC09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9002560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F75FCB-9285-D97D-7356-07C3E5C3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1C1915-5F95-2475-67AE-2BE6D640DD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8A24FF7-3E6B-1313-3A80-E1E303A5C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656407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EBFBFA3-1D4F-216E-9E98-32FA9AA4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3506501-1830-7D5C-61F7-8B8EC9498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93078E-1E69-76FB-7D81-43EE77EED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025176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7D03D7-FD86-14AD-4029-7AFEA67A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EAB1D9-B55A-F127-F0F7-D9F16BCB0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C56EBE3-92C6-7DE6-619F-EA9ADF76E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420022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88EFAD-2D77-C9D6-D27A-17AF236AC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DDCA32-3D07-B220-EA3F-5C9649791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FD3B0C3-CC23-B432-EADE-A047E4A4C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40436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EA2B8F6-02E1-E06C-9278-C83A7309F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97732E4-0B7E-3AA6-D6EF-AABEE4032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FEB32F-F953-198A-5262-D62236A29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12832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B24429-E842-C786-6D5A-BA5831944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D52F9C4-6126-0CD3-DD28-B38ECD4D1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81C8DBA-7143-6740-15EA-24C7CFE47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118030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5CB7521-A7FE-20AD-16EA-0F2148F8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A7D5555-E20B-716F-B6C1-E5EBA8DC7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E39C7F-85D1-C863-CE3D-A0137A7D6F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460462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D6CF75-23F2-DFDB-A21E-6BE64A3F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94C68F-EEFB-9B42-1BA0-74B8595E7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489374D-BD13-45CA-32D2-12E3AEAAF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5336970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295E7C9-70DC-1DF2-1B1C-8FBF4DC1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A45362D-2DEB-44FD-6FE5-42DA3B52D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D0E490D-C54C-21D2-4F29-75E49F014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4578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080411-26BE-D6A2-49EF-B22BB811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6151293-B90C-976B-6556-EC5FE4FDD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4915431-A004-8A91-1BB8-7BD08580B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546414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9FD9DA-2EE6-DDD1-F61C-36BB74C3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DE43DC4-A0D6-2052-B1D0-E2C7248EB4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B2EDA9-185E-84C6-F6E4-753F423E86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500508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9429AC-ECC9-DEE4-0F4C-4F014C85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D107BD3-CCED-24D1-CF13-EBC2456AB2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F5447A-15E4-0E87-D8BB-43E846C3EE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660842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59BE4E0-9924-16FD-0E4D-A9C9D2DE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AF7809-8E70-958E-5BA4-86BA48D71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58004B-F83B-34CA-DF63-CDED1867E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50581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7DE603-2626-A467-541A-221228300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9A65EE3-BC9D-22A9-E075-86B264EA5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DCB08C-FFA9-A83B-36AB-7961C26A6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316113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2802C46-8989-AE9B-4D23-5E8E900B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920535C-8D53-4038-11ED-BBB133334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005BD72-F152-6646-CCEE-DC3B78349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304798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EBC8E9-C99B-47B0-4113-CC32B48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FC9212-71F9-4751-1317-9F415B3FB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B03DD4B-F173-1D22-29C8-9BA1620BD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54144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97CAC4-7E4B-A589-F612-68B88B9C6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009925-0FF8-803E-8143-49C6DB7F1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FC16115-903D-E5D7-8638-BC1934558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46214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6763DB8-26EB-46AE-431A-D4E2B8E1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D5A6B9-D435-8280-7D69-CC1F25CAD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091C5E-16D6-367E-F8EE-D12B0CD8E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830276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10: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Consolidation: Beyond the Notebook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December 2025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0/14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D495FB1A-9C7C-13D1-7A68-AA8A8720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77E2A3AC-8AB8-F978-8198-56EA6A0A4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F17485-B405-6611-BF7C-7AE6ED6100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829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D87A11B4-CFC1-2F0A-8207-30F25FD3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D811B25A-0B7C-4A89-8A92-4BD8CE1A7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2AA7594F-46C9-CE9C-C66B-4A2ED7D49F38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A1F7E66-FFFA-CAAC-5B89-BFB47F897C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1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5D62303C-2CB8-3D23-66CC-095D981F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647BCC0C-F9A7-15D9-1FB9-C04EDDBD96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5E03B6FC-B8C1-13FA-2E79-AD5574E19ADB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Notebook vs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Lab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37A5C4-96B4-439E-4255-1A25CF893A1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82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CCD9D5C7-D9D6-F97A-252D-390CE97E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92AF03A5-A481-2F93-3882-0A3D55BD3C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BE18F9E2-93BA-E2C2-EDDA-3BC34B28226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Notebook vs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Lab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Using Bash from a notebook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98DD9BC-6C6B-22B0-2191-04963168B6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97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024120F1-CD56-F64F-7B31-4129541A1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9A73F4E5-7DB6-28DA-80F8-2CEC1BA861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1C15DA22-0262-0AFD-124E-B1E1F8BDBA9B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Notebook vs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Lab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Using Bash from a notebook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The Terminal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E6051C-EDB8-B003-B9E8-EE6D365573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45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80044F83-0E9C-466A-E429-B7CF348E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6FB6179E-A505-C0FC-C032-B86A956C5B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A393E41E-67A0-6DE5-5D8B-2AEAEC9C3C5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Notebook vs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Lab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Using Bash from a notebook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The Terminal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5A6338-FD7A-B6CD-2E00-618D9AE1EAC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5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571AD050-9705-B8C8-1525-B8DE7563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3C57341C-F943-C3E6-321E-E3C6A36F9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3A85B1F6-98BC-60A1-916F-70D001A7B244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Notebook vs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Lab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Using Bash from a notebook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The Terminal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11: Pandas Series and </a:t>
            </a:r>
            <a:r>
              <a:rPr lang="en-GB" sz="18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What is Pandas?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Pandas Series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 Analysis in Pandas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9F076A-B230-00FE-4760-25A9C763D1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835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4BB2B3-D88E-A6D6-376F-B59D4F73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39D7D3D-313A-6A6C-18D2-8AB166A030F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287D798-254B-152B-7C65-8184F2289D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58D5AE-9617-6418-D99E-498F62C0FE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44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CEA76A-2780-55C9-391E-8E8523FC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7734E8-BE28-DBCD-8C23-0ABC74A0296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8ED45F-F73F-9AC2-8419-9DEF9F38A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F073B67-75A5-FD68-9771-6E05EDE10F7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B36551-BB7E-A5A2-20C2-9A2637950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620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FBC8A2-B175-46D3-DEFB-D7DBDE4A6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194629E-3203-FA4D-F540-8E9C38148E3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B3D75EE-DFEA-AFA2-1D02-FABA85187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93DFF4B-22CA-ECAA-868D-79BBDC6AAED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C92D53-0603-D414-7AE5-4099D2413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EDCB12-450A-98E4-89CF-0169D50B7113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77340E-E265-D06D-2E38-959530356DEC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432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571692-4A0A-15C5-B5D8-B686046E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CC9D994-E094-611C-0490-EF639B1749C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D156E23-D697-6BFA-46AD-0C3AB2FA927A}"/>
              </a:ext>
            </a:extLst>
          </p:cNvPr>
          <p:cNvSpPr txBox="1"/>
          <p:nvPr/>
        </p:nvSpPr>
        <p:spPr>
          <a:xfrm>
            <a:off x="1150369" y="1891150"/>
            <a:ext cx="1047287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shall: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0EE327-8B4C-84E3-37AA-0312B2D8F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4E2AB5-B5BA-3CB6-2FB0-8E3709EF4B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056939-1B60-3A50-899A-B204CB3C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53647C-2727-2321-FEA5-15F23943EACC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D2E7A7-172D-175F-1824-8C5825A23BAE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530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FD52DF-CC67-1A4F-5EC5-0B89B15C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CD996A7-4FF6-8342-2B8B-9B14AC3EDF8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67FD21A-9B7D-2722-0D09-8C804F487966}"/>
              </a:ext>
            </a:extLst>
          </p:cNvPr>
          <p:cNvSpPr txBox="1"/>
          <p:nvPr/>
        </p:nvSpPr>
        <p:spPr>
          <a:xfrm>
            <a:off x="1150369" y="1891150"/>
            <a:ext cx="1047287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shall: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ways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interact with Python code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3B4B34-6983-0AE7-BA85-ED3FB455B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A6D9F7-1D0C-8895-BF07-0B6B32603E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A31CED-D05E-BBC9-4DFE-C5431238E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A989B7-2B5D-4956-F6D6-2E661ED16E18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67BEB7-62CF-DEC0-6B07-01CC054D551D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341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93F686B-2C9A-EE7C-CBFB-652C5B76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B29892-5B7A-C9D8-E61D-F76FDA9B127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DE772B-1CE1-0440-62A5-0B8B01AE5C9F}"/>
              </a:ext>
            </a:extLst>
          </p:cNvPr>
          <p:cNvSpPr txBox="1"/>
          <p:nvPr/>
        </p:nvSpPr>
        <p:spPr>
          <a:xfrm>
            <a:off x="1150369" y="1891150"/>
            <a:ext cx="1047287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shall: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ways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interact with Python code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Discover some basic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management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8906FB4-8EA4-A830-7820-7BE0ABE217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F65DE4-9368-1720-3BC6-51749D06687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25BEA5-05FE-B1A6-0A43-A71FF0D8B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9B3ECB-3097-36B7-397B-0233BEBB8316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DBC37B-0CDD-CC1F-9813-56D31B500333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677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ECF69A-7F84-505C-D3D5-0C565A25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6FE9115-8C83-EADF-8646-8976160D46B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423E2A1-89D5-3984-8EC4-603AA8CF390F}"/>
              </a:ext>
            </a:extLst>
          </p:cNvPr>
          <p:cNvSpPr txBox="1"/>
          <p:nvPr/>
        </p:nvSpPr>
        <p:spPr>
          <a:xfrm>
            <a:off x="1150369" y="1891150"/>
            <a:ext cx="1047287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shall: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ways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interact with Python code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Discover some basic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management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Consolidate your Python understanding with extra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0292907-F2AD-708C-002E-A31E8587BD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14F24E5-A749-A452-746C-DB1EDE2691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C6FD1A-CB27-EE69-7A3F-18124437C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CCE1D6-DD05-8C60-C913-AB058CF28332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A01365-41A7-F27C-F539-91E7F0C3F9A3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586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D5DC24-A3CA-774D-72E4-60571374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E95F8E0-6C3B-2104-DE73-53A1CC2032E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DBA0B4D-E16D-B653-79AB-50BA15D2D52C}"/>
              </a:ext>
            </a:extLst>
          </p:cNvPr>
          <p:cNvSpPr txBox="1"/>
          <p:nvPr/>
        </p:nvSpPr>
        <p:spPr>
          <a:xfrm>
            <a:off x="1150369" y="1891150"/>
            <a:ext cx="1047287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shall: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ways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interact with Python code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Discover some basic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management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Consolidate your Python understanding with extra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Today's session will how you how to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interact with the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a more advanced interface.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6B0C02C-87A8-2928-34E3-7E0A056EA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041B291-A735-B5D9-70AB-0B6C3AA629D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3EE143-43CF-570E-5EF3-DC77FDD3B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055EAF-4642-4613-0842-F6C817A061BA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DE5EC9-40B9-DF4D-65FE-09D894423DA4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985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CD4A46-D4F5-B88B-8D69-275E92F0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F35419-007A-B5BF-FE42-4BE90B078DD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9A9172-61E8-D5F5-D198-DA42AE1C353D}"/>
              </a:ext>
            </a:extLst>
          </p:cNvPr>
          <p:cNvSpPr txBox="1"/>
          <p:nvPr/>
        </p:nvSpPr>
        <p:spPr>
          <a:xfrm>
            <a:off x="1150369" y="1891150"/>
            <a:ext cx="1047287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shall: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ways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interact with Python code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Discover some basic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management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Consolidate your Python understanding with extra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Today's session will how you how to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interact with the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a more advanced interface.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2CA6B41-2E8F-7026-71BC-29030ECB5D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80E3BBF-440B-93BA-D687-ABB821F8996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E939F9-56D2-4103-AFC8-3A7EB78C5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477" y="1834589"/>
            <a:ext cx="2519077" cy="23468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CD05F30-2492-2B91-7FA9-CA42BE4C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4A48ED-072C-C4A1-3896-81DFC9D7B327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743087-545B-D7AC-072A-514A50698D0E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492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31C7D0-286E-FD9A-D0E6-27B73D49A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6F7DB93-421C-3D22-1E47-2A8AF7009A0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417AFC-C2F7-4874-F084-8088716FACF4}"/>
              </a:ext>
            </a:extLst>
          </p:cNvPr>
          <p:cNvSpPr txBox="1"/>
          <p:nvPr/>
        </p:nvSpPr>
        <p:spPr>
          <a:xfrm>
            <a:off x="1150369" y="1891150"/>
            <a:ext cx="1047287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shall: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ways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interact with Python code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Discover some basic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management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Consolidate your Python understanding with extra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Today's session will how you how to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interact with the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a more advanced interface.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learn how to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navigate directories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 scripts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store useful code for future use.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2500395-B6FF-8A1E-1A13-60B586062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D4A7265-DFE4-701B-F14D-88A2F47E42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79CB5-AC91-D1D6-B4D1-89691479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477" y="1834589"/>
            <a:ext cx="2519077" cy="23468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ECFACC1-7F26-5510-EAEE-CBCF0BFFA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9F3BD0-2FE1-B3BF-6EA1-E3C399E7D495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013E83-307F-CE93-4FF2-DCDB6A95DC4B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172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30B072-E2A1-90A4-7364-818A4E3D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FCAFF53-59D2-E232-4090-2852147C272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C83BA48-C117-61CD-D3F7-6169FDE55AF5}"/>
              </a:ext>
            </a:extLst>
          </p:cNvPr>
          <p:cNvSpPr txBox="1"/>
          <p:nvPr/>
        </p:nvSpPr>
        <p:spPr>
          <a:xfrm>
            <a:off x="1150369" y="1891150"/>
            <a:ext cx="1047287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shall: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ways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interact with Python code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Discover some basic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management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Consolidate your Python understanding with extra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Today's session will how you how to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interact with the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a more advanced interface.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learn how to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navigate directories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 scripts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store useful code for future use.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7F0C267-B927-A3D9-2F55-DF46A10494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Aims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8EDB83E-E16A-1F45-7E76-09C5BA1B81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BE339-3F6E-18FF-D321-1714F6A4B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477" y="1834589"/>
            <a:ext cx="2519077" cy="23468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9EB6257-58BD-CB0C-CA01-6CA495B1D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254" y="1834589"/>
            <a:ext cx="2346832" cy="23468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8F1FC5-9941-673D-4E4E-6E0CFED1CEDA}"/>
              </a:ext>
            </a:extLst>
          </p:cNvPr>
          <p:cNvCxnSpPr>
            <a:cxnSpLocks/>
          </p:cNvCxnSpPr>
          <p:nvPr/>
        </p:nvCxnSpPr>
        <p:spPr>
          <a:xfrm>
            <a:off x="7934325" y="2108994"/>
            <a:ext cx="914400" cy="5539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BE0486-DEAB-F43D-5BAE-3DEF76F845BC}"/>
              </a:ext>
            </a:extLst>
          </p:cNvPr>
          <p:cNvCxnSpPr>
            <a:cxnSpLocks/>
          </p:cNvCxnSpPr>
          <p:nvPr/>
        </p:nvCxnSpPr>
        <p:spPr>
          <a:xfrm flipH="1">
            <a:off x="8051006" y="2058988"/>
            <a:ext cx="792957" cy="5857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078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92B3C6-190D-2986-D4BA-F9940C63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11BF63-3493-B3A1-90CA-09179EAC8DF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9AE595-1C4D-18FA-1DAB-050C882CD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B6D4DC-7477-A102-36B2-4C89F0E913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823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6588E3-61ED-3284-2283-94B5AE96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104731-56DF-805A-3486-B2137FBE622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C630C3-1DB0-735C-08AF-814132507D28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0410E1-D7C4-54C4-2C9F-7E3B937D3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AEBD96-F1DB-4734-60C6-4840C0F27F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173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4E7DE3-B25F-6D17-4EB2-BD4C7962A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210396-260B-FAA2-9192-CD7B5CFD5A0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9D4DA00-47CB-F98A-5681-303CFE7E0D48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8A1E48-F53E-41F5-38FE-FF0408D0B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CAFCD69-EAD2-1BFC-1AF7-B68C19F22D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49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F7C0E4A-5882-22A8-4059-E5BFC1CB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3C72D09-95B7-E340-4838-7183B75D34C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EF88CD1-ACC0-91B3-177B-79EE964BD957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24C9FFB-AF49-ED8B-3978-FAD552F344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CEC939-E754-F756-B55C-FC71641C43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5BBF27-F23B-C35A-353B-A9794C2F45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EFFBAE-628E-CB0B-DE65-6DA51631A4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916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19CE6C-20D2-46D1-69AC-A9DCC39B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D29258-0A6C-C0FC-A291-6BD1DFA9281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79BA842-6D78-FED7-FD35-DF707C3818C8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0A10D6-0D3F-013C-DB0A-07A9B1D58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E49D6E-686B-902E-219A-04391BC559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3104BB-62B6-F702-CC40-EE6B2A40C9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3E3E496-895C-6531-62A8-3AC70C01A9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CB500A-2805-E200-2275-FBFEBCB9543D}"/>
              </a:ext>
            </a:extLst>
          </p:cNvPr>
          <p:cNvSpPr/>
          <p:nvPr/>
        </p:nvSpPr>
        <p:spPr>
          <a:xfrm>
            <a:off x="6460695" y="2731141"/>
            <a:ext cx="1930830" cy="6528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85208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87ECCD9-F188-7DE1-4B76-F885C577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BDCA95F-37C6-D7FC-FF87-C860BD80341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D6202AD-F5A1-AF28-9C58-E316EA95B3C7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A3844CA-10DB-B8B2-B3F1-6940E96F21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39F2D6-F07B-AB0F-273C-C53D339CB0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E3A1C0-79EA-9714-B5D8-3494B754FF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E6AA32-3A31-35DA-FA87-EE72E10B4E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043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233FD7-97F2-9AB0-F1AB-34D9EA0C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42BCC6-1134-6A61-29A9-0A0CE6E96D7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51AE59-28E6-20F0-8E09-943BC8873DB9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A97C9E-60F7-02EC-704E-20EBADA46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844CEB-2BEF-6486-BF36-ED1C8CF604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FE1085-5B6A-3983-4759-09FE33FC58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DF2DB13-D545-FAC9-8012-4441230055C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313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25EBF3-B5BF-7BDD-ACC5-C15A6FD5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23B612-2F77-9744-E342-0234A4946DB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ABB245-5325-2003-68D1-CFA263BC5D71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796BE7-0482-3F4C-1C07-D5B6EE927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D3E440-B26E-7EBF-AB5B-794D0BFCFF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46F963-0440-F19B-1C4C-BBF81CD2CE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AE4372-0BBF-95D5-C4B9-73B00BE3CE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148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6794D6-0B2A-4983-7517-1C88370C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1E3A05D-B5F8-C828-CB42-AA6F6FA3485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0D16529-B8A2-9BD7-562E-5294D8444C3A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947DD3-FC32-2D25-3114-E39AB2EEE4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088A6-8137-C868-CAF4-DCABBFC104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AEAF69-7A92-7172-3A99-3EF628E21B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55D3272-8693-B588-CE2C-399A0B6A0D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BE58F0-FB73-660A-545D-ACB948D0A6B3}"/>
              </a:ext>
            </a:extLst>
          </p:cNvPr>
          <p:cNvSpPr/>
          <p:nvPr/>
        </p:nvSpPr>
        <p:spPr>
          <a:xfrm>
            <a:off x="8123403" y="2766065"/>
            <a:ext cx="287171" cy="272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4918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839735B-0840-D415-6C3E-A2FDD685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CE8FBD-8027-32A4-2A45-71EA81EE7D1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3D46CB-0C24-80E5-FE0F-F5876842D6F7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8356233-4393-9B8E-B418-688FA3CDBB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C09FEC-06AA-5503-21A7-031C42BACC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97C9A9C-3A20-4D44-F325-37BB33354F0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305720-4B81-C8C6-0CAA-9C09FA74EF4A}"/>
              </a:ext>
            </a:extLst>
          </p:cNvPr>
          <p:cNvSpPr/>
          <p:nvPr/>
        </p:nvSpPr>
        <p:spPr>
          <a:xfrm>
            <a:off x="8123403" y="2766065"/>
            <a:ext cx="287171" cy="272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2996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EB63E3-44C9-8F27-C792-0D40753D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E9C360-466A-BE26-CB68-244D3E9CF5B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991CAA8-F7C8-5A97-F7C8-DF4283108F29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D65C83A-521C-06BF-C4FB-C71CCF1B1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113A5-E281-481C-4420-A65ABDAC3A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CD00751-4D88-FD08-E609-0E412A466A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652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20B56B-A578-E4DF-C358-4AAD636C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6FC4B8-F758-05E9-418F-3999213B21C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D06BFA-2C5B-7397-FFD7-0732C0E177BD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888683-4025-EFA0-0D2F-D63A7AF691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86147-EC45-A28A-1E03-D70F878986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EA398E2-C5FA-3CCE-3ED6-C88BC841D4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20D6D1-1E4A-BE68-8ACD-D845F49FFCEB}"/>
              </a:ext>
            </a:extLst>
          </p:cNvPr>
          <p:cNvSpPr/>
          <p:nvPr/>
        </p:nvSpPr>
        <p:spPr>
          <a:xfrm>
            <a:off x="6486525" y="4703060"/>
            <a:ext cx="1924049" cy="230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45867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5EB2A3-72BF-E67B-7D8D-962F841B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CFDCB44-BE27-89BE-F431-5FD26E90015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12BE89-F9DB-CD52-82FD-B1EDFEC84516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48E02A-4FC5-1C24-7D69-0C8DA5C982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AD5B9-1E96-D46E-A25B-C3C0865463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3E01E3-7D46-4E97-BDCF-12889BE0E8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E17744-C2EF-CE49-794C-65E522B23E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1958581-9791-C5C5-6C63-9D993E7301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8E42B1-0725-92F0-091D-D11804A4A264}"/>
              </a:ext>
            </a:extLst>
          </p:cNvPr>
          <p:cNvSpPr/>
          <p:nvPr/>
        </p:nvSpPr>
        <p:spPr>
          <a:xfrm>
            <a:off x="6486525" y="2695575"/>
            <a:ext cx="1924049" cy="34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066843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AEF383-612B-3D18-B4FD-294C18D0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D769606-8F15-23A7-F294-AF9ADE8CD5E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A02B06-ADD5-ED77-DEE6-33B2AE238AE6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3D80B7-606B-B012-C6DA-EC3B75781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3E5F26-BD0C-F165-CBD4-F1404B0F66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0E6B8F-062F-E9D1-1991-BEE49FD3A1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3A7356-76BD-F44E-F94D-E15754D7F2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DB41EC-27ED-0C38-C02F-9D01175B12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453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D6AB5A6-E356-AA95-FDBA-AF3F25EBC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76492B-C905-6005-40BE-302A11E154A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5D8509A-C65E-85C3-B785-7AB423B06CBE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00B5D8E-A350-27EE-464A-1E85114C9F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B34A9B-162F-7819-9B6F-4BFAD621DC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53884-0EE2-CA54-790B-FB437B7200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397419-9848-CE37-A3B2-10CCA1BBFD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89A9345-BB9B-C732-D0F7-F41F921EDB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EE11F-6C5D-B331-D664-EEAD996BC4EE}"/>
              </a:ext>
            </a:extLst>
          </p:cNvPr>
          <p:cNvSpPr/>
          <p:nvPr/>
        </p:nvSpPr>
        <p:spPr>
          <a:xfrm>
            <a:off x="6486526" y="3009900"/>
            <a:ext cx="762000" cy="34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970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A13CE4-D021-A970-1F71-B080AE8E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043FEA-C1A9-6ACD-C623-FC9B1F9BFCC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39A2458-FAD3-4D52-E029-4E60983A16C6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F4911F-E71E-04D2-24A3-6AD2B0F4E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E93FC-A433-775A-6E4F-534ED3ADA3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6EE5E8-EC97-B70C-A092-D7641FA69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AC59B6-65B0-35AC-2846-DDF88E1259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8A0CF57-DCDA-F095-9E05-C73502659D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6434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347C07-3803-DE9F-07DA-882EF4A2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3779CB-B80E-1829-51F2-2F9EE5CA3AE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2DFF4B9-1E99-1EC8-4827-A7A2DDDB2C1C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817C08-1E50-C40C-A0F0-152DA0B5FE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B4F9FF-D873-B186-B522-C7E8743775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7B789A-7EB8-3834-9B76-AC3B43474C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2F58E5-C428-3CE1-9C75-6D1774E0BA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82AD604-F910-1B95-5D09-4679F96BFE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19AC0-B11F-73C9-7644-425849EF8FE9}"/>
              </a:ext>
            </a:extLst>
          </p:cNvPr>
          <p:cNvSpPr txBox="1"/>
          <p:nvPr/>
        </p:nvSpPr>
        <p:spPr>
          <a:xfrm>
            <a:off x="2399299" y="5457250"/>
            <a:ext cx="5509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You may have briefly used the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interface if you did </a:t>
            </a:r>
            <a:br>
              <a:rPr lang="en-GB" b="1" dirty="0">
                <a:solidFill>
                  <a:srgbClr val="FF0000"/>
                </a:solidFill>
              </a:rPr>
            </a:br>
            <a:r>
              <a:rPr lang="en-GB" b="1" dirty="0">
                <a:solidFill>
                  <a:srgbClr val="FF0000"/>
                </a:solidFill>
              </a:rPr>
              <a:t>the week 2 intermediate match statements notebook!</a:t>
            </a:r>
          </a:p>
        </p:txBody>
      </p:sp>
    </p:spTree>
    <p:extLst>
      <p:ext uri="{BB962C8B-B14F-4D97-AF65-F5344CB8AC3E}">
        <p14:creationId xmlns:p14="http://schemas.microsoft.com/office/powerpoint/2010/main" val="1535799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B5B61D-64A4-50CC-6E4B-7B6A9A3F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DE1FADF-AFAE-7709-013C-620F57C48AB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CE5B37-1FAF-AA81-095A-446CCA9C31ED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workshops, we used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this by selecting </a:t>
            </a:r>
            <a:r>
              <a:rPr lang="en-GB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Classic (Legacy)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instead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B51157-5418-AE58-8EE7-52A52964C1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12294A-5E5C-EFD5-0B66-84DC4A8743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64C4C7-93F9-3425-B06B-CA3411A260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CE39BC-5A27-CE17-393D-15BA85FDD4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CA4EECD-6D26-023E-1BE3-B412424D73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9630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EB569F-49F5-3E99-7A93-3A2E6357A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BC334E-62FC-28BD-4D46-EF4E329C7FA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B99818-02AA-2A07-1569-0BCB913C5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DB9EB2-2586-7782-68FC-A1E23A34B9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388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600FD7-3C69-0842-F4FF-F0B2FE7B1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697C443-D5C7-DCD0-D50E-5D99587DB62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DB53233-3E90-1A8A-2785-889B267464FE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E8A67C5-96B4-6E0A-7C66-F60E770681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50B8A28-4165-4668-FC10-3294B23434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3943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314DFD3-C84D-7068-A92B-C995CD2A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3A74BB2-D3DA-0CEB-2687-DF74B37739D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17B4D22-2789-6BF1-80B1-3E99FDD608F0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244B22-5680-0DE5-5255-635191E10D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47CD03-E260-1CDB-4152-24723789F7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F276CC-0410-F060-6E69-625080AD0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81232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DA6EE3-92C2-494C-79F1-CCC0E9EA7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1EF65B-3261-195E-9C6F-41545CC7F06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D87CFFB-B6C7-53EE-AA66-825DD527F9A8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DB53D95-892A-F154-39F2-AA2914432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202F11B-811F-EBB0-2F7B-A6BE90E60A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B90CA3-BBF1-6D1E-27A5-8401DA483B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9447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195B3C-EC82-4D14-F885-3F509BFB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031477C-A168-8243-18F2-A4B27DD8F3D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A1285F6-EA37-8CEE-8478-791BAE222BBD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878CB5-46BA-4981-F06B-97FBD69FCE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13947A2-0EEE-F29D-0BB4-2872F32F78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B700E8-D79D-254F-3D9C-DCAD839568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6DC1F9-F666-7CF5-9A67-00B9EC4DB0F1}"/>
              </a:ext>
            </a:extLst>
          </p:cNvPr>
          <p:cNvSpPr/>
          <p:nvPr/>
        </p:nvSpPr>
        <p:spPr>
          <a:xfrm>
            <a:off x="5334000" y="2154941"/>
            <a:ext cx="1447800" cy="2889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84996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FB1FF46-778D-8C0E-60FF-4A90969A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A81A4D9-9605-28E2-0ADE-BFD65CE3A37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A677449-6EDE-544F-24E8-270DA9BE90E9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E8E161-B40E-403F-F4D0-C3EA88A5C3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BB039D5-6723-4F79-2361-7059BF882CD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763E10-1F7A-05EE-DE2B-66FC881BD6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11407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9EBB11-D5AB-5407-7CC6-6B721CB3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1B466D-F6CF-A601-CD61-E9681CDE53F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C8E345C-C28F-52A1-FF82-FE5F477A393E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7C02ED3-D10E-4A5A-3FAE-6BBA9BC77B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6E5F18-300A-7CDB-1C28-9F4618D61E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150A00-7CF3-9F3C-3C32-9D84C6777B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67739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FD15E2-7132-DFFD-A8CB-68B243BA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98C79D4-2361-8EE2-E7FA-19FA641DEAE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B6C5ADA-5BEB-1C74-45C4-FB3E5751BD94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D36C62-D725-89F5-4589-4637317F6B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80CF11D-59AF-4092-457B-FF24E8F563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F47BDF-BA91-5B3B-438A-B52A6456ED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A7631D-C643-B125-E9EA-F9B8A944E5AB}"/>
              </a:ext>
            </a:extLst>
          </p:cNvPr>
          <p:cNvSpPr/>
          <p:nvPr/>
        </p:nvSpPr>
        <p:spPr>
          <a:xfrm>
            <a:off x="6880521" y="2350708"/>
            <a:ext cx="4328247" cy="2632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641565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E3513AA-337C-976F-41B7-360C3BFB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F4739E-C38E-5149-CD82-104CB0C207F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5007E7-7677-B2D8-9FFE-5ACF9C372E2C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ADCBAC-B537-A798-B8A8-6C9296E99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1A5D98E-D484-7065-130E-B7B44BA5E0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17D566-AB23-B688-723C-50B7A8B1C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296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1EB3438-3F4D-5148-CACE-FB76FD05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D120558-3186-DD5D-50B1-9BF6A875575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C498316-1A79-0A12-5E0D-3E6EFFD2C0E0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EE86B6-CC86-3FAC-86B7-133A2983F8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23ADC9-B0DD-7CBD-5AFF-41E028EDE4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36AF04-FB00-1EED-F243-CB905CF426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54BF6D-E9F4-E2A5-F380-27AF38FDA1E7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</a:t>
            </a:r>
            <a:r>
              <a:rPr lang="en-GB" b="1" dirty="0">
                <a:solidFill>
                  <a:schemeClr val="bg1"/>
                </a:solidFill>
              </a:rPr>
              <a:t>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11662316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733500F-9980-6EAD-1D4A-ECE41799C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599ACE7-E170-997B-624F-87F03BECEE6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971C78C-16FD-2C14-310A-5868085C3BAF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0DECFC-9EF5-CFB7-34E7-CB66810D6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B6555D3-7FAE-9657-AC86-2F6B5A89EA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229A40-9D9B-3591-0B66-0359EE61E2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CC3A3A-B192-40F3-ACB2-C9707917010A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37546854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EAE53D-4A30-E5D0-7576-85618EF5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99E18D-F4DA-DAC8-8E5F-67AE84C56D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8" y="2000676"/>
            <a:ext cx="6894354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3002D2-3C63-A57E-EE82-16E8FE2681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9" y="2000676"/>
            <a:ext cx="6894353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654BFA-D8E3-7AD9-EBC6-5C96F659F2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0" y="2000678"/>
            <a:ext cx="6894348" cy="3189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78746A-4062-52C2-E1FD-B4B19A42AF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C7C57-5E5A-EA4D-BF74-D6589223B50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35A390-BE31-63D0-3EF8-70FE58E8F6C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538B96-4394-9C98-827A-595BEF20311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C7F51D-BC1D-E996-7CF6-DAEFBE9191F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B5FCF2-3B01-985E-CE58-BF02379918C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613595F-A9C2-AFE6-0212-F8F1A33C5CF7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EBEEA72-3457-127A-F531-50E40D03B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1C5D9E9-5D3D-C723-E980-1A87F2341A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341399-6A93-964B-F0D1-103895D78F9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7" y="2000675"/>
            <a:ext cx="6894355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EC61367-1E20-7BC0-EA99-EF64A0614760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7EA8EB-124A-801A-D1C7-D9462541D9DD}"/>
              </a:ext>
            </a:extLst>
          </p:cNvPr>
          <p:cNvSpPr/>
          <p:nvPr/>
        </p:nvSpPr>
        <p:spPr>
          <a:xfrm>
            <a:off x="6343650" y="2000675"/>
            <a:ext cx="171450" cy="154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970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257BC3-E6B9-A036-9131-027E7406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07F718-F607-CA1C-6268-C9A5898B7D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9" y="2000676"/>
            <a:ext cx="6894353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2D6A6F-C126-F676-8B4D-DFFBB7545A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0" y="2000678"/>
            <a:ext cx="6894348" cy="3189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11BF53-7E96-C6CE-C3D0-5463AAD2F0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071572-6AF4-4DFB-BD61-76FB0F736C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7F26A7-C03E-557B-B49A-C96959363D5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F4D523-A694-632A-0B9D-7DAB6BEF69E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9B52FC-8E5B-73C0-F4B4-7DB50A333A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E2216CE-3C9C-0023-FD50-F5FDFD4AED0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2B86D-CACA-29E1-C538-D56E3D0E987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8" y="2000676"/>
            <a:ext cx="6894354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F9A962E-3CF1-D4F4-EDD9-5D38F768F8B5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193D10D-A32E-416A-1AD6-D423B927F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AA7AFD4-DCCF-6DDB-47B6-B16D5B0CA0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1BAF7-58C7-86D0-6C2C-290253EB797B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18F877-EF74-A0E2-356C-C97FEE9AE6FD}"/>
              </a:ext>
            </a:extLst>
          </p:cNvPr>
          <p:cNvSpPr/>
          <p:nvPr/>
        </p:nvSpPr>
        <p:spPr>
          <a:xfrm>
            <a:off x="6343650" y="2000675"/>
            <a:ext cx="171450" cy="154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8051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2254B7-D037-FEA5-E4C9-30C4A41F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A48786-B9CC-1CDB-B03E-6BB667C5E1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9" y="2000676"/>
            <a:ext cx="6894353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5BE3AE-17AA-5638-341A-7FCE8417DE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0" y="2000678"/>
            <a:ext cx="6894348" cy="3189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92DF6B-7726-A892-CFAA-107895C7BB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0E3878-AFAA-7DBE-876A-DE3248111C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B3D743-D7CF-DA42-4073-C35A17513C9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25F5D5-FAA6-75E5-ACB1-0273F0B2714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9CFAAF-FCAD-7E73-5360-A508D30EBA0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8A59DF1-43DF-410D-E233-E992E37E24D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257EB-1A26-AD69-8D45-4CAD73735D3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8" y="2000676"/>
            <a:ext cx="6894354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CA0EFC9-E7B5-03AA-50F2-D73B4925ABE0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DD2376-0833-C6E9-4B54-49AF1D2D5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FB7E0F-F2F4-A408-23F6-3B9DB9081B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039227-23F8-C1B3-8A62-B417C6BAAD2A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409479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C8D930A-7FC4-402D-A1CE-238EE5E6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C6FCC5-6623-1A62-1F41-D52F6460B1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0" y="2000678"/>
            <a:ext cx="6894348" cy="3189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4AF13C-CE03-F1FC-8333-C7701BC2CD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0F34C3-AC98-F685-D892-8381AE7967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53D330-254E-69CE-DA3F-F3D6AC5F5A1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B6BF3E-E9B2-0B6A-BE84-95B69E9397E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07EF7F-8003-2CF7-8F23-C09AD2CCB28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43AFD6D-CBDC-9F73-0E17-BE6832E1E19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B303B-43F3-2A15-824C-63BAC3C3C2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9" y="2000676"/>
            <a:ext cx="6894353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30E07C-3903-7DB6-B417-9C2EA46ACB3E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95A0A1-E925-2BEE-B779-02C0FE7923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3916FC-F6A1-28CF-9EE1-56C18F2B7B4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F805D6-55DD-DB3E-BA55-D3A92B99B4F7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D91193-A343-9447-6117-0099215B7BAE}"/>
              </a:ext>
            </a:extLst>
          </p:cNvPr>
          <p:cNvSpPr/>
          <p:nvPr/>
        </p:nvSpPr>
        <p:spPr>
          <a:xfrm>
            <a:off x="6410325" y="2238799"/>
            <a:ext cx="742950" cy="171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0129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CCEF00-BBBA-ABDA-CB39-16D5BA34E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8C2F7E1-D7D6-5BCD-645E-75713DE247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E330B7-BF52-8A01-F9F9-161FAF5BF4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5A3048-6736-BD35-1660-616055D40A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D452FB-918D-B169-C773-C409A4183C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05835A-C253-466F-3F86-EE6F6FA68E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CEA78C0-8FF8-85CF-08CB-EB31427F045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CDB552-DE57-9DEB-883F-28643ED4BBF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8" y="2000678"/>
            <a:ext cx="6894350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722EA6-F849-3511-D1CF-DA5A675A7B62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02EF3BA-8B2A-51CA-D6CC-D96C498F7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EA845CA-1EA0-75E9-87A0-292D53409F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90768-FF76-3956-5642-BCADE5D19225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17477947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9E15E5-4765-5977-359F-79CC8124A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2AE04A-5D4F-21A4-DC96-C9A9CD6803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A9669F-7CA1-7DAB-B696-FC3D2EFF22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0105DD-2C33-2848-13E6-7C6C5F357A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0BEDDE-2071-8EBF-375C-31229D85DD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D2846D-ED15-91A5-5293-FBF27CD3E65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B4E8058-CF2E-6BF6-3939-11D2F022325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835D6C-DF69-AE0F-2DF8-644506524CC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48" y="2000678"/>
            <a:ext cx="6894350" cy="3189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EE1016A-4252-8CBA-5DF0-C7AC9C225220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BA8B58-6C30-D8C1-1289-35A5EBC911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0294DF-AEC6-AA02-5068-E135DF7949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DAD6F0-5F53-F632-5F65-86E579D47856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E5097E-49D7-06AE-EB01-81BF70323FA8}"/>
              </a:ext>
            </a:extLst>
          </p:cNvPr>
          <p:cNvSpPr/>
          <p:nvPr/>
        </p:nvSpPr>
        <p:spPr>
          <a:xfrm>
            <a:off x="8591723" y="3343487"/>
            <a:ext cx="1155592" cy="229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660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5E9FEC-7D79-0F54-7DEA-14C5C542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B36A634-31D4-165D-4E44-EB79C0A08B1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3F0F09-82C3-97F6-1A32-FA5C74855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E1D431-A7B9-3F6B-DD5B-78EA307969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0C67FF-755A-BFA3-7366-6DAB9F6D2A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67A6DE-7902-0175-BC20-487001A638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0542C3-B600-D355-44AA-696B937F3D9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C55E3DC-5B3E-ECC3-2B2D-1A07F8B5837F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1D7494-D708-7454-1D7B-3A4635F54D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3757634-9EB0-A239-1FCA-DC67991FB3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8BCE7-68A9-FEEE-3E76-34082E183858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40357132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A7FA85-D68F-0783-CED1-2227ED67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935EAE-F5BC-CE61-C9AD-85AE2AA2A5E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F5CC69-6FDC-74FA-6FF9-5644A7777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595CC8-50A7-F77B-28C6-E366199F39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65382C-190C-69BE-1A13-3EFF519B4F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FF475C-549C-134B-CD35-BF80523C9B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9CC803-480B-069F-CE5B-426C6A80D2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7545C2F-F4C2-1566-EC21-885635A53124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4A47E9-897B-C28A-D1E6-14BD71A267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119313-8ED1-01EC-3E6C-19BCA06DA4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BDEDF-0D86-060E-A66B-DF5BA1FE2FBB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10007835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B1B3AA-DCDA-B7F0-67AA-1EDB6837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9DD7113-CC52-F2E3-001D-6EFD7AA44C3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82859-6692-7F78-43EE-BB8824CF94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7D5A2E-A4F7-FB09-A142-045AA95CB2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D482CD-69FB-E01D-DB2D-A1FBD5B06C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B6FB10-C591-E74C-0E02-BC27752F87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6D500E-BB16-C2F1-59E0-54F560915EF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79"/>
            <a:ext cx="6894348" cy="3189909"/>
          </a:xfrm>
          <a:prstGeom prst="rect">
            <a:avLst/>
          </a:prstGeom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CACF3E-8B69-01BA-0498-FB50FC5B547E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15B53AF-0FB4-1868-3A18-8240C8F70E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FA96A4-41F7-F61B-3F7B-4F6BBD860E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60AE84-CC85-D9FC-A6BC-35C3373C0608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A4913C-FF81-A993-EAF7-7E5BF3028BA6}"/>
              </a:ext>
            </a:extLst>
          </p:cNvPr>
          <p:cNvSpPr/>
          <p:nvPr/>
        </p:nvSpPr>
        <p:spPr>
          <a:xfrm>
            <a:off x="9355293" y="3795974"/>
            <a:ext cx="354315" cy="219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4886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A4C8B0-11A5-4686-785B-DC98FF50C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7F97F1-82E4-BEA2-C009-456739CB9E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283368-0B4D-7C9F-45CC-8A070D0754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AA72E4-9C20-EB80-65B2-A2FC287879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2312385-FFD4-9E2C-0459-DBD1C8C4B55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F8B867-0E17-62BD-8468-CCFA5E6A6C7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D504BA-6388-EC14-C5B6-B22123406BA2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7805494-2499-A021-9493-07F4FBB9B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22EBD2-0CEB-8F08-ACFE-E78B67D5BE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E4EF08-8FFF-9156-489F-7D4D6334C28B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27001252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4967F5-FC5E-0BE0-3ECF-69B617ED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3C0043-EA69-F4F9-7609-D70EA49C92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E89D13-18E2-43D4-71ED-7A9767BCBA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85BB59-17AA-4C41-030F-71F67649CD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ACAD8F5-4707-BD99-1BB2-9EB28928007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620581-AF83-D598-8CD0-D56ACB7C4F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2" y="2000680"/>
            <a:ext cx="6894350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5F8088B-032E-FD51-EEA2-F8E2B0C7B68D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2FA1DE7-1275-03BF-CD1F-2B5E233B80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AC0C66-BC5F-CC24-B9A7-0168993CDC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768C88-A08F-4E4B-2A3A-CE21B1D57434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0E085-E151-4E5A-6AA6-ECB1814ED815}"/>
              </a:ext>
            </a:extLst>
          </p:cNvPr>
          <p:cNvSpPr/>
          <p:nvPr/>
        </p:nvSpPr>
        <p:spPr>
          <a:xfrm>
            <a:off x="10382815" y="4832927"/>
            <a:ext cx="1542092" cy="238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7170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E95D669-1A0C-3173-4D02-B89DF58D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C5228-5E0A-83B0-9490-C7F04025E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5440C5-7DD0-B9D1-FAA9-300E5DC9D7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57CE495-5CD4-F2B6-5FEB-E9EDF19E455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D00CCD-FC54-09C8-0595-76ABEA5047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9C64CB0-7FCA-35B3-4AF4-B585FD43D01D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CAF961-F9AF-7D5D-EE37-DC8E56685F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5348B28-3AB2-2123-9B0D-B5A89D33F29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9BE375-15C6-70B9-E304-BA113886020D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9AC79B-52A4-CA2E-20D2-07DB19564B19}"/>
              </a:ext>
            </a:extLst>
          </p:cNvPr>
          <p:cNvSpPr/>
          <p:nvPr/>
        </p:nvSpPr>
        <p:spPr>
          <a:xfrm>
            <a:off x="10382815" y="4832927"/>
            <a:ext cx="1542092" cy="238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6446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9261EEB-ECB3-EAB4-3195-9417918A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A08D12D-8AFF-4432-891C-7E279D309D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50DA4B-ABE6-02B5-6FE3-1B395E82EE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4BDB772-B1BA-C931-7ACB-51B6178256C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B2A6A6-4B74-1992-15C7-B52A858898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7E7641F-B068-CB18-070E-21300B308CBD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C14A501-99AF-FBCA-4DA4-8A64B9FF3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E087207-EF72-AE2D-6F77-6E53596E1C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B4FAD2-7C9B-10DF-09D2-0EBAA15BEF8A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14927901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1DAF419-6CB2-C705-ACC4-32D4C5D87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4A32139-5C7B-C4B6-9980-E90038BFAD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1537A6-0E6E-C358-0402-A46CAAD17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9203E4F-EF77-08FD-6A90-1B142A8BEAE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24192C-5C7C-F108-8038-7D3C08F724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0"/>
            <a:ext cx="6894349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A93A239-879B-BEDD-1CCC-0565677CAB1E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30DCCF3-AC66-020F-F129-8D7A5AF50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959F365-66F4-51C2-E954-C765B1D96E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78AA84-F001-DDC9-94EE-5A70E963012D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97BC3B-DBE5-C94F-764B-254E2AF5DBFD}"/>
              </a:ext>
            </a:extLst>
          </p:cNvPr>
          <p:cNvSpPr/>
          <p:nvPr/>
        </p:nvSpPr>
        <p:spPr>
          <a:xfrm>
            <a:off x="5324954" y="2714243"/>
            <a:ext cx="1542092" cy="17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6240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450707-FF0A-9703-8154-0E62B759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849EAE2-523B-D9D1-226C-96AD2143E72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817EB6-B3FD-E8F6-E102-6164F25D3C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16800D-05A4-32AC-B4C0-743385B846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B27B96D-0936-3CA1-DE44-0F15B6B40C6C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56F1EB6-400E-6C93-83BE-18D71A14CF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0C96CE-228C-C39F-3969-06A4E0919A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3178A0-6615-285E-8BC6-0B2E021C5038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38371143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8B6C573-6D60-F3D0-7FDF-52FE8486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1D64AC-261A-26A1-BCC1-B877E9E4668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444D27-3092-BF5D-C4F1-F014BF8947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AB6FA7-2D9B-F3E2-79C4-B122E89C92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3" y="2000682"/>
            <a:ext cx="6894348" cy="3189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CE05A0-C873-2D39-DBD4-91A8B1B973C2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5684AA-9B16-04B2-AFE5-D0C59FBCD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B34CB7C-6461-0A65-C34A-C334F75644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4A7DA-C096-ADC6-3218-E977B5E75748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16A35-023F-3D31-14AE-440586F101CF}"/>
              </a:ext>
            </a:extLst>
          </p:cNvPr>
          <p:cNvSpPr/>
          <p:nvPr/>
        </p:nvSpPr>
        <p:spPr>
          <a:xfrm>
            <a:off x="5324954" y="3694636"/>
            <a:ext cx="1542092" cy="17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5105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91B89B-5EA6-65E6-6DA3-DD43BC126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7B9E9D7-9E78-3A9B-E06C-E17A8038161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A0C61-55B5-36CB-5321-3928656153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FE4B771-3FF8-432A-0067-FFB38130921A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A519CEE-C758-DA8E-DA08-90777747C9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53690F-97C1-257B-DC5C-C120B7830C3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95BAA-1620-786F-55A2-5F5094642D0E}"/>
              </a:ext>
            </a:extLst>
          </p:cNvPr>
          <p:cNvSpPr txBox="1"/>
          <p:nvPr/>
        </p:nvSpPr>
        <p:spPr>
          <a:xfrm>
            <a:off x="1303020" y="4561704"/>
            <a:ext cx="2951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Downloading the material on </a:t>
            </a:r>
            <a:r>
              <a:rPr lang="en-GB" b="1" dirty="0" err="1">
                <a:solidFill>
                  <a:srgbClr val="FF0000"/>
                </a:solidFill>
              </a:rPr>
              <a:t>Jupyter</a:t>
            </a:r>
            <a:r>
              <a:rPr lang="en-GB" b="1" dirty="0">
                <a:solidFill>
                  <a:srgbClr val="FF0000"/>
                </a:solidFill>
              </a:rPr>
              <a:t> Lab is a little different… but pretty similar!</a:t>
            </a:r>
          </a:p>
        </p:txBody>
      </p:sp>
    </p:spTree>
    <p:extLst>
      <p:ext uri="{BB962C8B-B14F-4D97-AF65-F5344CB8AC3E}">
        <p14:creationId xmlns:p14="http://schemas.microsoft.com/office/powerpoint/2010/main" val="27497922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52333B-F49A-FCC4-95B0-52E497BB5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335B263-4068-46FB-EDD5-0106AEEEA53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B74FA75-B6DD-F61E-00F3-85D12BF7B4D0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092FEA-B70A-A18B-4B57-40B0E04C6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45F24FE-5A8A-14EE-F17B-FBCC27CBCB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D9223A-8CDD-8763-D350-1BD65D83AA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52171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7816DF-A4DD-ABA5-C252-AD49AD43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C383D19-8A81-27A4-4623-412107A37C4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01D0A1-A63E-E85E-861F-8D5677102DBB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587255F-D4C6-7F99-ECF8-C5C4286FEF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472FA2-4342-4AED-203E-548D97C8A9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AC6D1-D8EF-2AD0-197B-2E577ADDBDAE}"/>
              </a:ext>
            </a:extLst>
          </p:cNvPr>
          <p:cNvSpPr txBox="1"/>
          <p:nvPr/>
        </p:nvSpPr>
        <p:spPr>
          <a:xfrm>
            <a:off x="2102178" y="4561704"/>
            <a:ext cx="1640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Let’s have a look in </a:t>
            </a:r>
            <a:r>
              <a:rPr lang="en-GB" b="1" dirty="0" err="1">
                <a:solidFill>
                  <a:srgbClr val="FF0000"/>
                </a:solidFill>
              </a:rPr>
              <a:t>Noteable</a:t>
            </a:r>
            <a:r>
              <a:rPr lang="en-GB" b="1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B7647-5186-5B1E-CDE0-39242A15E7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13599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6A4E121-E3BF-0786-E5B8-5DADF477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D9CFE19-1FB9-BC5A-D7CE-5217F908A24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4EF0DC-95A5-CEC9-5E09-9D4F0E39E8F2}"/>
              </a:ext>
            </a:extLst>
          </p:cNvPr>
          <p:cNvSpPr txBox="1"/>
          <p:nvPr/>
        </p:nvSpPr>
        <p:spPr>
          <a:xfrm>
            <a:off x="1150370" y="1891150"/>
            <a:ext cx="368558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Lab interface is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but also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more powerful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on the left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file browser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allows us to navigate the file system.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the right using the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launcher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 can create new notebooks, text files, terminals, and other useful items.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2297BCE-C190-83E2-57C4-34513D2577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7A8B4D-B7FD-A263-BABA-E75CD7039F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5B2CDD-B9AC-465B-10D4-C6CD8569A3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44551" y="2000682"/>
            <a:ext cx="6894348" cy="31899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73563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8C3BDD-86A9-EEF0-2695-BE40DAB6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63BFF39-78E0-1A8D-7701-9C897A8066F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D0F527-6FD0-FD63-32ED-6B4DD1FE0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F47BB6-97DF-8056-3328-02A48AAFA4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2764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38DF5BA-CAAA-C134-C786-673B3EBA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7830C2-9278-44DE-8DEA-2D4CAEB2617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5E21076-7604-A0F3-E4EF-71027BA55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DA2AAF-3EAF-0339-2132-C91F65112FC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BFB6C2-8374-FA05-012D-AB1590640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6075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F989F0-304E-296C-F64E-A2937EF5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56093AE-5036-378E-0288-0C65DD837A5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50EAA9-9390-F0BA-4523-1AA154F48E07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839725F-0CF8-0FC1-1C6B-7D73A8237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B7D085-9E29-BAF6-8BD0-541DD93B74B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B07D8D-FB97-FF86-E9AC-E99F7AAD3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9537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DE0098-AD59-A03B-5E45-0330E5FDB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BF28306-D15F-B361-86D3-5C9C29CDAD0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2CF6E6E-428C-26EB-0798-E0304FD614D7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E91D113-F428-A221-91EE-C3B1E9B90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2C637FC-B27B-6E8A-19A2-024D3EF019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95D84E-2632-E24D-BF58-9F36719AC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4581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8FBEB7-88FA-8D02-5477-74D1DC04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8AAB4A-03D4-86FE-BD56-F3357A7F496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EA8805D-1631-7191-AAA6-E8D833244812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folder: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DB56831-78CF-57C1-4AA5-574DFCD6FC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C4BC366-69FB-6EA5-5104-8AFA553CDF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273721-4016-314B-B79D-216472371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7878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AD38C45-3DE6-E805-F766-263D1CF0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614BC7D-20E7-5621-D749-241FD767898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D004F5-A17D-F94D-9FDA-85BB2679B9BB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folder: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in the file browser and select "New Folder" to create a new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CFB115-3D4D-9025-F359-8C8E9A21D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00A101-5403-4E7D-3C40-A785A41183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2C92D4-7062-AE4C-73E5-BE560855F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1969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74366D7-C0C4-3B9C-17D6-C9EADC21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25A11FE-12AA-72CD-C8F1-A92849F2EFC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9F38EC3-0832-C21A-229D-119BB192FC0F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folder: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in the file browser and select "New Folder" to create a new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Upload files: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17A657-6283-2D88-D28D-7D53E35C8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744AEB-CFD8-2633-6F1D-2DE0A1BA56B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5EA27DC-8871-1B47-F587-7E920231C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1418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23855D-13F7-34A8-61EF-D722F9E4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9D5978-F9AC-D660-724F-05EA63200DF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61617B-C473-B537-2444-CF615DBB9470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folder: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in the file browser and select "New Folder" to create a new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Upload files: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the "Upload" button to upload files from your local machine to the current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7B4FAE-B784-0D30-27FF-D19A6BD924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035437A-D3F9-A2E1-CA21-80CA2121F6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73FD4D-EAE0-224B-B0FC-2329B57A6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8135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957ED8-2E57-59AE-BCC6-FC849C63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8D893E0-B872-B5E4-1B4A-6B0DE52614E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81F9CD-C683-CBE6-8EBA-A3F85708833E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folder: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in the file browser and select "New Folder" to create a new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Upload files: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the "Upload" button to upload files from your local machine to the current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Rename files/folders: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36D3C20-8237-B00F-6A04-A9A88F7543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227E321-3BB3-E6AE-CB87-7B4DC5E0A3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D8E0B5-B15B-1DC8-879F-DC9F2FA1E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4782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4B75B22-C946-ACAC-9145-A9FA3259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3AB4C2C-EBED-6D72-9B7A-C27E39A5C4F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60EB6DF-691C-2A57-159A-DB0788133234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folder: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in the file browser and select "New Folder" to create a new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Upload files: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the "Upload" button to upload files from your local machine to the current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Rename files/folders: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on a file or folder and select "Rename”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E55C308-22CD-C36F-F181-C757E57427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C5603F3-9AF6-AF6D-608E-A68031387A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60CCBC-38EC-5DAD-F23B-02B733452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494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6CF11D-374E-B065-9549-3D964415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9F6B54-CE6B-3DC1-429F-BE733DE6D22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E11F994-9CB2-1CAB-5F80-92FC51C411FD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folder: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in the file browser and select "New Folder" to create a new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Upload files: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the "Upload" button to upload files from your local machine to the current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Rename files/folders: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on a file or folder and select "Rename”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file: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940E016-F2FC-2A06-D9AC-9613FB027A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38EC48A-6B06-513C-8A41-BF9EAAE1C2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6962A56-68A6-E6EB-AEF4-E8501006F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2248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A230482-8A75-2847-9EEF-75D7CE3B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842B224-792B-92EE-44DA-F41E7CBAC57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A671CF-38B9-D711-1D58-D76B9C8ADF00}"/>
              </a:ext>
            </a:extLst>
          </p:cNvPr>
          <p:cNvSpPr txBox="1"/>
          <p:nvPr/>
        </p:nvSpPr>
        <p:spPr>
          <a:xfrm>
            <a:off x="1150370" y="1725105"/>
            <a:ext cx="494563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the graphical file manager, you can manage the files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Here are some common tasks you can perform: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folder: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in the file browser and select "New Folder" to create a new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Upload files: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the "Upload" button to upload files from your local machine to the current directory.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Rename files/folders: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Right-click on a file or folder and select "Rename”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Create a new file: 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on File -&gt; New -&gt; Text File or Python File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852581F-354E-159A-2484-92CF0B5CF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Lab: Recap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1EC8373-35F0-B32B-4A5A-D1C99FCF2F6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CF329D1-DAC7-4F32-08DB-2A61F688B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9971" y="2277059"/>
            <a:ext cx="5781773" cy="327828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8153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21406A-70D4-FB9F-20DA-EAF9F2D9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D776B2-0236-1EC8-02F7-0CAD6449CE9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A290D6-2808-F62D-17BA-7260E40C37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Python Files vs Notebooks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ECB6F07-7A3D-73CE-15BF-90DA2ADE96A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2227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2BE1EE-11C7-09E7-F204-C58BED33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31B9EC-6C16-C5F9-F23C-48B9272A0BA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C60D7F-4F5A-5995-301C-AB8A7816C8B2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EFEE1E-AC25-1429-47FA-CD7379DE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Python Files vs Notebooks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E0AF0D-0835-C810-868E-A01A9519FF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753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7D76258-647D-2FAB-D892-FEA59EA8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B2A48A4-FBAA-E6EB-CC5C-D398A9721B0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034CD2D-0372-60B1-1011-5756F7B2D3D5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BC5B008-22C2-79AD-83E8-499378049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Python Files vs Notebooks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DDD5321-5AEC-D159-5A05-2CB0C5E2EC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C1399-DC65-91A5-FF7E-FE60808591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30762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15D56C8-5669-5666-38F0-43BF7445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1C9EE6-2224-3BE8-7E74-47C6B01B331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6F4F747-0045-FD40-FBAC-83B5E4AA9A45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10B31CC-B92F-C0FF-7344-C546E5C0B7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Python Files vs Notebooks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057F90-311D-8B00-4DC3-21A044F272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8BB19-A95F-1DC9-5D9F-8066FE98BD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86076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11E4AC-1C08-3BA5-E392-0FE41E95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68742E-5E55-1B08-0EAE-9A8A2B8C23F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5D5B8F-B3DA-3645-3203-8579AE297E8B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1C737D-5AB3-65BE-D358-10461D1FB9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Python Files vs Notebooks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92B351-9FF6-1961-33B9-5D402FC6D6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6F81C-C58B-C823-2D47-49C0582EF7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E1A56E-CE98-D3CB-1473-6D37A0A529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2429" y="3171864"/>
            <a:ext cx="4161860" cy="25529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18824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F1DBD45-0C79-5F8B-332A-DDD4DD71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1AEB8D4-F120-1A10-56FE-ECF0F762028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DB829A-A697-EB50-1C95-8AC76577D7EA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are the primary way we have been interacting with Python so far.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7A8385-E7ED-5C70-9A1C-F864330719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Python Files vs Notebooks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F26662-65A0-0A27-9B79-AF005EDEEC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5A81D-51DB-A546-60CB-D0EE62A94D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BB8759-1040-2E66-72E8-2C72CB151C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2429" y="3171864"/>
            <a:ext cx="4161860" cy="25529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177186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2CF8052-79C5-D269-CBD5-5BC89D88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37A11F-D4A6-0159-45E6-E0F05E64B45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ADABD5-DE4A-E6F6-FF30-CB760C6AAFB7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are the primary way we have been interacting with Python so far.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are useful for storing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reusable code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while notebooks are great for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exploration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documentation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D49C7D-78F3-5F77-B8B5-CF2CAFE6C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Python Files vs Notebooks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46C84C-7D74-EBCB-8B44-E51E3C7DD6A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59E4A-8A5A-57B7-8850-1214E14924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2F9889-B6AF-B607-A182-38DDCF39A0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2429" y="3171864"/>
            <a:ext cx="4161860" cy="25529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348512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D43778-DA1D-111B-D391-4AE4B662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CD0882E-3064-770F-7A65-17966D76F75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6DC286C-0880-377E-24E8-3FD603343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D227F49-9E1A-01FD-C92F-13E31EB9ACF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8229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91EC37C-A04C-01C9-7A8F-88F3F77A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E20085-391E-8489-A889-74E23D91364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11752F9-7819-2564-0D76-EC69E44D30FA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E48554-E3A4-4241-AB6D-BF9B64A88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44F331B-2D2F-8DEE-9B12-216DFFE732E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99171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1FFAB1-74F9-1125-7243-6FE5D9AB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D48E56-5354-3E71-74DA-33288327B2F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237674-8F8B-66F7-4B12-10032E4B0227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787914-7712-512D-AF03-C754DA338D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31B0BC-3D12-C7E9-3C65-73763F9FFC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49798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440C20-6C22-8E22-C032-919BD444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5E71C32-A4F7-7F1D-6B9B-F907B04A1FD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B86944-072E-808D-07AB-BFBABC575EEF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1368B3-348F-EB91-1FCF-002EB53D4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2F7E873-4F19-E21F-D369-6D255521F6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882DF4-303C-7B6F-45E3-0858A9AA92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87007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E1FD41E-43BE-63A0-5C03-C1308099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92C875-498B-F27F-2E22-7825BC51C51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86A138B-B39E-7DA7-BB80-4AC02FB87542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FEC05A5-B5DA-E357-8F51-F78FA0FD5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3E1F4A-EF23-A9F9-A57D-52C8F56A95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672097-67B3-11BF-E615-8D3787DE60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679466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86DE7B9-4554-B2D6-01DE-3EC4D4DD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B74A46-4C07-13B2-DEA9-88241240F6F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CBF673-A5B8-DFD5-8259-A389514906A2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FA4B19-9936-5AF2-A31A-120851B0D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18796BC-1E69-8197-C2E0-E68BB92ACB0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8EAABE-5D9F-D126-FEDF-F5C3EC6743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73E0924-51E2-DB25-ACA1-F973DB33C62A}"/>
              </a:ext>
            </a:extLst>
          </p:cNvPr>
          <p:cNvSpPr/>
          <p:nvPr/>
        </p:nvSpPr>
        <p:spPr>
          <a:xfrm>
            <a:off x="8864597" y="2457001"/>
            <a:ext cx="120149" cy="1569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6819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910CB8-9827-9496-06F3-7DB930CE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33E1C85-B546-2607-23A1-44D3A155F8C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96528AC-B01A-0ED4-59CE-AE4DC8143451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8A5CC04-A3E3-3501-1208-E9D2F71050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A7229EC-5C1C-BA9D-F7CF-C1828EFE40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159F7-B9AD-C6EB-814F-E9A092540D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306EF24-FF8F-FF42-E9DC-C99680556036}"/>
              </a:ext>
            </a:extLst>
          </p:cNvPr>
          <p:cNvSpPr/>
          <p:nvPr/>
        </p:nvSpPr>
        <p:spPr>
          <a:xfrm>
            <a:off x="8864598" y="2840255"/>
            <a:ext cx="120149" cy="1569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A7D6-7E7D-E6F1-CA87-877944C5DDBB}"/>
              </a:ext>
            </a:extLst>
          </p:cNvPr>
          <p:cNvSpPr/>
          <p:nvPr/>
        </p:nvSpPr>
        <p:spPr>
          <a:xfrm>
            <a:off x="8864597" y="2457001"/>
            <a:ext cx="120149" cy="1569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8557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E127EE-2DCA-90BE-44B9-1A649D9D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2C6D170-C610-A036-B106-9968E56C6CB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545AB0-F665-82D8-78A3-0F58FD44B713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7051BB4-1139-6443-528B-837016ACB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ACB9D9A-849A-5E9E-92C8-2F893A92FC9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6367C6-15CF-029D-1F1E-D70B2A285E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C822EB-C1CD-8284-3DAD-EA577237F848}"/>
              </a:ext>
            </a:extLst>
          </p:cNvPr>
          <p:cNvSpPr/>
          <p:nvPr/>
        </p:nvSpPr>
        <p:spPr>
          <a:xfrm>
            <a:off x="8864599" y="4097555"/>
            <a:ext cx="120149" cy="1569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29F570-52B4-8921-E501-CA485F2CB7DF}"/>
              </a:ext>
            </a:extLst>
          </p:cNvPr>
          <p:cNvSpPr/>
          <p:nvPr/>
        </p:nvSpPr>
        <p:spPr>
          <a:xfrm>
            <a:off x="8864598" y="2840255"/>
            <a:ext cx="120149" cy="1569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8F6D91-43CC-1E81-AD61-06B764E331C7}"/>
              </a:ext>
            </a:extLst>
          </p:cNvPr>
          <p:cNvSpPr/>
          <p:nvPr/>
        </p:nvSpPr>
        <p:spPr>
          <a:xfrm>
            <a:off x="8864597" y="2457001"/>
            <a:ext cx="120149" cy="1569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801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D1D9E6-4DE8-392F-EE34-83B575C42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40A6D5-66C3-28E6-A97A-F1575DF036D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E12DB4-82F4-70A0-86E8-9CB2D47DE1FC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3BDB9E-1771-AE6A-581D-B1B69FA7F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D79691D-5424-9744-4596-200C8CCCB7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E206A-72EC-C1A3-7994-6F1A23510D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847051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5E2874D-8DBB-483F-AA81-1933AB32E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4435B0A-3334-761A-A284-D5878D64A4C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CA327CA-D05F-C1F3-A4EE-67187F3279F3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allows us to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shell commands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(commands you’d normally run in a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terminal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command prompt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).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A9BA69A-3A5B-D1B2-A851-FBAC35870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6F35FB-BAAE-2482-7D73-23CA8C45D19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8242B-70D5-B66D-AB76-0839D4E5D9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530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C4C86BE-71B3-6AEE-C647-4117CC67D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3473ACF-E9E6-0D72-FCDD-DF783EFC9AD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16EE2E-A66E-84F8-13E7-FAA201FC2A08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allows us to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shell commands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(commands you’d normally run in a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terminal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command prompt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).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They use a different language to Python called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E943410-8360-9828-C2B5-9E9A721DC5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E12EEB-8639-8836-224E-62D6632595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E534CA-C809-57A8-BCB9-2E203E9C83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767929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DA53F3-6E53-69FC-CF19-66E8643B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60A1E97-D46A-1402-B90E-89F680BCA36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00ECC1-7342-099A-87D9-43F8617C30B2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allows us to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shell commands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(commands you’d normally run in a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terminal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command prompt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).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They use a different language to Python called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A6E4AA-61F4-7F26-5711-77CD0B04B7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5A217F7-8D7D-276C-34EB-0281C8B1F8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923E2-49E3-0282-D6E4-EFB38518C0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F21790-8BC9-408E-713F-CE4225E4238A}"/>
              </a:ext>
            </a:extLst>
          </p:cNvPr>
          <p:cNvSpPr txBox="1"/>
          <p:nvPr/>
        </p:nvSpPr>
        <p:spPr>
          <a:xfrm>
            <a:off x="1966687" y="5466677"/>
            <a:ext cx="3291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Let’s try some bash commands in </a:t>
            </a:r>
            <a:r>
              <a:rPr lang="en-GB" sz="1800" b="1" dirty="0" err="1">
                <a:solidFill>
                  <a:srgbClr val="FF0000"/>
                </a:solidFill>
              </a:rPr>
              <a:t>Jupyter</a:t>
            </a:r>
            <a:r>
              <a:rPr lang="en-GB" sz="18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1750143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941B82A-746B-AD44-8CA8-ABDBEE24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12CF547-F468-0A46-C9E2-3949720BB91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3F2C85B-F48A-4132-32F4-F9452FB1F940}"/>
              </a:ext>
            </a:extLst>
          </p:cNvPr>
          <p:cNvSpPr txBox="1"/>
          <p:nvPr/>
        </p:nvSpPr>
        <p:spPr>
          <a:xfrm>
            <a:off x="1150370" y="1725105"/>
            <a:ext cx="5115675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notebook, we can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file system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instance, we can scan directories, create files and folders, and move files around.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do this using the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character.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allows us to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shell commands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(commands you’d normally run in a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terminal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command prompt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). 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They use a different language to Python called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DBFA4C-1E34-7240-06A6-7AD61FBF5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</a:t>
            </a:r>
            <a:r>
              <a:rPr lang="en-GB" dirty="0" err="1"/>
              <a:t>Jupyter</a:t>
            </a:r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25D141-19CA-2924-330C-ED473EDBCE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A21DFA-8B14-D28F-AA96-01224086AB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2314" y="1828538"/>
            <a:ext cx="5246914" cy="4040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20694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1C2DD32-7559-0F96-F9EC-1CDDC02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35AA6EE-C292-F4C9-1B23-0CCD4F4CCC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475CBA-D19E-256A-D51F-A9E20A7975F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985EC12-B2D0-76F5-9359-B6A61B4687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28306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F68CAB1-4E27-8510-75C1-E187D491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A692CE-1BB7-90D0-EA75-0BB0A30F79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56AE90-C20D-5FD5-134F-CC07655D101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EAD0A5A-936D-39A4-C3A6-2715AC3F91E5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743BB8-0DB7-DF2D-A0F4-605B8E311D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05206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B4CE0C-9F2F-7B58-7909-F39F1E45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F2CD14-28CF-27DF-C8BA-2C8548185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E5E086-FEDD-198E-F5AA-90C0704F3CE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C326B42-36E5-C1C3-8129-708E6BDF7511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communicating with remote servers, managing files, automating tasks.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9B7200C-7F7B-307A-E82A-AE1402D40A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62008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45E505-6360-CEEC-DB10-9AFD2AA2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E6EFC40-9CA2-B5E9-FA32-F64CA871C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BE7C75-BC41-2CEF-2AC3-D31D4165846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3C3884-32F2-3746-F6B4-F208C706D759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communicating with remote servers, managing files, automating tasks.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Noteable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you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launch a Terminal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code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F7262BA-4337-6B42-7667-0653271728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4652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3C8B3A-B9FE-6902-C3F2-0054177E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8847093-AAE9-620F-AEFD-FEC6F3369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08FF8B-E4BA-3E73-BF8F-8AFE1CEEA74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A062A4-7510-D0D4-703C-7265A343DA19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communicating with remote servers, managing files, automating tasks.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Noteable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you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launch a Terminal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code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59C464-4A22-B9AD-C237-1AFF177F83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5BD485-CE34-A36E-444B-755868BF710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7950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8D2AD7B-3441-91AD-B612-C59C39E9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214879-53A8-307B-C98E-0515D97B8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E12ACD-92C9-9599-D367-33A69AE029F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6EFADD-B5CA-B021-5687-D68E0B855726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communicating with remote servers, managing files, automating tasks.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Noteable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you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launch a Terminal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code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09203E-EE44-2515-2FEC-38F2D3BC3A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2C5A38-8E65-C1CD-32B1-A01E82A4B9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590BD8-ACE5-7B13-8228-09C6B3982288}"/>
              </a:ext>
            </a:extLst>
          </p:cNvPr>
          <p:cNvSpPr/>
          <p:nvPr/>
        </p:nvSpPr>
        <p:spPr>
          <a:xfrm>
            <a:off x="7449954" y="4745255"/>
            <a:ext cx="731520" cy="652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39064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11BC7F-FECF-C437-3A1C-88CBF388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F78322D-0775-DF58-8653-B294E9FA17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6D83AE-D70A-ABD8-26AB-6FA0B19AD2E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078E2F4-5DC2-DB44-F975-64F7F73B3966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communicating with remote servers, managing files, automating tasks.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Noteable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you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launch a Terminal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code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2A6523-36CF-298C-4856-E59373F8C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F282FA5-C39C-6AA2-769F-BA09D9D258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45674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333B67-BF07-D433-C02A-2A7B86B9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D04AD8-ADBD-3014-2303-1F2798436A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BE566E-9F3F-46FC-FD7F-74AB6E663D7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EF7AB7-A75F-FCAF-E45D-74AC6B5607CF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communicating with remote servers, managing files, automating tasks.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Noteable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you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launch a Terminal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code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File &gt; New &gt; Terminal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D839CE-3AEB-84FC-22E3-698CDE2C26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1D401D-0E52-C326-743C-6E86BF2374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19701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00CD690-1015-6605-2D42-592ABA87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E3EFBB4-4349-A85D-E792-10CF2EE81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CC9028-6149-02AF-CBEF-2001670BE06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B7FE9B0-07BD-8737-38FA-498566AF15B9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communicating with remote servers, managing files, automating tasks.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Noteable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you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launch a Terminal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code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File &gt; New &gt; Terminal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5FE51-7942-A07D-1636-75785E78D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35F104-2F58-A779-69E9-EE857018DB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32498-79F9-D32F-93C3-4205FBF38026}"/>
              </a:ext>
            </a:extLst>
          </p:cNvPr>
          <p:cNvSpPr txBox="1"/>
          <p:nvPr/>
        </p:nvSpPr>
        <p:spPr>
          <a:xfrm>
            <a:off x="3766954" y="5623530"/>
            <a:ext cx="368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Let’s have a look at how we can use the terminal!</a:t>
            </a:r>
          </a:p>
        </p:txBody>
      </p:sp>
    </p:spTree>
    <p:extLst>
      <p:ext uri="{BB962C8B-B14F-4D97-AF65-F5344CB8AC3E}">
        <p14:creationId xmlns:p14="http://schemas.microsoft.com/office/powerpoint/2010/main" val="391182375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FEC1A6-C09B-8EA6-ECEF-E31D6EE4B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D7AAFA-F91F-6DFC-0E7A-1194E95D2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Bash Commands in the Terminal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B79DD-44E3-100C-CA62-6393DE69AA4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B72DDA5-A86E-D57D-C40E-7685ADC887FC}"/>
              </a:ext>
            </a:extLst>
          </p:cNvPr>
          <p:cNvSpPr txBox="1"/>
          <p:nvPr/>
        </p:nvSpPr>
        <p:spPr>
          <a:xfrm>
            <a:off x="1052399" y="1828538"/>
            <a:ext cx="484090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allows us to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interact with the operating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perform tasks that are not directly related to Python.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communicating with remote servers, managing files, automating tasks.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Noteable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you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launch a Terminal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code in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File &gt; New &gt; Terminal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0B1ED-56AB-C1D5-1F1D-3C66C57C0C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E13943E-E471-923C-EFA3-4260DF02AB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31249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772E41-F5B7-2ED7-F2C9-F0529971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562A1AD-F838-F450-6DE8-6CE6D05EED5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EBF2341-681B-828D-54E5-F946064C5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297674"/>
            <a:ext cx="6541903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 in the Terminal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700075-869D-182E-C3A5-424FBC13BB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25976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E108F4-F691-0615-3578-DEEE6A93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AC3275C-514D-45AF-ABD4-153BAADDF86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5ED5239-1DEA-1502-D7BD-4BD3F596A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297674"/>
            <a:ext cx="6541903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 in the Terminal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387B6BF-FD52-C7C7-2B9B-5E06CEDD26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1E446C41-2B9F-1190-A7F6-95E770516C4A}"/>
              </a:ext>
            </a:extLst>
          </p:cNvPr>
          <p:cNvSpPr txBox="1"/>
          <p:nvPr/>
        </p:nvSpPr>
        <p:spPr>
          <a:xfrm>
            <a:off x="1052399" y="1979368"/>
            <a:ext cx="523528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text-based interface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operating system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(local or remote).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16846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DE3F069-E1A5-0B63-2601-810557326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A81F03-99AA-A20C-1D02-CEBE773E0F5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7E1DB28-6040-79DA-61FA-1419A680BE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297674"/>
            <a:ext cx="6541903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 in the Terminal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38C44A-6212-5888-86D1-9DBF3F3D14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D215AAA4-91BA-EF32-D524-C080F2464FFF}"/>
              </a:ext>
            </a:extLst>
          </p:cNvPr>
          <p:cNvSpPr txBox="1"/>
          <p:nvPr/>
        </p:nvSpPr>
        <p:spPr>
          <a:xfrm>
            <a:off x="1052399" y="1979368"/>
            <a:ext cx="523528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text-based interface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operating system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(local or remote).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4EC14D-5BB5-E627-FF52-AE674423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450" y="697584"/>
            <a:ext cx="4223576" cy="2635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931805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40C3AE8-A3FE-33B4-AC04-00BC9ADF2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8EC68B-D7B1-E415-9F74-1D56B3ABAE1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2EA1AE-EA9A-BF94-8869-4E7F19F329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297674"/>
            <a:ext cx="6541903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 in the Terminal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58FA4FC-7C47-5FF2-D551-F7A50D32E6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E501CDAE-D872-F8E9-389E-8078E19B77D9}"/>
              </a:ext>
            </a:extLst>
          </p:cNvPr>
          <p:cNvSpPr txBox="1"/>
          <p:nvPr/>
        </p:nvSpPr>
        <p:spPr>
          <a:xfrm>
            <a:off x="1052399" y="1979368"/>
            <a:ext cx="523528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text-based interface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operating system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(local or remote).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a bit like your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local file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81AA93-6717-18EF-6444-BD4C443DB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450" y="697584"/>
            <a:ext cx="4223576" cy="2635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25454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68D635-D26D-25F2-2DAE-2EEBA117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DA0D5C5-AE37-A9C9-148C-E37A433F57D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1EB2FE-4B37-175A-0B6A-9BDBE74FC5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297674"/>
            <a:ext cx="6541903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 in the Terminal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72FA97-9E61-60D7-E3D5-8D7DD845A7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EF7CFF66-3FED-C631-3F70-754A8770C8B2}"/>
              </a:ext>
            </a:extLst>
          </p:cNvPr>
          <p:cNvSpPr txBox="1"/>
          <p:nvPr/>
        </p:nvSpPr>
        <p:spPr>
          <a:xfrm>
            <a:off x="1052399" y="1979368"/>
            <a:ext cx="523528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text-based interface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operating system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(local or remote).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a bit like your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local file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6A858-FF74-9B9B-EE69-C3E86EBDEB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8487" y="3682356"/>
            <a:ext cx="5352539" cy="2041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0E0AA-5608-0BCF-E9BD-60E5BF9DC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450" y="697584"/>
            <a:ext cx="4223576" cy="2635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368171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34E6FFD-6DF1-35F3-BBB4-707B80E9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EC98FD3-EB5D-639F-EB4D-A06B7E0ADAA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962316D-BBD5-C48F-3F55-2500ADE27F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297674"/>
            <a:ext cx="6541903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 in the Terminal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EBD5715-F611-F4A6-0A23-92DB5F6DFB6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1245C72A-5CB2-43F4-F16B-75BBF2CC843A}"/>
              </a:ext>
            </a:extLst>
          </p:cNvPr>
          <p:cNvSpPr txBox="1"/>
          <p:nvPr/>
        </p:nvSpPr>
        <p:spPr>
          <a:xfrm>
            <a:off x="1052399" y="1979368"/>
            <a:ext cx="523528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text-based interface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operating system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(local or remote).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a bit like your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local file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do not use the mouse to perform actions. Instead, you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write commands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69A47-B243-5898-C250-7F20810E72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8487" y="3682356"/>
            <a:ext cx="5352539" cy="2041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07FEA2-C6DA-D18E-DA50-CAB88B5C5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450" y="697584"/>
            <a:ext cx="4223576" cy="2635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418058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35B026-DE41-C176-55CC-EDDA1487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9173CA6-5415-19EE-711A-2154E9C0F7C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EFDFD5-7EE6-CA24-02DE-F84F0187D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297674"/>
            <a:ext cx="6541903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 in the Terminal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791E153-E669-2A8A-89D2-D06FAB06DC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883D9558-C96B-1AFC-6BC5-98B8252C6BE5}"/>
              </a:ext>
            </a:extLst>
          </p:cNvPr>
          <p:cNvSpPr txBox="1"/>
          <p:nvPr/>
        </p:nvSpPr>
        <p:spPr>
          <a:xfrm>
            <a:off x="1052399" y="1979368"/>
            <a:ext cx="523528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text-based interface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operating system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(local or remote).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a bit like your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local file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do not use the mouse to perform actions. Instead, you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write commands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These commands belong to the scripting language called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D9A501-5424-749E-1FDA-6480B5CCE7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8487" y="3682356"/>
            <a:ext cx="5352539" cy="2041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84BF16-617B-019F-2F4E-F6C72648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450" y="697584"/>
            <a:ext cx="4223576" cy="2635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89414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C9DCE9-7FD7-EDC7-2676-C5A5820C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0D95AFB-4C4D-AED9-310C-FF333831CA5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F1BF9C4-258B-C781-F82F-F0858BF3BA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297674"/>
            <a:ext cx="6541903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 in the Terminal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7AD26F4-E82C-197F-69F7-B90FEDB00A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9EFD7869-17E9-2990-165B-C2D0B30A7ACC}"/>
              </a:ext>
            </a:extLst>
          </p:cNvPr>
          <p:cNvSpPr txBox="1"/>
          <p:nvPr/>
        </p:nvSpPr>
        <p:spPr>
          <a:xfrm>
            <a:off x="1052399" y="1979368"/>
            <a:ext cx="523528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text-based interface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operating system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(local or remote).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terminal is a bit like your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local file system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do not use the mouse to perform actions. Instead, you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write commands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These commands belong to the scripting language called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Bash is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different language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Python, but they can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interact together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the notebook.</a:t>
            </a: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D1948E-AA84-E284-8BDE-78C56C85D6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8487" y="3682356"/>
            <a:ext cx="5352539" cy="2041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CBA5C4-5E0D-3D2F-F187-F6A6CF003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450" y="697584"/>
            <a:ext cx="4223576" cy="2635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461389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A7E22A5-C2BC-0BBD-AF48-CF84D897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924A83-72F7-DC56-8D6C-18522D649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1E7745-40E5-BFD7-8634-0814797FD69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08DA30-B029-8FB3-C9A6-EC7706F763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93EAC8-7360-DA90-5BDD-6A77F262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0B0EE36-D409-F210-22B6-0C08E2391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95020E-0305-0C84-D7C9-F21E893828D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1D408-5363-AE72-47F2-2737391E57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91CE8BE-2118-B819-EECB-A81355991D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18830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A9A01D1-68C3-A757-7353-7875B685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AA5F7A1-E46B-8414-0B91-5B666E7904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345C2F-C340-C988-B36E-0C3DC894571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7276C04-53B7-ABBC-5519-DDB120C0E660}"/>
              </a:ext>
            </a:extLst>
          </p:cNvPr>
          <p:cNvSpPr txBox="1"/>
          <p:nvPr/>
        </p:nvSpPr>
        <p:spPr>
          <a:xfrm>
            <a:off x="1052398" y="1828538"/>
            <a:ext cx="52214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Here are some common bash commands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93ABB-53FA-0465-E85F-5FF08BB45F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3BD85FD-AFC3-1C37-2978-EB001E85EA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26612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3C5A50E-262A-9B2A-F921-28AA8F305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41D2C77-C35F-0672-C731-F742E1670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315F7F-8D05-E2AE-73B4-7E8431A81A3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395B9CB-1B61-8264-AB0F-29B1DA8FD986}"/>
              </a:ext>
            </a:extLst>
          </p:cNvPr>
          <p:cNvSpPr txBox="1"/>
          <p:nvPr/>
        </p:nvSpPr>
        <p:spPr>
          <a:xfrm>
            <a:off x="1052398" y="1828538"/>
            <a:ext cx="52214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Here are some common bash commands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pwd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rints the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orking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FBD36-FC15-4985-7DDE-E28D8411B8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0041C4-45E4-2E6B-FDEC-1F53447E78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4516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5F83D0-CD45-5EC4-CDEB-ED25EB92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01FDB71-464D-3127-8601-C2B8B0EBA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AD5E6A-2991-23F2-8267-6D7C3EDC48D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FDDECE7-9DDD-5DC6-F24B-13D722ADACAA}"/>
              </a:ext>
            </a:extLst>
          </p:cNvPr>
          <p:cNvSpPr txBox="1"/>
          <p:nvPr/>
        </p:nvSpPr>
        <p:spPr>
          <a:xfrm>
            <a:off x="1052398" y="1828538"/>
            <a:ext cx="52214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Here are some common bash commands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pwd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rints the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orking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ts the contents (files and folders) in a directory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06BC76-E094-3ABD-C884-9BD51C9BE7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CD60C26-5042-72CC-31D7-F01B522BB1A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1490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589CA5-DB6B-2676-E8D0-FDAD261B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CF4F37D-70A4-5DB6-C0A7-832A2CC823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4A860D-2B77-7563-022D-8E3E633691E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D01AECD-6852-B91B-5880-C18E665E2A1F}"/>
              </a:ext>
            </a:extLst>
          </p:cNvPr>
          <p:cNvSpPr txBox="1"/>
          <p:nvPr/>
        </p:nvSpPr>
        <p:spPr>
          <a:xfrm>
            <a:off x="1052398" y="1828538"/>
            <a:ext cx="52214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Here are some common bash commands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pwd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rints the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orking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ts the contents (files and folders) in a directory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mkdir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es a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043F34-7CD8-2545-5CE9-9205A9222F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1CE87A9-03C4-A866-4053-BF1E8FC8ED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16647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C14A32E-3B7C-C2BB-D74D-49BA782CB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83313E-1CFD-D439-909C-D30F9CEDE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BC86AF-987F-08E1-8CA8-12046A8CBC8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878EB23-B5C8-4C3D-D009-ECA33E5B67C2}"/>
              </a:ext>
            </a:extLst>
          </p:cNvPr>
          <p:cNvSpPr txBox="1"/>
          <p:nvPr/>
        </p:nvSpPr>
        <p:spPr>
          <a:xfrm>
            <a:off x="1052398" y="1828538"/>
            <a:ext cx="52214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Here are some common bash commands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pwd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rints the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orking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ts the contents (files and folders) in a directory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mkdir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es a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cd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hange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 (move to a new folder)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0926BC-914E-7021-7091-467129D7C8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2BA4AF-102B-5587-7FDD-00EB5D32BE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10997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DED3C9D-D78A-4408-E9F4-761BA333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38AA15E-71C4-07E3-9028-7F1FCF3E3A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3BE3DA-5F57-B269-7995-66E5FB2D7C8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93AA45-BB9B-0672-87DF-BD1B5915A038}"/>
              </a:ext>
            </a:extLst>
          </p:cNvPr>
          <p:cNvSpPr txBox="1"/>
          <p:nvPr/>
        </p:nvSpPr>
        <p:spPr>
          <a:xfrm>
            <a:off x="1052398" y="1828538"/>
            <a:ext cx="52214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Here are some common bash commands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pwd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rints the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orking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ts the contents (files and folders) in a directory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mkdir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es a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cd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hange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 (move to a new folder)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touch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Create a new file (or update the timestamp on an existing one)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4B875-0041-BF2A-8150-331F07985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BFA0244-DD73-3307-EA12-D3C85F64FF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79786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DAB955-6C65-669C-0FE3-EAE32CB5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CD077B-EB51-5311-E4ED-A40677D972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Recap: Bash Commands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5BBD2-FF1D-F95B-4978-2F30A15DC6A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4C39D8-FD70-FF74-2761-036E60FD9F42}"/>
              </a:ext>
            </a:extLst>
          </p:cNvPr>
          <p:cNvSpPr txBox="1"/>
          <p:nvPr/>
        </p:nvSpPr>
        <p:spPr>
          <a:xfrm>
            <a:off x="1052398" y="1828538"/>
            <a:ext cx="52214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Here are some common bash commands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pwd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rints the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orking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ts the contents (files and folders) in a directory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mkdir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es a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ectory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cd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hange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irectory (move to a new folder)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touch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Create a new file (or update the timestamp on an existing one)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cat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Con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cat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enate and output the contents of a file or set of files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BE0007-0868-4005-244A-CA7E649392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6116" y="1928356"/>
            <a:ext cx="4363485" cy="3541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2E6EC9-3560-7342-D593-2E3A7A7A434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27620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1A8CAEF-C8CA-58B4-8B49-41C64089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740E1A-69EE-2190-7DA4-C8AF0B7627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20D914-2960-500E-35E8-A0B46D2CD81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0FAA03A-7E1D-C87B-2708-5D058C054F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60534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AE5E2B-DA33-51F8-954B-076B57ED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0CE4764-F4DA-F94D-0966-25818ACCDB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DD1ECE-E544-9620-4A42-A4DBDF0CC22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4768B1E-F321-C163-24A3-7141E2217C3B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B13E6B-A56B-2EF4-44A2-3F7EDAFDB3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13495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EB2B71-8FD2-99FC-CF53-82879BB22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DC1740-1E88-D7AF-6665-900F73012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1B9784-3E70-42FF-CEC6-529839662E4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D4711F7-E12F-F6B6-2DA6-966421C0E0B2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 your coding improves, you might find yourself writing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larger, unwieldy chunks of code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914C415-C6E6-FDE4-8C53-AFC09D60C83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81361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309AE5-2A85-5A94-452A-BF504657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007050B-B9FF-31CC-7F63-9C14107386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CDB42-588A-EC5F-A9F2-AED0642FE4D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5A0DB4F-40BA-28F7-EB45-8D2647D1ACF4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 your coding improves, you might find yourself writing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larger, unwieldy chunks of code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might not want to put these in a notebook directly!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09C8B7F-F27C-4303-73A4-0A1F5A834F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84413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A0184E-65CB-0D06-10E0-9B1123BD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FD173A5-CD69-06BA-389A-C78766AE9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D4F4BB-605B-8480-C20F-3BD592B8F37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3708325-E02D-BF90-5F8E-F2A6A7F5BF2B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 your coding improves, you might find yourself writing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larger, unwieldy chunks of code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might not want to put these in a notebook directly!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Instead, you can put them in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file)!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5D49DB-9D8C-9024-E8D7-AE4D2DE6F1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81040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8BA370-AFDB-A7D0-7D02-B36F2D86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CFBEB8-6D47-F8EB-8BA3-42633F9758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054094-ACBE-3976-A1C6-48762AB5841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2A2D38A-0D79-9EC4-BE36-7D2E3933F498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 your coding improves, you might find yourself writing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larger, unwieldy chunks of code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might not want to put these in a notebook directly!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Instead, you can put them in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file)!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Jupyter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notebook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run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command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1C18E5A-A076-F456-86F6-D29CF0B24F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46805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1A46F1D-7084-7382-7926-0A56D686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E9B69C-796D-4597-FF7F-A327654607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EFC98-E1D6-E492-2142-74D5076A3B6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015921-2B02-64A3-2C29-66C65B9C326F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 your coding improves, you might find yourself writing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larger, unwieldy chunks of code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might not want to put these in a notebook directly!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Instead, you can put them in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file)!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Jupyter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notebook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run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command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922E79-6E2D-5A33-6398-70F3303845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7B95EA-14B3-5656-C376-F82EDC486C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1901" y="844928"/>
            <a:ext cx="4387058" cy="22005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432084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D91480-BCB2-8A31-0EF3-77B8DC5E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3F6FE5F-641F-929D-E528-52FDA9166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68BA28-65F5-7DCA-E1CE-44A182CAC0A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79F5C8-C7C8-B993-1A7B-DFD339A9B607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 your coding improves, you might find yourself writing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larger, unwieldy chunks of code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might not want to put these in a notebook directly!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Instead, you can put them in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file)!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Jupyter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notebook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run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command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880A89-5EF8-A208-5BA7-5E2AFDA3DA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58DBEC-6A80-A46B-85C4-18D353134B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1901" y="3543575"/>
            <a:ext cx="4387058" cy="22005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AF5E8A-B09D-3809-7E76-A6E83F2BEE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1901" y="844928"/>
            <a:ext cx="4387058" cy="22005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580724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6DC057-CF9E-F0BD-C6C0-9D13A306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D404CA-6D94-48C1-713F-17DDE485F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1F498C-9167-D707-97A7-E7EBC963B38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D696E4A-D4C7-C7A6-E093-21CA004F8B41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 your coding improves, you might find yourself writing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larger, unwieldy chunks of code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might not want to put these in a notebook directly!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Instead, you can put them in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file)!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Jupyter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notebook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run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command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7C756C4-2219-0BE3-2F04-C7831B19A4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FD5DFF-06E8-57FD-3E06-CD3D9250B2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1901" y="3543575"/>
            <a:ext cx="4387058" cy="22005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6B3B6E-994F-7365-AAED-4A07B023D7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1901" y="844928"/>
            <a:ext cx="4387058" cy="22005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CC0D4C-27BE-02B9-1A3B-92B939D94C92}"/>
              </a:ext>
            </a:extLst>
          </p:cNvPr>
          <p:cNvSpPr txBox="1"/>
          <p:nvPr/>
        </p:nvSpPr>
        <p:spPr>
          <a:xfrm>
            <a:off x="3766954" y="5623530"/>
            <a:ext cx="2481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Let’s see this example in </a:t>
            </a:r>
            <a:r>
              <a:rPr lang="en-GB" sz="1800" b="1" dirty="0" err="1">
                <a:solidFill>
                  <a:srgbClr val="FF0000"/>
                </a:solidFill>
              </a:rPr>
              <a:t>noteable</a:t>
            </a:r>
            <a:endParaRPr lang="en-GB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6474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E30B09-8843-1C63-D496-5204ECD9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3B1467-A346-971A-3919-28606FB60D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9B87D-F2E8-1D20-E4B6-BF4C964096A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A056788-501F-B040-9599-8181579F4A00}"/>
              </a:ext>
            </a:extLst>
          </p:cNvPr>
          <p:cNvSpPr txBox="1"/>
          <p:nvPr/>
        </p:nvSpPr>
        <p:spPr>
          <a:xfrm>
            <a:off x="1052398" y="1828538"/>
            <a:ext cx="5367256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 far, we’ve been running our Python code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directly in the notebook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As your coding improves, you might find yourself writing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larger, unwieldy chunks of code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might not want to put these in a notebook directly!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Instead, you can put them in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file)!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a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Jupyter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notebook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run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command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E28200-57BE-4F34-9DD0-547A87EC9C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A06CAD-A562-7704-4C76-AFCDA86212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1901" y="3543575"/>
            <a:ext cx="4387058" cy="22005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ED86DA-86BB-15EC-565B-04066BACC7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1901" y="844928"/>
            <a:ext cx="4387058" cy="22005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660392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71F10E0-1A27-F1F6-AE8F-CCF79D2CB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F28EDEC-DE2F-5644-9736-FC9112B96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9CD24A-E104-8BE5-5B69-DB9B1C03009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8F4571F-3600-5C88-23A8-3955B26B4DB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13016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D655E6A-CD6E-0B0F-892C-E4F5F647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358DCB2-022C-0F2D-C065-B254CE9AE3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389FDE-5987-F05C-949A-487F6ED3D91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43DD51-10A8-63E3-1B0F-06FB525D7171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code from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CB8B01-0082-657B-34AF-54D2E18A9D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14210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8B4995-AD85-6E90-5886-443C9B445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FF169F8-C633-6F5E-33F7-4C970FA907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53662F-E35F-5FF1-2420-6F0DC9B1DA5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259804-43C7-EBBF-CFFE-4B100D09A428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code from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We’ve already seen plenty of examples of this!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31FCE1-5B6F-2631-6885-2D66C614593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653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AFFB0B-7637-F5C8-D715-0A0114EDB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3D123FE-C3D9-E2DD-AE4B-446275D3B9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CAEEE1-E451-FC7A-405E-EC761592B6F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56051C3-4FEB-0297-B760-EEC96DD69047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code from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We’ve already seen plenty of examples of this!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178FE90-4625-603E-DC8C-D594799881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5DC7F6-6CF0-DB51-53BC-474DB77A1D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764" y="3337810"/>
            <a:ext cx="2080707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085785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562F61-1DD3-6C52-2A18-8AEABDB7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F8D10ED-E33C-9265-9E63-D114C18A51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3F99A4-5036-B8A6-29A1-E87386D5295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CC5CA5B-1F19-FAA8-8F41-01EBEBDDD4C5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code from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We’ve already seen plenty of examples of this!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C9358CA-6D90-F420-42F5-6CC24C7D5B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3D5D26-B8D2-4B58-2305-58403630D1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764" y="3337810"/>
            <a:ext cx="2080707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A07ED8-A18E-CCF8-48EA-3F489B9F04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9063" y="3337810"/>
            <a:ext cx="3607763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690623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7DD5AFA-E421-F8F7-5A1B-68DCF501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B3F341-EEC3-201C-BF71-F3CA80C5B3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9EFB65-6696-4A76-4DCE-1DED799323C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9CF48A9-65C2-591D-9B2F-B68034F91D15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code from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We’ve already seen plenty of examples of this!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634D62F-41FB-9B8C-36BA-88BEFF4050C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5A485A-4B93-8F1D-6EB6-1E60513F97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764" y="3337810"/>
            <a:ext cx="2080707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3A2B55-5BBE-8990-952D-C0793D459F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9063" y="3337810"/>
            <a:ext cx="3607763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235651-C04F-FE30-283F-FEDF2F38E5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1850" y="801830"/>
            <a:ext cx="4632835" cy="23104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039893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37A8D80-13AB-9ADB-D38A-BB8958DE5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1D8E526-4806-B2F4-FBC4-29AA00E4E9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066CFE-D305-BBE4-6667-56620DD9D17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ED3F5D-7EDD-AB48-A624-D765C2030296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code from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We’ve already seen plenty of examples of this!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88E2952-E5E6-914E-D283-9274E46560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100BBC-8927-A5E8-E30E-3D5B1EFBCA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764" y="3337810"/>
            <a:ext cx="2080707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B746A2-832B-DEE8-945C-9DADA26E30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9063" y="3337810"/>
            <a:ext cx="3607763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F2A26C-E8E1-6BFC-B0FD-928207B91C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1850" y="801830"/>
            <a:ext cx="4632835" cy="23104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9DB06E-51C7-9ADD-01E1-C2681A3F1C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1849" y="3502946"/>
            <a:ext cx="4632835" cy="23104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727196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032833-6876-5B8D-8C9F-D67D02C88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4F13B8-056A-B5CF-EBAE-9BFDDDC8A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2D207-45C8-3587-D6FD-29035BB67F3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214B160-3FCB-4328-265D-99B10AB0AB18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code from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We’ve already seen plenty of examples of this!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is powerful, as you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functions in scripts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share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them with others and load them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only when needed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6C2E1C-7007-A2F7-FD3F-4A582AAF1C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0B3A8B-A3AF-C108-1E33-A15383F78C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764" y="3337810"/>
            <a:ext cx="2080707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EC7071-6AA2-CDEB-7A90-40D00D58CD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9063" y="3337810"/>
            <a:ext cx="3607763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D9DC79-2688-A02C-9E25-C4727C47CB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1850" y="801830"/>
            <a:ext cx="4632835" cy="23104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C6A88E-4583-7F48-D423-7D4E9A3E597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1849" y="3502946"/>
            <a:ext cx="4632835" cy="23104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665828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611235-1A4F-5170-3B05-77EB170B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544055B-A3BB-20E7-B7D4-9554CD57C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Running Scripts from the Notebook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87E7D4-C64D-D314-C5E6-06AEF321BEE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544972F-3612-05F1-F16E-7922C5B01CC2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code from a script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We’ve already seen plenty of examples of this!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is powerful, as you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functions in scripts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share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them with others and load them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only when needed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Let’s see one final quick example!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843292-15DB-D64C-861E-3C1DAC8D1F8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164DFF-7BB7-8377-8724-2847CF1ABB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764" y="3337810"/>
            <a:ext cx="2080707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93238-5536-86A5-5448-92DA427080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9063" y="3337810"/>
            <a:ext cx="3607763" cy="25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FFCD35-AFA7-925D-29A6-0C8F2EB7DA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1850" y="801830"/>
            <a:ext cx="4632835" cy="23104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3E3762-813E-1FDD-3634-020A7D3A24F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1849" y="3502946"/>
            <a:ext cx="4632835" cy="23104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033777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31B124-1809-8F19-F596-90BB2697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E98073-54CE-1CC9-B221-CF622CBF9DA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6A32566-CE2F-0BA4-AA2F-712B46C102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CB94124-5AA4-BB17-8FB8-CD99EAAC6F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91826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25CE7D-1DE6-C24E-E120-5B1E5481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091840-2A48-547A-A718-3CB7C3FC994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B82B95-941D-FFA0-02C8-0B8B8202C1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915076-4FF5-1651-C0CE-51EE3C82A0C0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F103B51-8EDA-4B47-C49C-F2BDF4A303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13580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82E2669-8EF2-AE15-354E-D2758985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097350-B681-F1F1-5C38-CAADFDA01B0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4A172FA-2C6C-A4E0-2A6F-DD4EAD0763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66337CD-0EC4-E7AB-450D-327B2D62EB0C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7B3F4DD-8273-BB12-45EF-9F2D84D7B12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140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64142E3-6DD9-F0ED-BB06-4454A244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92C7CC-CF9F-276E-BC24-9DE1395A49F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E4C15E-34EB-85CA-2EEC-4D87632DF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C0100B9-BA0B-28E4-A0F9-8748A272278A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077FA8-68AB-A398-8A7C-8CE77A34EE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4FFDC-57C6-6874-D9AE-0C0B08587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379609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2DC7CD-84E4-F609-0FBC-A6B531C5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E60840-BE41-CAF0-DD0F-87863F40F53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9C46FEB-9A69-C961-C81A-DB0D3C096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DDC614-FC3B-89FB-B3C2-09C04C22EA86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read through and attempt the exercises in: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C21E80E-7553-5193-09BB-27A0244B95D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4E211-FDA0-1A59-9816-179D466FFA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070378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3F1F0F-1FF8-9BC7-37C3-791A70A8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3C3DAE-7F0D-3BCB-3C19-A31137B391F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244FD0-3E0C-7C7F-EE5D-7E433AAD7C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227A49C-81BB-C31A-5469-3A3275E02EC6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read through and attempt the exercises in: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lecture_beyond_the_notebook.ipynb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1E8E3D5-0E21-69A7-144D-6F10FC6B44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D61E6-5989-F4EE-DA38-D2F33E8C67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364580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E7E352D-294C-6499-9C96-3C9294A0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A4860A-D6BD-151E-75A5-39DB0BE2229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D2DFF5A-E486-0C1D-DFD4-422AE27F0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A92CF54-81CD-DA51-F6E4-7D1FBD457006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read through and attempt the exercises in: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lecture_beyond_the_notebook.ipynb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5DE3DB-44B1-6F75-8917-D1E19EC1BA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165DA-495B-FFCC-E3FE-7459A21798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B61282-1460-6B33-E8B7-773D959DB4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1519" y="2233812"/>
            <a:ext cx="5137041" cy="3566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682989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21AAE9-76A7-1C6D-5EF0-87BDEE19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30E5DE-0DF0-82B8-CAD6-B5AE07D9825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024DE1-DBEE-A2D0-7B9A-5DAAB93C3C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1FE6CB-7965-F99F-F059-7DE16A3D7099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read through and attempt the exercises in: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lecture_beyond_the_notebook.ipynb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Python consolidation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AF41D05-EF43-C3FD-F628-5E2134FF2C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77623-4351-CA25-B64B-CAE5C1B53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B1FD6B-8724-1401-1213-E8901DDB38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1519" y="2233812"/>
            <a:ext cx="5137041" cy="3566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442506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E41A23-C370-8C0F-8B41-48B8CD34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84726A-3F5A-A869-5E4E-941CC714A1D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CC6739-0D7E-FEAC-9650-324FC4FE3A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A02A553-ADEA-36FD-BF11-292A94228AB1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read through and attempt the exercises in: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lecture_beyond_the_notebook.ipynb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Python consolidation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exercises_python.ipynb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6DC141B-B665-7BB7-2C42-FC6B0276576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1484B-F655-05B8-2DB9-F56598DED9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D58470-B5F8-96C7-A01B-9CBCA91891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1519" y="2233812"/>
            <a:ext cx="5137041" cy="3566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507739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D916D6C-1CE4-5FE2-3F28-CD22B430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0A72F5-355F-0AD7-F11A-CC23ACD1D48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049EFE-528C-79CD-8944-115B5030E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20B37E2-EE52-4892-CFBE-E6393F43078D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read through and attempt the exercises in: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lecture_beyond_the_notebook.ipynb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Python consolidation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exercises_python.ipynb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Finally, work through the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consolidation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E2CAF0-BC9D-A81D-6921-49494DC880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96269-3BCB-ECA7-B28F-C5F3A4E73D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42CFB5-F63C-0B3D-8A09-9B89EF6C32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1519" y="2233812"/>
            <a:ext cx="5137041" cy="3566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529508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85E371-5F25-F6A6-E85F-AF9367F6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5A3AE7-BDE2-1E0B-BFDD-783BED07ADA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54D930-B7A1-7572-7172-607DA16FA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2371F9C-2BA5-5085-3AF3-ABD8663821EA}"/>
              </a:ext>
            </a:extLst>
          </p:cNvPr>
          <p:cNvSpPr txBox="1"/>
          <p:nvPr/>
        </p:nvSpPr>
        <p:spPr>
          <a:xfrm>
            <a:off x="914400" y="1607111"/>
            <a:ext cx="49720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read through and attempt the exercises in: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lecture_beyond_the_notebook.ipynb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Python consolidation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exercises_python.ipynb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Finally, work through the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consolidation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exercises_numpy.ipynb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307BE5A-4361-6B24-FE9E-E7B354643F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04517-8300-5CBC-F984-6A6C9B16CF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D4A7A1-C873-32D2-5B3D-341B029197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01519" y="2233812"/>
            <a:ext cx="5137041" cy="3566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084618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788408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Notebook vs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Lab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Using Bash from a notebook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The Terminal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11: Pandas Series and </a:t>
            </a: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Pandas?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Pandas Series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 Analysis in Pandas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14/14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31808</TotalTime>
  <Words>7542</Words>
  <Application>Microsoft Office PowerPoint</Application>
  <PresentationFormat>Widescreen</PresentationFormat>
  <Paragraphs>830</Paragraphs>
  <Slides>158</Slides>
  <Notes>158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62" baseType="lpstr">
      <vt:lpstr>Calibri</vt:lpstr>
      <vt:lpstr>Courier New</vt:lpstr>
      <vt:lpstr>Arial</vt:lpstr>
      <vt:lpstr>Retrospect</vt:lpstr>
      <vt:lpstr>Lecture 10:   Consolidation: Beyond the Notebook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Aims</vt:lpstr>
      <vt:lpstr>Aims</vt:lpstr>
      <vt:lpstr>Aims</vt:lpstr>
      <vt:lpstr>Aims</vt:lpstr>
      <vt:lpstr>Aims</vt:lpstr>
      <vt:lpstr>Aims</vt:lpstr>
      <vt:lpstr>Aims</vt:lpstr>
      <vt:lpstr>Aims</vt:lpstr>
      <vt:lpstr>Aims</vt:lpstr>
      <vt:lpstr>Aims</vt:lpstr>
      <vt:lpstr>Aims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Lab: Recap</vt:lpstr>
      <vt:lpstr>Jupyter Lab: Recap</vt:lpstr>
      <vt:lpstr>Jupyter Lab: Recap</vt:lpstr>
      <vt:lpstr>Jupyter Lab: Recap</vt:lpstr>
      <vt:lpstr>Jupyter Lab: Recap</vt:lpstr>
      <vt:lpstr>Jupyter Lab: Recap</vt:lpstr>
      <vt:lpstr>Jupyter Lab: Recap</vt:lpstr>
      <vt:lpstr>Jupyter Lab: Recap</vt:lpstr>
      <vt:lpstr>Jupyter Lab: Recap</vt:lpstr>
      <vt:lpstr>Jupyter Lab: Recap</vt:lpstr>
      <vt:lpstr>Jupyter Lab: Recap</vt:lpstr>
      <vt:lpstr>Jupyter Lab: Recap</vt:lpstr>
      <vt:lpstr>Python Files vs Notebooks</vt:lpstr>
      <vt:lpstr>Python Files vs Notebooks</vt:lpstr>
      <vt:lpstr>Python Files vs Notebooks</vt:lpstr>
      <vt:lpstr>Python Files vs Notebooks</vt:lpstr>
      <vt:lpstr>Python Files vs Notebooks</vt:lpstr>
      <vt:lpstr>Python Files vs Notebooks</vt:lpstr>
      <vt:lpstr>Python Files vs Notebooks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Jupyter</vt:lpstr>
      <vt:lpstr>Bash Commands in the Terminal</vt:lpstr>
      <vt:lpstr>Bash Commands in the Terminal</vt:lpstr>
      <vt:lpstr>Bash Commands in the Terminal</vt:lpstr>
      <vt:lpstr>Bash Commands in the Terminal</vt:lpstr>
      <vt:lpstr>Bash Commands in the Terminal</vt:lpstr>
      <vt:lpstr>Bash Commands in the Terminal</vt:lpstr>
      <vt:lpstr>Bash Commands in the Terminal</vt:lpstr>
      <vt:lpstr>Bash Commands in the Terminal</vt:lpstr>
      <vt:lpstr>Bash Commands in the Terminal</vt:lpstr>
      <vt:lpstr>Bash Commands in the Terminal</vt:lpstr>
      <vt:lpstr>Recap: Bash Commands in the Terminal</vt:lpstr>
      <vt:lpstr>Recap: Bash Commands in the Terminal</vt:lpstr>
      <vt:lpstr>Recap: Bash Commands in the Terminal</vt:lpstr>
      <vt:lpstr>Recap: Bash Commands in the Terminal</vt:lpstr>
      <vt:lpstr>Recap: Bash Commands in the Terminal</vt:lpstr>
      <vt:lpstr>Recap: Bash Commands in the Terminal</vt:lpstr>
      <vt:lpstr>Recap: Bash Commands in the Terminal</vt:lpstr>
      <vt:lpstr>Recap: Bash Commands in the Terminal</vt:lpstr>
      <vt:lpstr>Recap: Bash Commands</vt:lpstr>
      <vt:lpstr>Recap: Bash Commands</vt:lpstr>
      <vt:lpstr>Recap: Bash Commands</vt:lpstr>
      <vt:lpstr>Recap: Bash Commands</vt:lpstr>
      <vt:lpstr>Recap: Bash Commands</vt:lpstr>
      <vt:lpstr>Recap: Bash Commands</vt:lpstr>
      <vt:lpstr>Recap: Bash Commands</vt:lpstr>
      <vt:lpstr>Recap: Bash Commands</vt:lpstr>
      <vt:lpstr>Recap: Bash Commands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Running Scripts from the Notebook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122</cp:revision>
  <dcterms:modified xsi:type="dcterms:W3CDTF">2025-12-04T12:51:00Z</dcterms:modified>
</cp:coreProperties>
</file>